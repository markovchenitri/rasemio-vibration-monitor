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65"/>
  </p:normalViewPr>
  <p:slideViewPr>
    <p:cSldViewPr snapToGrid="0">
      <p:cViewPr varScale="1">
        <p:scale>
          <a:sx n="116" d="100"/>
          <a:sy n="116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上手</c:v>
          </c:tx>
          <c:spPr>
            <a:ln w="14288">
              <a:solidFill>
                <a:srgbClr val="23D5E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900"/>
              <c:pt idx="0">
                <c:v>7.9101562E-2</c:v>
              </c:pt>
              <c:pt idx="1">
                <c:v>0.66699218699999996</c:v>
              </c:pt>
              <c:pt idx="2">
                <c:v>0.853515625</c:v>
              </c:pt>
              <c:pt idx="3">
                <c:v>1.389648437</c:v>
              </c:pt>
              <c:pt idx="4">
                <c:v>1.803710937</c:v>
              </c:pt>
              <c:pt idx="5">
                <c:v>2.331054687</c:v>
              </c:pt>
              <c:pt idx="6">
                <c:v>2.755859375</c:v>
              </c:pt>
              <c:pt idx="7">
                <c:v>3.241210937</c:v>
              </c:pt>
              <c:pt idx="8">
                <c:v>3.658203125</c:v>
              </c:pt>
              <c:pt idx="9">
                <c:v>3.659179687</c:v>
              </c:pt>
              <c:pt idx="10">
                <c:v>4.411132812</c:v>
              </c:pt>
              <c:pt idx="11">
                <c:v>4.484375</c:v>
              </c:pt>
              <c:pt idx="12">
                <c:v>5.021484375</c:v>
              </c:pt>
              <c:pt idx="13">
                <c:v>5.569335937</c:v>
              </c:pt>
              <c:pt idx="14">
                <c:v>5.729492187</c:v>
              </c:pt>
              <c:pt idx="15">
                <c:v>6.504882812</c:v>
              </c:pt>
              <c:pt idx="16">
                <c:v>6.573242187</c:v>
              </c:pt>
              <c:pt idx="17">
                <c:v>7.313476562</c:v>
              </c:pt>
              <c:pt idx="18">
                <c:v>7.4140625</c:v>
              </c:pt>
              <c:pt idx="19">
                <c:v>7.84765625</c:v>
              </c:pt>
              <c:pt idx="20">
                <c:v>8.42578125</c:v>
              </c:pt>
              <c:pt idx="21">
                <c:v>8.85546875</c:v>
              </c:pt>
              <c:pt idx="22">
                <c:v>9.1328125</c:v>
              </c:pt>
              <c:pt idx="23">
                <c:v>9.381835937</c:v>
              </c:pt>
              <c:pt idx="24">
                <c:v>9.8671875</c:v>
              </c:pt>
              <c:pt idx="25">
                <c:v>10.288085937</c:v>
              </c:pt>
              <c:pt idx="26">
                <c:v>10.90625</c:v>
              </c:pt>
              <c:pt idx="27">
                <c:v>10.987304687</c:v>
              </c:pt>
              <c:pt idx="28">
                <c:v>11.779296875</c:v>
              </c:pt>
              <c:pt idx="29">
                <c:v>12.174804687</c:v>
              </c:pt>
              <c:pt idx="30">
                <c:v>12.212890625</c:v>
              </c:pt>
              <c:pt idx="31">
                <c:v>12.6953125</c:v>
              </c:pt>
              <c:pt idx="32">
                <c:v>13.245117187</c:v>
              </c:pt>
              <c:pt idx="33">
                <c:v>13.807617187</c:v>
              </c:pt>
              <c:pt idx="34">
                <c:v>14.22265625</c:v>
              </c:pt>
              <c:pt idx="35">
                <c:v>14.287109375</c:v>
              </c:pt>
              <c:pt idx="36">
                <c:v>14.859375</c:v>
              </c:pt>
              <c:pt idx="37">
                <c:v>15.24609375</c:v>
              </c:pt>
              <c:pt idx="38">
                <c:v>15.670898437</c:v>
              </c:pt>
              <c:pt idx="39">
                <c:v>15.901367187</c:v>
              </c:pt>
              <c:pt idx="40">
                <c:v>16.62890625</c:v>
              </c:pt>
              <c:pt idx="41">
                <c:v>16.837890625</c:v>
              </c:pt>
              <c:pt idx="42">
                <c:v>17.229492187000002</c:v>
              </c:pt>
              <c:pt idx="43">
                <c:v>17.697265625</c:v>
              </c:pt>
              <c:pt idx="44">
                <c:v>17.903320312000002</c:v>
              </c:pt>
              <c:pt idx="45">
                <c:v>18.39453125</c:v>
              </c:pt>
              <c:pt idx="46">
                <c:v>18.7421875</c:v>
              </c:pt>
              <c:pt idx="47">
                <c:v>19.186523437000002</c:v>
              </c:pt>
              <c:pt idx="48">
                <c:v>19.866210937000002</c:v>
              </c:pt>
              <c:pt idx="49">
                <c:v>20.161132812000002</c:v>
              </c:pt>
              <c:pt idx="50">
                <c:v>20.686523437000002</c:v>
              </c:pt>
              <c:pt idx="51">
                <c:v>20.9453125</c:v>
              </c:pt>
              <c:pt idx="52">
                <c:v>21.217773437000002</c:v>
              </c:pt>
              <c:pt idx="53">
                <c:v>21.920898437000002</c:v>
              </c:pt>
              <c:pt idx="54">
                <c:v>22.1484375</c:v>
              </c:pt>
              <c:pt idx="55">
                <c:v>22.749023437000002</c:v>
              </c:pt>
              <c:pt idx="56">
                <c:v>23.174804687000002</c:v>
              </c:pt>
              <c:pt idx="57">
                <c:v>23.317382812000002</c:v>
              </c:pt>
              <c:pt idx="58">
                <c:v>23.827148437000002</c:v>
              </c:pt>
              <c:pt idx="59">
                <c:v>24.146484375</c:v>
              </c:pt>
              <c:pt idx="60">
                <c:v>24.551757812000002</c:v>
              </c:pt>
              <c:pt idx="61">
                <c:v>24.959960937000002</c:v>
              </c:pt>
              <c:pt idx="62">
                <c:v>25.323242187000002</c:v>
              </c:pt>
              <c:pt idx="63">
                <c:v>25.838867187000002</c:v>
              </c:pt>
              <c:pt idx="64">
                <c:v>26.234375</c:v>
              </c:pt>
              <c:pt idx="65">
                <c:v>26.6484375</c:v>
              </c:pt>
              <c:pt idx="66">
                <c:v>27.090820312000002</c:v>
              </c:pt>
              <c:pt idx="67">
                <c:v>27.25390625</c:v>
              </c:pt>
              <c:pt idx="68">
                <c:v>27.841796875</c:v>
              </c:pt>
              <c:pt idx="69">
                <c:v>28.10546875</c:v>
              </c:pt>
              <c:pt idx="70">
                <c:v>28.87109375</c:v>
              </c:pt>
              <c:pt idx="71">
                <c:v>28.96484375</c:v>
              </c:pt>
              <c:pt idx="72">
                <c:v>29.555664062000002</c:v>
              </c:pt>
              <c:pt idx="73">
                <c:v>29.869140625</c:v>
              </c:pt>
              <c:pt idx="74">
                <c:v>30.400390625</c:v>
              </c:pt>
              <c:pt idx="75">
                <c:v>30.752929687000002</c:v>
              </c:pt>
              <c:pt idx="76">
                <c:v>30.98046875</c:v>
              </c:pt>
              <c:pt idx="77">
                <c:v>31.713867187000002</c:v>
              </c:pt>
              <c:pt idx="78">
                <c:v>31.868164062000002</c:v>
              </c:pt>
              <c:pt idx="79">
                <c:v>32.24609375</c:v>
              </c:pt>
              <c:pt idx="80">
                <c:v>32.603515625</c:v>
              </c:pt>
              <c:pt idx="81">
                <c:v>33.030273436999998</c:v>
              </c:pt>
              <c:pt idx="82">
                <c:v>33.346679686999998</c:v>
              </c:pt>
              <c:pt idx="83">
                <c:v>34.138671875</c:v>
              </c:pt>
              <c:pt idx="84">
                <c:v>34.381835936999998</c:v>
              </c:pt>
              <c:pt idx="85">
                <c:v>34.962890625</c:v>
              </c:pt>
              <c:pt idx="86">
                <c:v>35.219726561999998</c:v>
              </c:pt>
              <c:pt idx="87">
                <c:v>35.456054686999998</c:v>
              </c:pt>
              <c:pt idx="88">
                <c:v>35.930664061999998</c:v>
              </c:pt>
              <c:pt idx="89">
                <c:v>36.51171875</c:v>
              </c:pt>
              <c:pt idx="90">
                <c:v>36.899414061999998</c:v>
              </c:pt>
              <c:pt idx="91">
                <c:v>37.080078125</c:v>
              </c:pt>
              <c:pt idx="92">
                <c:v>37.77734375</c:v>
              </c:pt>
              <c:pt idx="93">
                <c:v>38.032226561999998</c:v>
              </c:pt>
              <c:pt idx="94">
                <c:v>38.3125</c:v>
              </c:pt>
              <c:pt idx="95">
                <c:v>38.818359375</c:v>
              </c:pt>
              <c:pt idx="96">
                <c:v>39.075195311999998</c:v>
              </c:pt>
              <c:pt idx="97">
                <c:v>39.588867186999998</c:v>
              </c:pt>
              <c:pt idx="98">
                <c:v>39.866210936999998</c:v>
              </c:pt>
              <c:pt idx="99">
                <c:v>40.504882811999998</c:v>
              </c:pt>
              <c:pt idx="100">
                <c:v>40.895507811999998</c:v>
              </c:pt>
              <c:pt idx="101">
                <c:v>41.377929686999998</c:v>
              </c:pt>
              <c:pt idx="102">
                <c:v>41.583007811999998</c:v>
              </c:pt>
              <c:pt idx="103">
                <c:v>41.926757811999998</c:v>
              </c:pt>
              <c:pt idx="104">
                <c:v>42.6484375</c:v>
              </c:pt>
              <c:pt idx="105">
                <c:v>42.704101561999998</c:v>
              </c:pt>
              <c:pt idx="106">
                <c:v>43.473632811999998</c:v>
              </c:pt>
              <c:pt idx="107">
                <c:v>43.541992186999998</c:v>
              </c:pt>
              <c:pt idx="108">
                <c:v>43.920898436999998</c:v>
              </c:pt>
              <c:pt idx="109">
                <c:v>44.357421875</c:v>
              </c:pt>
              <c:pt idx="110">
                <c:v>45.083007811999998</c:v>
              </c:pt>
              <c:pt idx="111">
                <c:v>45.5234375</c:v>
              </c:pt>
              <c:pt idx="112">
                <c:v>45.626953125</c:v>
              </c:pt>
              <c:pt idx="113">
                <c:v>46.34375</c:v>
              </c:pt>
              <c:pt idx="114">
                <c:v>46.391601561999998</c:v>
              </c:pt>
              <c:pt idx="115">
                <c:v>46.93359375</c:v>
              </c:pt>
              <c:pt idx="116">
                <c:v>47.282226561999998</c:v>
              </c:pt>
              <c:pt idx="117">
                <c:v>47.80078125</c:v>
              </c:pt>
              <c:pt idx="118">
                <c:v>48.359375</c:v>
              </c:pt>
              <c:pt idx="119">
                <c:v>48.69921875</c:v>
              </c:pt>
              <c:pt idx="120">
                <c:v>48.831054686999998</c:v>
              </c:pt>
              <c:pt idx="121">
                <c:v>49.484375</c:v>
              </c:pt>
              <c:pt idx="122">
                <c:v>49.750976561999998</c:v>
              </c:pt>
              <c:pt idx="123">
                <c:v>50.041015625</c:v>
              </c:pt>
              <c:pt idx="124">
                <c:v>50.455078125</c:v>
              </c:pt>
              <c:pt idx="125">
                <c:v>51.15625</c:v>
              </c:pt>
              <c:pt idx="126">
                <c:v>51.545898436999998</c:v>
              </c:pt>
              <c:pt idx="127">
                <c:v>51.833984375</c:v>
              </c:pt>
              <c:pt idx="128">
                <c:v>52.390625</c:v>
              </c:pt>
              <c:pt idx="129">
                <c:v>52.587890625</c:v>
              </c:pt>
              <c:pt idx="130">
                <c:v>53.067382811999998</c:v>
              </c:pt>
              <c:pt idx="131">
                <c:v>53.4765625</c:v>
              </c:pt>
              <c:pt idx="132">
                <c:v>54.07421875</c:v>
              </c:pt>
              <c:pt idx="133">
                <c:v>54.0859375</c:v>
              </c:pt>
              <c:pt idx="134">
                <c:v>54.752929686999998</c:v>
              </c:pt>
              <c:pt idx="135">
                <c:v>55.071289061999998</c:v>
              </c:pt>
              <c:pt idx="136">
                <c:v>55.642578125</c:v>
              </c:pt>
              <c:pt idx="137">
                <c:v>55.798828125</c:v>
              </c:pt>
              <c:pt idx="138">
                <c:v>56.525390625</c:v>
              </c:pt>
              <c:pt idx="139">
                <c:v>56.706054686999998</c:v>
              </c:pt>
              <c:pt idx="140">
                <c:v>57.2109375</c:v>
              </c:pt>
              <c:pt idx="141">
                <c:v>57.48046875</c:v>
              </c:pt>
              <c:pt idx="142">
                <c:v>57.888671875</c:v>
              </c:pt>
              <c:pt idx="143">
                <c:v>58.271484375</c:v>
              </c:pt>
              <c:pt idx="144">
                <c:v>58.928710936999998</c:v>
              </c:pt>
              <c:pt idx="145">
                <c:v>59.365234375</c:v>
              </c:pt>
              <c:pt idx="146">
                <c:v>59.494140625</c:v>
              </c:pt>
              <c:pt idx="147">
                <c:v>59.8046875</c:v>
              </c:pt>
              <c:pt idx="148">
                <c:v>60.3828125</c:v>
              </c:pt>
              <c:pt idx="149">
                <c:v>60.76171875</c:v>
              </c:pt>
              <c:pt idx="150">
                <c:v>61.107421875</c:v>
              </c:pt>
              <c:pt idx="151">
                <c:v>61.544921875</c:v>
              </c:pt>
              <c:pt idx="152">
                <c:v>61.854492186999998</c:v>
              </c:pt>
              <c:pt idx="153">
                <c:v>62.249023436999998</c:v>
              </c:pt>
              <c:pt idx="154">
                <c:v>62.896484375</c:v>
              </c:pt>
              <c:pt idx="155">
                <c:v>63.07421875</c:v>
              </c:pt>
              <c:pt idx="156">
                <c:v>63.736328125</c:v>
              </c:pt>
              <c:pt idx="157">
                <c:v>63.96875</c:v>
              </c:pt>
              <c:pt idx="158">
                <c:v>64.446289062000005</c:v>
              </c:pt>
              <c:pt idx="159">
                <c:v>64.974609375</c:v>
              </c:pt>
              <c:pt idx="160">
                <c:v>65.419921875</c:v>
              </c:pt>
              <c:pt idx="161">
                <c:v>65.59375</c:v>
              </c:pt>
              <c:pt idx="162">
                <c:v>66.163085937000005</c:v>
              </c:pt>
              <c:pt idx="163">
                <c:v>66.30078125</c:v>
              </c:pt>
              <c:pt idx="164">
                <c:v>66.702148437000005</c:v>
              </c:pt>
              <c:pt idx="165">
                <c:v>67.13671875</c:v>
              </c:pt>
              <c:pt idx="166">
                <c:v>67.510742187000005</c:v>
              </c:pt>
              <c:pt idx="167">
                <c:v>68.112304687000005</c:v>
              </c:pt>
              <c:pt idx="168">
                <c:v>68.380859375</c:v>
              </c:pt>
              <c:pt idx="169">
                <c:v>69.068359375</c:v>
              </c:pt>
              <c:pt idx="170">
                <c:v>69.188476562000005</c:v>
              </c:pt>
              <c:pt idx="171">
                <c:v>69.892578125</c:v>
              </c:pt>
              <c:pt idx="172">
                <c:v>70.061523437000005</c:v>
              </c:pt>
              <c:pt idx="173">
                <c:v>70.44140625</c:v>
              </c:pt>
              <c:pt idx="174">
                <c:v>71.165039062000005</c:v>
              </c:pt>
              <c:pt idx="175">
                <c:v>71.223632812000005</c:v>
              </c:pt>
              <c:pt idx="176">
                <c:v>71.970703125</c:v>
              </c:pt>
              <c:pt idx="177">
                <c:v>72.0625</c:v>
              </c:pt>
              <c:pt idx="178">
                <c:v>72.435546875</c:v>
              </c:pt>
              <c:pt idx="179">
                <c:v>72.873046875</c:v>
              </c:pt>
              <c:pt idx="180">
                <c:v>73.59375</c:v>
              </c:pt>
              <c:pt idx="181">
                <c:v>73.981445312000005</c:v>
              </c:pt>
              <c:pt idx="182">
                <c:v>74.037109375</c:v>
              </c:pt>
              <c:pt idx="183">
                <c:v>74.424804687000005</c:v>
              </c:pt>
              <c:pt idx="184">
                <c:v>74.857421875</c:v>
              </c:pt>
              <c:pt idx="185">
                <c:v>75.532226562000005</c:v>
              </c:pt>
              <c:pt idx="186">
                <c:v>75.879882812000005</c:v>
              </c:pt>
              <c:pt idx="187">
                <c:v>76.076171875</c:v>
              </c:pt>
              <c:pt idx="188">
                <c:v>76.466796875</c:v>
              </c:pt>
              <c:pt idx="189">
                <c:v>77.001953125</c:v>
              </c:pt>
              <c:pt idx="190">
                <c:v>77.428710937000005</c:v>
              </c:pt>
              <c:pt idx="191">
                <c:v>78.0390625</c:v>
              </c:pt>
              <c:pt idx="192">
                <c:v>78.081054687000005</c:v>
              </c:pt>
              <c:pt idx="193">
                <c:v>78.532226562000005</c:v>
              </c:pt>
              <c:pt idx="194">
                <c:v>79.053710937000005</c:v>
              </c:pt>
              <c:pt idx="195">
                <c:v>79.377929687000005</c:v>
              </c:pt>
              <c:pt idx="196">
                <c:v>79.885742187000005</c:v>
              </c:pt>
              <c:pt idx="197">
                <c:v>80.456054687000005</c:v>
              </c:pt>
              <c:pt idx="198">
                <c:v>80.7734375</c:v>
              </c:pt>
              <c:pt idx="199">
                <c:v>81.209960937000005</c:v>
              </c:pt>
              <c:pt idx="200">
                <c:v>81.391601562000005</c:v>
              </c:pt>
              <c:pt idx="201">
                <c:v>81.85546875</c:v>
              </c:pt>
              <c:pt idx="202">
                <c:v>82.4765625</c:v>
              </c:pt>
              <c:pt idx="203">
                <c:v>82.6953125</c:v>
              </c:pt>
              <c:pt idx="204">
                <c:v>83.36328125</c:v>
              </c:pt>
              <c:pt idx="205">
                <c:v>83.373046875</c:v>
              </c:pt>
              <c:pt idx="206">
                <c:v>83.786132812000005</c:v>
              </c:pt>
              <c:pt idx="207">
                <c:v>84.263671875</c:v>
              </c:pt>
              <c:pt idx="208">
                <c:v>84.705078125</c:v>
              </c:pt>
              <c:pt idx="209">
                <c:v>85.318359375</c:v>
              </c:pt>
              <c:pt idx="210">
                <c:v>85.762695312000005</c:v>
              </c:pt>
              <c:pt idx="211">
                <c:v>86.0078125</c:v>
              </c:pt>
              <c:pt idx="212">
                <c:v>86.51171875</c:v>
              </c:pt>
              <c:pt idx="213">
                <c:v>87.006835937000005</c:v>
              </c:pt>
              <c:pt idx="214">
                <c:v>87.056640625</c:v>
              </c:pt>
              <c:pt idx="215">
                <c:v>87.8203125</c:v>
              </c:pt>
              <c:pt idx="216">
                <c:v>88.111328125</c:v>
              </c:pt>
              <c:pt idx="217">
                <c:v>88.431640625</c:v>
              </c:pt>
              <c:pt idx="218">
                <c:v>89.009765625</c:v>
              </c:pt>
              <c:pt idx="219">
                <c:v>89.393554687000005</c:v>
              </c:pt>
              <c:pt idx="220">
                <c:v>89.514648437000005</c:v>
              </c:pt>
              <c:pt idx="221">
                <c:v>90.171875</c:v>
              </c:pt>
              <c:pt idx="222">
                <c:v>90.477539062000005</c:v>
              </c:pt>
              <c:pt idx="223">
                <c:v>90.786132812000005</c:v>
              </c:pt>
              <c:pt idx="224">
                <c:v>91.413085937000005</c:v>
              </c:pt>
              <c:pt idx="225">
                <c:v>91.520507812000005</c:v>
              </c:pt>
              <c:pt idx="226">
                <c:v>92.270507812000005</c:v>
              </c:pt>
              <c:pt idx="227">
                <c:v>92.361328125</c:v>
              </c:pt>
              <c:pt idx="228">
                <c:v>93.013671875</c:v>
              </c:pt>
              <c:pt idx="229">
                <c:v>93.172851562000005</c:v>
              </c:pt>
              <c:pt idx="230">
                <c:v>93.65234375</c:v>
              </c:pt>
              <c:pt idx="231">
                <c:v>94.216796875</c:v>
              </c:pt>
              <c:pt idx="232">
                <c:v>94.646484375</c:v>
              </c:pt>
              <c:pt idx="233">
                <c:v>94.922851562000005</c:v>
              </c:pt>
              <c:pt idx="234">
                <c:v>95.172851562000005</c:v>
              </c:pt>
              <c:pt idx="235">
                <c:v>95.600585937000005</c:v>
              </c:pt>
              <c:pt idx="236">
                <c:v>96.135742187000005</c:v>
              </c:pt>
              <c:pt idx="237">
                <c:v>96.750976562000005</c:v>
              </c:pt>
              <c:pt idx="238">
                <c:v>96.8125</c:v>
              </c:pt>
              <c:pt idx="239">
                <c:v>97.251953125</c:v>
              </c:pt>
              <c:pt idx="240">
                <c:v>97.815429687000005</c:v>
              </c:pt>
              <c:pt idx="241">
                <c:v>98.1171875</c:v>
              </c:pt>
              <c:pt idx="242">
                <c:v>98.737304687000005</c:v>
              </c:pt>
              <c:pt idx="243">
                <c:v>99.073242187000005</c:v>
              </c:pt>
              <c:pt idx="244">
                <c:v>99.619140625</c:v>
              </c:pt>
              <c:pt idx="245">
                <c:v>99.98828125</c:v>
              </c:pt>
              <c:pt idx="246">
                <c:v>100.056640625</c:v>
              </c:pt>
              <c:pt idx="247">
                <c:v>100.69238281200001</c:v>
              </c:pt>
              <c:pt idx="248">
                <c:v>101.07324218700001</c:v>
              </c:pt>
              <c:pt idx="249">
                <c:v>101.513671875</c:v>
              </c:pt>
              <c:pt idx="250">
                <c:v>101.728515625</c:v>
              </c:pt>
              <c:pt idx="251">
                <c:v>102.455078125</c:v>
              </c:pt>
              <c:pt idx="252">
                <c:v>102.72167968700001</c:v>
              </c:pt>
              <c:pt idx="253">
                <c:v>103.05957031200001</c:v>
              </c:pt>
              <c:pt idx="254">
                <c:v>103.546875</c:v>
              </c:pt>
              <c:pt idx="255">
                <c:v>103.75292968700001</c:v>
              </c:pt>
              <c:pt idx="256">
                <c:v>104.220703125</c:v>
              </c:pt>
              <c:pt idx="257">
                <c:v>104.56933593700001</c:v>
              </c:pt>
              <c:pt idx="258">
                <c:v>105.05957031200001</c:v>
              </c:pt>
              <c:pt idx="259">
                <c:v>105.6484375</c:v>
              </c:pt>
              <c:pt idx="260">
                <c:v>105.98730468700001</c:v>
              </c:pt>
              <c:pt idx="261">
                <c:v>106.484375</c:v>
              </c:pt>
              <c:pt idx="262">
                <c:v>106.77441406200001</c:v>
              </c:pt>
              <c:pt idx="263">
                <c:v>107.04296875</c:v>
              </c:pt>
              <c:pt idx="264">
                <c:v>107.73730468700001</c:v>
              </c:pt>
              <c:pt idx="265">
                <c:v>107.845703125</c:v>
              </c:pt>
              <c:pt idx="266">
                <c:v>108.576171875</c:v>
              </c:pt>
              <c:pt idx="267">
                <c:v>108.85839843700001</c:v>
              </c:pt>
              <c:pt idx="268">
                <c:v>109.14550781200001</c:v>
              </c:pt>
              <c:pt idx="269">
                <c:v>109.796875</c:v>
              </c:pt>
              <c:pt idx="270">
                <c:v>109.97265625</c:v>
              </c:pt>
              <c:pt idx="271">
                <c:v>110.24316406200001</c:v>
              </c:pt>
              <c:pt idx="272">
                <c:v>110.78515625</c:v>
              </c:pt>
              <c:pt idx="273">
                <c:v>111.38183593700001</c:v>
              </c:pt>
              <c:pt idx="274">
                <c:v>111.55078125</c:v>
              </c:pt>
              <c:pt idx="275">
                <c:v>112.060546875</c:v>
              </c:pt>
              <c:pt idx="276">
                <c:v>112.37988281200001</c:v>
              </c:pt>
              <c:pt idx="277">
                <c:v>112.951171875</c:v>
              </c:pt>
              <c:pt idx="278">
                <c:v>113.39355468700001</c:v>
              </c:pt>
              <c:pt idx="279">
                <c:v>113.83691406200001</c:v>
              </c:pt>
              <c:pt idx="280">
                <c:v>113.87402343700001</c:v>
              </c:pt>
              <c:pt idx="281">
                <c:v>114.521484375</c:v>
              </c:pt>
              <c:pt idx="282">
                <c:v>114.796875</c:v>
              </c:pt>
              <c:pt idx="283">
                <c:v>115.19921875</c:v>
              </c:pt>
              <c:pt idx="284">
                <c:v>115.494140625</c:v>
              </c:pt>
              <c:pt idx="285">
                <c:v>116.0390625</c:v>
              </c:pt>
              <c:pt idx="286">
                <c:v>116.677734375</c:v>
              </c:pt>
              <c:pt idx="287">
                <c:v>116.806640625</c:v>
              </c:pt>
              <c:pt idx="288">
                <c:v>117.119140625</c:v>
              </c:pt>
              <c:pt idx="289">
                <c:v>117.6953125</c:v>
              </c:pt>
              <c:pt idx="290">
                <c:v>118.07421875</c:v>
              </c:pt>
              <c:pt idx="291">
                <c:v>118.427734375</c:v>
              </c:pt>
              <c:pt idx="292">
                <c:v>118.861328125</c:v>
              </c:pt>
              <c:pt idx="293">
                <c:v>119.16796875</c:v>
              </c:pt>
              <c:pt idx="294">
                <c:v>119.56152343700001</c:v>
              </c:pt>
              <c:pt idx="295">
                <c:v>120.2109375</c:v>
              </c:pt>
              <c:pt idx="296">
                <c:v>120.40136718700001</c:v>
              </c:pt>
              <c:pt idx="297">
                <c:v>121.05175781200001</c:v>
              </c:pt>
              <c:pt idx="298">
                <c:v>121.28613281200001</c:v>
              </c:pt>
              <c:pt idx="299">
                <c:v>121.76464843700001</c:v>
              </c:pt>
              <c:pt idx="300">
                <c:v>122.111328125</c:v>
              </c:pt>
              <c:pt idx="301">
                <c:v>122.70410156200001</c:v>
              </c:pt>
              <c:pt idx="302">
                <c:v>122.818359375</c:v>
              </c:pt>
              <c:pt idx="303">
                <c:v>123.58496093700001</c:v>
              </c:pt>
              <c:pt idx="304">
                <c:v>123.83496093700001</c:v>
              </c:pt>
              <c:pt idx="305">
                <c:v>124.115234375</c:v>
              </c:pt>
              <c:pt idx="306">
                <c:v>124.578125</c:v>
              </c:pt>
              <c:pt idx="307">
                <c:v>125.19042968700001</c:v>
              </c:pt>
              <c:pt idx="308">
                <c:v>125.357421875</c:v>
              </c:pt>
              <c:pt idx="309">
                <c:v>125.703125</c:v>
              </c:pt>
              <c:pt idx="310">
                <c:v>126.4375</c:v>
              </c:pt>
              <c:pt idx="311">
                <c:v>126.55761718700001</c:v>
              </c:pt>
              <c:pt idx="312">
                <c:v>127.09667968700001</c:v>
              </c:pt>
              <c:pt idx="313">
                <c:v>127.69140625</c:v>
              </c:pt>
              <c:pt idx="314">
                <c:v>127.69238281200001</c:v>
              </c:pt>
              <c:pt idx="315">
                <c:v>128.48046875</c:v>
              </c:pt>
              <c:pt idx="316">
                <c:v>128.529296875</c:v>
              </c:pt>
              <c:pt idx="317">
                <c:v>129.318359375</c:v>
              </c:pt>
              <c:pt idx="318">
                <c:v>129.32128906200001</c:v>
              </c:pt>
              <c:pt idx="319">
                <c:v>130.072265625</c:v>
              </c:pt>
              <c:pt idx="320">
                <c:v>130.138671875</c:v>
              </c:pt>
              <c:pt idx="321">
                <c:v>130.841796875</c:v>
              </c:pt>
              <c:pt idx="322">
                <c:v>131.22753906200001</c:v>
              </c:pt>
              <c:pt idx="323">
                <c:v>131.43261718700001</c:v>
              </c:pt>
              <c:pt idx="324">
                <c:v>132.142578125</c:v>
              </c:pt>
              <c:pt idx="325">
                <c:v>132.19140625</c:v>
              </c:pt>
              <c:pt idx="326">
                <c:v>132.78125</c:v>
              </c:pt>
              <c:pt idx="327">
                <c:v>133.12792968700001</c:v>
              </c:pt>
              <c:pt idx="328">
                <c:v>133.38574218700001</c:v>
              </c:pt>
              <c:pt idx="329">
                <c:v>133.890625</c:v>
              </c:pt>
              <c:pt idx="330">
                <c:v>134.548828125</c:v>
              </c:pt>
              <c:pt idx="331">
                <c:v>134.71191406200001</c:v>
              </c:pt>
              <c:pt idx="332">
                <c:v>135.087890625</c:v>
              </c:pt>
              <c:pt idx="333">
                <c:v>135.53613281200001</c:v>
              </c:pt>
              <c:pt idx="334">
                <c:v>136.1484375</c:v>
              </c:pt>
              <c:pt idx="335">
                <c:v>136.30566406200001</c:v>
              </c:pt>
              <c:pt idx="336">
                <c:v>136.64453125</c:v>
              </c:pt>
              <c:pt idx="337">
                <c:v>137.41699218700001</c:v>
              </c:pt>
              <c:pt idx="338">
                <c:v>137.70410156200001</c:v>
              </c:pt>
              <c:pt idx="339">
                <c:v>138.23730468700001</c:v>
              </c:pt>
              <c:pt idx="340">
                <c:v>138.37402343700001</c:v>
              </c:pt>
              <c:pt idx="341">
                <c:v>138.93847656200001</c:v>
              </c:pt>
              <c:pt idx="342">
                <c:v>139.34765625</c:v>
              </c:pt>
              <c:pt idx="343">
                <c:v>139.72558593700001</c:v>
              </c:pt>
              <c:pt idx="344">
                <c:v>139.94433593700001</c:v>
              </c:pt>
              <c:pt idx="345">
                <c:v>140.62207031200001</c:v>
              </c:pt>
              <c:pt idx="346">
                <c:v>140.94238281200001</c:v>
              </c:pt>
              <c:pt idx="347">
                <c:v>141.51464843700001</c:v>
              </c:pt>
              <c:pt idx="348">
                <c:v>141.56542968700001</c:v>
              </c:pt>
              <c:pt idx="349">
                <c:v>142.16699218700001</c:v>
              </c:pt>
              <c:pt idx="350">
                <c:v>142.48730468700001</c:v>
              </c:pt>
              <c:pt idx="351">
                <c:v>143.01660156200001</c:v>
              </c:pt>
              <c:pt idx="352">
                <c:v>143.39355468700001</c:v>
              </c:pt>
              <c:pt idx="353">
                <c:v>143.923828125</c:v>
              </c:pt>
              <c:pt idx="354">
                <c:v>144.20410156200001</c:v>
              </c:pt>
              <c:pt idx="355">
                <c:v>144.400390625</c:v>
              </c:pt>
              <c:pt idx="356">
                <c:v>145.14160156200001</c:v>
              </c:pt>
              <c:pt idx="357">
                <c:v>145.357421875</c:v>
              </c:pt>
              <c:pt idx="358">
                <c:v>145.68066406200001</c:v>
              </c:pt>
              <c:pt idx="359">
                <c:v>146.255859375</c:v>
              </c:pt>
              <c:pt idx="360">
                <c:v>146.63964843700001</c:v>
              </c:pt>
              <c:pt idx="361">
                <c:v>146.97753906200001</c:v>
              </c:pt>
              <c:pt idx="362">
                <c:v>147.42578125</c:v>
              </c:pt>
              <c:pt idx="363">
                <c:v>147.67089843700001</c:v>
              </c:pt>
              <c:pt idx="364">
                <c:v>148.03417968700001</c:v>
              </c:pt>
              <c:pt idx="365">
                <c:v>148.77636718700001</c:v>
              </c:pt>
              <c:pt idx="366">
                <c:v>148.90332031200001</c:v>
              </c:pt>
              <c:pt idx="367">
                <c:v>149.62597656200001</c:v>
              </c:pt>
              <c:pt idx="368">
                <c:v>149.85839843700001</c:v>
              </c:pt>
              <c:pt idx="369">
                <c:v>150.28125</c:v>
              </c:pt>
              <c:pt idx="370">
                <c:v>150.51953125</c:v>
              </c:pt>
              <c:pt idx="371">
                <c:v>151.2265625</c:v>
              </c:pt>
              <c:pt idx="372">
                <c:v>151.46972656200001</c:v>
              </c:pt>
              <c:pt idx="373">
                <c:v>152.03808593700001</c:v>
              </c:pt>
              <c:pt idx="374">
                <c:v>152.17089843700001</c:v>
              </c:pt>
              <c:pt idx="375">
                <c:v>152.57714843700001</c:v>
              </c:pt>
              <c:pt idx="376">
                <c:v>152.90917968700001</c:v>
              </c:pt>
              <c:pt idx="377">
                <c:v>153.33886718700001</c:v>
              </c:pt>
              <c:pt idx="378">
                <c:v>153.98828125</c:v>
              </c:pt>
              <c:pt idx="379">
                <c:v>154.41308593700001</c:v>
              </c:pt>
              <c:pt idx="380">
                <c:v>154.85449218700001</c:v>
              </c:pt>
              <c:pt idx="381">
                <c:v>155.14550781200001</c:v>
              </c:pt>
              <c:pt idx="382">
                <c:v>155.37011718700001</c:v>
              </c:pt>
              <c:pt idx="383">
                <c:v>155.982421875</c:v>
              </c:pt>
              <c:pt idx="384">
                <c:v>156.328125</c:v>
              </c:pt>
              <c:pt idx="385">
                <c:v>156.90625</c:v>
              </c:pt>
              <c:pt idx="386">
                <c:v>157.32519531200001</c:v>
              </c:pt>
              <c:pt idx="387">
                <c:v>157.408203125</c:v>
              </c:pt>
              <c:pt idx="388">
                <c:v>157.9609375</c:v>
              </c:pt>
              <c:pt idx="389">
                <c:v>158.337890625</c:v>
              </c:pt>
              <c:pt idx="390">
                <c:v>158.73535156200001</c:v>
              </c:pt>
              <c:pt idx="391">
                <c:v>159.0234375</c:v>
              </c:pt>
              <c:pt idx="392">
                <c:v>159.751953125</c:v>
              </c:pt>
              <c:pt idx="393">
                <c:v>159.951171875</c:v>
              </c:pt>
              <c:pt idx="394">
                <c:v>160.28613281200001</c:v>
              </c:pt>
              <c:pt idx="395">
                <c:v>160.79296875</c:v>
              </c:pt>
              <c:pt idx="396">
                <c:v>161.39160156200001</c:v>
              </c:pt>
              <c:pt idx="397">
                <c:v>161.736328125</c:v>
              </c:pt>
              <c:pt idx="398">
                <c:v>161.93457031200001</c:v>
              </c:pt>
              <c:pt idx="399">
                <c:v>162.27246093700001</c:v>
              </c:pt>
              <c:pt idx="400">
                <c:v>162.90332031200001</c:v>
              </c:pt>
              <c:pt idx="401">
                <c:v>163.369140625</c:v>
              </c:pt>
              <c:pt idx="402">
                <c:v>163.701171875</c:v>
              </c:pt>
              <c:pt idx="403">
                <c:v>163.91699218700001</c:v>
              </c:pt>
              <c:pt idx="404">
                <c:v>164.52246093700001</c:v>
              </c:pt>
              <c:pt idx="405">
                <c:v>164.921875</c:v>
              </c:pt>
              <c:pt idx="406">
                <c:v>165.2578125</c:v>
              </c:pt>
              <c:pt idx="407">
                <c:v>165.89550781200001</c:v>
              </c:pt>
              <c:pt idx="408">
                <c:v>166.31542968700001</c:v>
              </c:pt>
              <c:pt idx="409">
                <c:v>166.326171875</c:v>
              </c:pt>
              <c:pt idx="410">
                <c:v>166.98535156200001</c:v>
              </c:pt>
              <c:pt idx="411">
                <c:v>167.14550781200001</c:v>
              </c:pt>
              <c:pt idx="412">
                <c:v>167.55078125</c:v>
              </c:pt>
              <c:pt idx="413">
                <c:v>167.95800781200001</c:v>
              </c:pt>
              <c:pt idx="414">
                <c:v>168.5546875</c:v>
              </c:pt>
              <c:pt idx="415">
                <c:v>168.833984375</c:v>
              </c:pt>
              <c:pt idx="416">
                <c:v>169.23339843700001</c:v>
              </c:pt>
              <c:pt idx="417">
                <c:v>169.64746093700001</c:v>
              </c:pt>
              <c:pt idx="418">
                <c:v>170.091796875</c:v>
              </c:pt>
              <c:pt idx="419">
                <c:v>170.57421875</c:v>
              </c:pt>
              <c:pt idx="420">
                <c:v>171.05566406200001</c:v>
              </c:pt>
              <c:pt idx="421">
                <c:v>171.60839843700001</c:v>
              </c:pt>
              <c:pt idx="422">
                <c:v>171.98144531200001</c:v>
              </c:pt>
              <c:pt idx="423">
                <c:v>172.12207031200001</c:v>
              </c:pt>
              <c:pt idx="424">
                <c:v>172.7109375</c:v>
              </c:pt>
              <c:pt idx="425">
                <c:v>172.86425781200001</c:v>
              </c:pt>
              <c:pt idx="426">
                <c:v>173.42871093700001</c:v>
              </c:pt>
              <c:pt idx="427">
                <c:v>174.02441406200001</c:v>
              </c:pt>
              <c:pt idx="428">
                <c:v>174.095703125</c:v>
              </c:pt>
              <c:pt idx="429">
                <c:v>174.86328125</c:v>
              </c:pt>
              <c:pt idx="430">
                <c:v>174.92285156200001</c:v>
              </c:pt>
              <c:pt idx="431">
                <c:v>175.30566406200001</c:v>
              </c:pt>
              <c:pt idx="432">
                <c:v>176.08496093700001</c:v>
              </c:pt>
              <c:pt idx="433">
                <c:v>176.09082031200001</c:v>
              </c:pt>
              <c:pt idx="434">
                <c:v>176.69921875</c:v>
              </c:pt>
              <c:pt idx="435">
                <c:v>177.25683593700001</c:v>
              </c:pt>
              <c:pt idx="436">
                <c:v>177.44433593700001</c:v>
              </c:pt>
              <c:pt idx="437">
                <c:v>178.01660156200001</c:v>
              </c:pt>
              <c:pt idx="438">
                <c:v>178.26953125</c:v>
              </c:pt>
              <c:pt idx="439">
                <c:v>178.53125</c:v>
              </c:pt>
              <c:pt idx="440">
                <c:v>178.990234375</c:v>
              </c:pt>
              <c:pt idx="441">
                <c:v>179.35839843700001</c:v>
              </c:pt>
              <c:pt idx="442">
                <c:v>180.146484375</c:v>
              </c:pt>
              <c:pt idx="443">
                <c:v>180.52441406200001</c:v>
              </c:pt>
              <c:pt idx="444">
                <c:v>180.84863281200001</c:v>
              </c:pt>
              <c:pt idx="445">
                <c:v>181.10449218700001</c:v>
              </c:pt>
              <c:pt idx="446">
                <c:v>181.375</c:v>
              </c:pt>
              <c:pt idx="447">
                <c:v>182.078125</c:v>
              </c:pt>
              <c:pt idx="448">
                <c:v>182.50878906200001</c:v>
              </c:pt>
              <c:pt idx="449">
                <c:v>182.673828125</c:v>
              </c:pt>
              <c:pt idx="450">
                <c:v>183.40332031200001</c:v>
              </c:pt>
              <c:pt idx="451">
                <c:v>183.75488281200001</c:v>
              </c:pt>
              <c:pt idx="452">
                <c:v>183.84472656200001</c:v>
              </c:pt>
              <c:pt idx="453">
                <c:v>184.625</c:v>
              </c:pt>
              <c:pt idx="454">
                <c:v>185.017578125</c:v>
              </c:pt>
              <c:pt idx="455">
                <c:v>185.09277343700001</c:v>
              </c:pt>
              <c:pt idx="456">
                <c:v>185.818359375</c:v>
              </c:pt>
              <c:pt idx="457">
                <c:v>185.87011718700001</c:v>
              </c:pt>
              <c:pt idx="458">
                <c:v>186.59472656200001</c:v>
              </c:pt>
              <c:pt idx="459">
                <c:v>186.66113281200001</c:v>
              </c:pt>
              <c:pt idx="460">
                <c:v>187.38378906200001</c:v>
              </c:pt>
              <c:pt idx="461">
                <c:v>187.48339843700001</c:v>
              </c:pt>
              <c:pt idx="462">
                <c:v>187.90234375</c:v>
              </c:pt>
              <c:pt idx="463">
                <c:v>188.59765625</c:v>
              </c:pt>
              <c:pt idx="464">
                <c:v>188.755859375</c:v>
              </c:pt>
              <c:pt idx="465">
                <c:v>189.47558593700001</c:v>
              </c:pt>
              <c:pt idx="466">
                <c:v>189.51855468700001</c:v>
              </c:pt>
              <c:pt idx="467">
                <c:v>190.15234375</c:v>
              </c:pt>
              <c:pt idx="468">
                <c:v>190.5</c:v>
              </c:pt>
              <c:pt idx="469">
                <c:v>190.88769531200001</c:v>
              </c:pt>
              <c:pt idx="470">
                <c:v>191.181640625</c:v>
              </c:pt>
              <c:pt idx="471">
                <c:v>191.89746093700001</c:v>
              </c:pt>
              <c:pt idx="472">
                <c:v>192.13671875</c:v>
              </c:pt>
              <c:pt idx="473">
                <c:v>192.486328125</c:v>
              </c:pt>
              <c:pt idx="474">
                <c:v>192.79394531200001</c:v>
              </c:pt>
              <c:pt idx="475">
                <c:v>193.18457031200001</c:v>
              </c:pt>
              <c:pt idx="476">
                <c:v>193.70410156200001</c:v>
              </c:pt>
              <c:pt idx="477">
                <c:v>194.04589843700001</c:v>
              </c:pt>
              <c:pt idx="478">
                <c:v>194.68359375</c:v>
              </c:pt>
              <c:pt idx="479">
                <c:v>195.10253906200001</c:v>
              </c:pt>
              <c:pt idx="480">
                <c:v>195.595703125</c:v>
              </c:pt>
              <c:pt idx="481">
                <c:v>195.767578125</c:v>
              </c:pt>
              <c:pt idx="482">
                <c:v>196.03808593700001</c:v>
              </c:pt>
              <c:pt idx="483">
                <c:v>196.49316406200001</c:v>
              </c:pt>
              <c:pt idx="484">
                <c:v>196.97949218700001</c:v>
              </c:pt>
              <c:pt idx="485">
                <c:v>197.345703125</c:v>
              </c:pt>
              <c:pt idx="486">
                <c:v>198.02441406200001</c:v>
              </c:pt>
              <c:pt idx="487">
                <c:v>198.439453125</c:v>
              </c:pt>
              <c:pt idx="488">
                <c:v>198.521484375</c:v>
              </c:pt>
              <c:pt idx="489">
                <c:v>199.02832031200001</c:v>
              </c:pt>
              <c:pt idx="490">
                <c:v>199.341796875</c:v>
              </c:pt>
              <c:pt idx="491">
                <c:v>199.81738281200001</c:v>
              </c:pt>
              <c:pt idx="492">
                <c:v>200.46972656200001</c:v>
              </c:pt>
              <c:pt idx="493">
                <c:v>200.80566406200001</c:v>
              </c:pt>
              <c:pt idx="494">
                <c:v>200.947265625</c:v>
              </c:pt>
              <c:pt idx="495">
                <c:v>201.50878906200001</c:v>
              </c:pt>
              <c:pt idx="496">
                <c:v>201.72363281200001</c:v>
              </c:pt>
              <c:pt idx="497">
                <c:v>202.484375</c:v>
              </c:pt>
              <c:pt idx="498">
                <c:v>202.77636718700001</c:v>
              </c:pt>
              <c:pt idx="499">
                <c:v>203.09863281200001</c:v>
              </c:pt>
              <c:pt idx="500">
                <c:v>203.67480468700001</c:v>
              </c:pt>
              <c:pt idx="501">
                <c:v>204.05761718700001</c:v>
              </c:pt>
              <c:pt idx="502">
                <c:v>204.177734375</c:v>
              </c:pt>
              <c:pt idx="503">
                <c:v>204.79199218700001</c:v>
              </c:pt>
              <c:pt idx="504">
                <c:v>205.10449218700001</c:v>
              </c:pt>
              <c:pt idx="505">
                <c:v>205.400390625</c:v>
              </c:pt>
              <c:pt idx="506">
                <c:v>205.95019531200001</c:v>
              </c:pt>
              <c:pt idx="507">
                <c:v>206.1796875</c:v>
              </c:pt>
              <c:pt idx="508">
                <c:v>206.982421875</c:v>
              </c:pt>
              <c:pt idx="509">
                <c:v>207.00878906200001</c:v>
              </c:pt>
              <c:pt idx="510">
                <c:v>207.66699218700001</c:v>
              </c:pt>
              <c:pt idx="511">
                <c:v>207.826171875</c:v>
              </c:pt>
              <c:pt idx="512">
                <c:v>208.59375</c:v>
              </c:pt>
              <c:pt idx="513">
                <c:v>208.833984375</c:v>
              </c:pt>
              <c:pt idx="514">
                <c:v>209.40332031200001</c:v>
              </c:pt>
              <c:pt idx="515">
                <c:v>209.54199218700001</c:v>
              </c:pt>
              <c:pt idx="516">
                <c:v>209.94238281200001</c:v>
              </c:pt>
              <c:pt idx="517">
                <c:v>210.27441406200001</c:v>
              </c:pt>
              <c:pt idx="518">
                <c:v>210.912109375</c:v>
              </c:pt>
              <c:pt idx="519">
                <c:v>211.36035156200001</c:v>
              </c:pt>
              <c:pt idx="520">
                <c:v>211.77832031200001</c:v>
              </c:pt>
              <c:pt idx="521">
                <c:v>212.271484375</c:v>
              </c:pt>
              <c:pt idx="522">
                <c:v>212.44140625</c:v>
              </c:pt>
              <c:pt idx="523">
                <c:v>212.69921875</c:v>
              </c:pt>
              <c:pt idx="524">
                <c:v>213.36035156200001</c:v>
              </c:pt>
              <c:pt idx="525">
                <c:v>213.7109375</c:v>
              </c:pt>
              <c:pt idx="526">
                <c:v>214.302734375</c:v>
              </c:pt>
              <c:pt idx="527">
                <c:v>214.6015625</c:v>
              </c:pt>
              <c:pt idx="528">
                <c:v>214.728515625</c:v>
              </c:pt>
              <c:pt idx="529">
                <c:v>215.36328125</c:v>
              </c:pt>
              <c:pt idx="530">
                <c:v>215.76269531200001</c:v>
              </c:pt>
              <c:pt idx="531">
                <c:v>216.12988281200001</c:v>
              </c:pt>
              <c:pt idx="532">
                <c:v>216.41699218700001</c:v>
              </c:pt>
              <c:pt idx="533">
                <c:v>217.13964843700001</c:v>
              </c:pt>
              <c:pt idx="534">
                <c:v>217.35058593700001</c:v>
              </c:pt>
              <c:pt idx="535">
                <c:v>217.7421875</c:v>
              </c:pt>
              <c:pt idx="536">
                <c:v>218.2578125</c:v>
              </c:pt>
              <c:pt idx="537">
                <c:v>218.47949218700001</c:v>
              </c:pt>
              <c:pt idx="538">
                <c:v>218.90332031200001</c:v>
              </c:pt>
              <c:pt idx="539">
                <c:v>219.251953125</c:v>
              </c:pt>
              <c:pt idx="540">
                <c:v>219.72265625</c:v>
              </c:pt>
              <c:pt idx="541">
                <c:v>220.408203125</c:v>
              </c:pt>
              <c:pt idx="542">
                <c:v>220.76269531200001</c:v>
              </c:pt>
              <c:pt idx="543">
                <c:v>221.05957031200001</c:v>
              </c:pt>
              <c:pt idx="544">
                <c:v>221.501953125</c:v>
              </c:pt>
              <c:pt idx="545">
                <c:v>221.775390625</c:v>
              </c:pt>
              <c:pt idx="546">
                <c:v>222.06738281200001</c:v>
              </c:pt>
              <c:pt idx="547">
                <c:v>222.484375</c:v>
              </c:pt>
              <c:pt idx="548">
                <c:v>222.86328125</c:v>
              </c:pt>
              <c:pt idx="549">
                <c:v>223.60839843700001</c:v>
              </c:pt>
              <c:pt idx="550">
                <c:v>223.89550781200001</c:v>
              </c:pt>
              <c:pt idx="551">
                <c:v>224.455078125</c:v>
              </c:pt>
              <c:pt idx="552">
                <c:v>224.5625</c:v>
              </c:pt>
              <c:pt idx="553">
                <c:v>224.97363281200001</c:v>
              </c:pt>
              <c:pt idx="554">
                <c:v>225.29296875</c:v>
              </c:pt>
              <c:pt idx="555">
                <c:v>225.947265625</c:v>
              </c:pt>
              <c:pt idx="556">
                <c:v>226.166015625</c:v>
              </c:pt>
              <c:pt idx="557">
                <c:v>226.84472656200001</c:v>
              </c:pt>
              <c:pt idx="558">
                <c:v>227.26074218700001</c:v>
              </c:pt>
              <c:pt idx="559">
                <c:v>227.6015625</c:v>
              </c:pt>
              <c:pt idx="560">
                <c:v>227.7421875</c:v>
              </c:pt>
              <c:pt idx="561">
                <c:v>228.4609375</c:v>
              </c:pt>
              <c:pt idx="562">
                <c:v>228.63574218700001</c:v>
              </c:pt>
              <c:pt idx="563">
                <c:v>229.26269531200001</c:v>
              </c:pt>
              <c:pt idx="564">
                <c:v>229.50292968700001</c:v>
              </c:pt>
              <c:pt idx="565">
                <c:v>230.00878906200001</c:v>
              </c:pt>
              <c:pt idx="566">
                <c:v>230.490234375</c:v>
              </c:pt>
              <c:pt idx="567">
                <c:v>230.8515625</c:v>
              </c:pt>
              <c:pt idx="568">
                <c:v>231.32519531200001</c:v>
              </c:pt>
              <c:pt idx="569">
                <c:v>231.61621093700001</c:v>
              </c:pt>
              <c:pt idx="570">
                <c:v>231.93847656200001</c:v>
              </c:pt>
              <c:pt idx="571">
                <c:v>232.51464843700001</c:v>
              </c:pt>
              <c:pt idx="572">
                <c:v>232.89746093700001</c:v>
              </c:pt>
              <c:pt idx="573">
                <c:v>233.01953125</c:v>
              </c:pt>
              <c:pt idx="574">
                <c:v>233.68359375</c:v>
              </c:pt>
              <c:pt idx="575">
                <c:v>233.92675781200001</c:v>
              </c:pt>
              <c:pt idx="576">
                <c:v>234.29785156200001</c:v>
              </c:pt>
              <c:pt idx="577">
                <c:v>234.908203125</c:v>
              </c:pt>
              <c:pt idx="578">
                <c:v>235.068359375</c:v>
              </c:pt>
              <c:pt idx="579">
                <c:v>235.818359375</c:v>
              </c:pt>
              <c:pt idx="580">
                <c:v>235.8828125</c:v>
              </c:pt>
              <c:pt idx="581">
                <c:v>236.60644531200001</c:v>
              </c:pt>
              <c:pt idx="582">
                <c:v>236.734375</c:v>
              </c:pt>
              <c:pt idx="583">
                <c:v>237.20410156200001</c:v>
              </c:pt>
              <c:pt idx="584">
                <c:v>237.73925781200001</c:v>
              </c:pt>
              <c:pt idx="585">
                <c:v>238.3046875</c:v>
              </c:pt>
              <c:pt idx="586">
                <c:v>238.44433593700001</c:v>
              </c:pt>
              <c:pt idx="587">
                <c:v>238.71386718700001</c:v>
              </c:pt>
              <c:pt idx="588">
                <c:v>239.12792968700001</c:v>
              </c:pt>
              <c:pt idx="589">
                <c:v>239.744140625</c:v>
              </c:pt>
              <c:pt idx="590">
                <c:v>240.26464843700001</c:v>
              </c:pt>
              <c:pt idx="591">
                <c:v>240.53222656200001</c:v>
              </c:pt>
              <c:pt idx="592">
                <c:v>241.05957031200001</c:v>
              </c:pt>
              <c:pt idx="593">
                <c:v>241.435546875</c:v>
              </c:pt>
              <c:pt idx="594">
                <c:v>241.60546875</c:v>
              </c:pt>
              <c:pt idx="595">
                <c:v>242.28027343700001</c:v>
              </c:pt>
              <c:pt idx="596">
                <c:v>242.62402343700001</c:v>
              </c:pt>
              <c:pt idx="597">
                <c:v>243.14746093700001</c:v>
              </c:pt>
              <c:pt idx="598">
                <c:v>243.49609375</c:v>
              </c:pt>
              <c:pt idx="599">
                <c:v>243.65234375</c:v>
              </c:pt>
              <c:pt idx="600">
                <c:v>244.28808593700001</c:v>
              </c:pt>
              <c:pt idx="601">
                <c:v>244.42675781200001</c:v>
              </c:pt>
              <c:pt idx="602">
                <c:v>245.03515625</c:v>
              </c:pt>
              <c:pt idx="603">
                <c:v>245.31542968700001</c:v>
              </c:pt>
              <c:pt idx="604">
                <c:v>246.0234375</c:v>
              </c:pt>
              <c:pt idx="605">
                <c:v>246.25390625</c:v>
              </c:pt>
              <c:pt idx="606">
                <c:v>246.45605468700001</c:v>
              </c:pt>
              <c:pt idx="607">
                <c:v>247.142578125</c:v>
              </c:pt>
              <c:pt idx="608">
                <c:v>247.515625</c:v>
              </c:pt>
              <c:pt idx="609">
                <c:v>247.80371093700001</c:v>
              </c:pt>
              <c:pt idx="610">
                <c:v>248.15332031200001</c:v>
              </c:pt>
              <c:pt idx="611">
                <c:v>248.71191406200001</c:v>
              </c:pt>
              <c:pt idx="612">
                <c:v>249.23339843700001</c:v>
              </c:pt>
              <c:pt idx="613">
                <c:v>249.666015625</c:v>
              </c:pt>
              <c:pt idx="614">
                <c:v>249.802734375</c:v>
              </c:pt>
              <c:pt idx="615">
                <c:v>250.17675781200001</c:v>
              </c:pt>
              <c:pt idx="616">
                <c:v>250.69824218700001</c:v>
              </c:pt>
              <c:pt idx="617">
                <c:v>250.9921875</c:v>
              </c:pt>
              <c:pt idx="618">
                <c:v>251.39160156200001</c:v>
              </c:pt>
              <c:pt idx="619">
                <c:v>251.7421875</c:v>
              </c:pt>
              <c:pt idx="620">
                <c:v>252.50488281200001</c:v>
              </c:pt>
              <c:pt idx="621">
                <c:v>252.794921875</c:v>
              </c:pt>
              <c:pt idx="622">
                <c:v>253.328125</c:v>
              </c:pt>
              <c:pt idx="623">
                <c:v>253.46191406200001</c:v>
              </c:pt>
              <c:pt idx="624">
                <c:v>254.04003906200001</c:v>
              </c:pt>
              <c:pt idx="625">
                <c:v>254.19140625</c:v>
              </c:pt>
              <c:pt idx="626">
                <c:v>254.89355468700001</c:v>
              </c:pt>
              <c:pt idx="627">
                <c:v>255.0703125</c:v>
              </c:pt>
              <c:pt idx="628">
                <c:v>255.748046875</c:v>
              </c:pt>
              <c:pt idx="629">
                <c:v>256.16699218700001</c:v>
              </c:pt>
              <c:pt idx="630">
                <c:v>256.3671875</c:v>
              </c:pt>
              <c:pt idx="631">
                <c:v>256.650390625</c:v>
              </c:pt>
              <c:pt idx="632">
                <c:v>257.076171875</c:v>
              </c:pt>
              <c:pt idx="633">
                <c:v>257.58300781200001</c:v>
              </c:pt>
              <c:pt idx="634">
                <c:v>258.17675781200001</c:v>
              </c:pt>
              <c:pt idx="635">
                <c:v>258.41699218700001</c:v>
              </c:pt>
              <c:pt idx="636">
                <c:v>258.658203125</c:v>
              </c:pt>
              <c:pt idx="637">
                <c:v>259.078125</c:v>
              </c:pt>
              <c:pt idx="638">
                <c:v>259.484375</c:v>
              </c:pt>
              <c:pt idx="639">
                <c:v>259.91796875</c:v>
              </c:pt>
              <c:pt idx="640">
                <c:v>260.57128906200001</c:v>
              </c:pt>
              <c:pt idx="641">
                <c:v>260.70214843700001</c:v>
              </c:pt>
              <c:pt idx="642">
                <c:v>261.46972656200001</c:v>
              </c:pt>
              <c:pt idx="643">
                <c:v>261.8515625</c:v>
              </c:pt>
              <c:pt idx="644">
                <c:v>261.974609375</c:v>
              </c:pt>
              <c:pt idx="645">
                <c:v>262.6328125</c:v>
              </c:pt>
              <c:pt idx="646">
                <c:v>262.87988281200001</c:v>
              </c:pt>
              <c:pt idx="647">
                <c:v>263.24902343700001</c:v>
              </c:pt>
              <c:pt idx="648">
                <c:v>263.79589843700001</c:v>
              </c:pt>
              <c:pt idx="649">
                <c:v>263.953125</c:v>
              </c:pt>
              <c:pt idx="650">
                <c:v>264.38671875</c:v>
              </c:pt>
              <c:pt idx="651">
                <c:v>264.849609375</c:v>
              </c:pt>
              <c:pt idx="652">
                <c:v>265.54003906200001</c:v>
              </c:pt>
              <c:pt idx="653">
                <c:v>265.595703125</c:v>
              </c:pt>
              <c:pt idx="654">
                <c:v>266.177734375</c:v>
              </c:pt>
              <c:pt idx="655">
                <c:v>266.74511718700001</c:v>
              </c:pt>
              <c:pt idx="656">
                <c:v>267.169921875</c:v>
              </c:pt>
              <c:pt idx="657">
                <c:v>267.44433593700001</c:v>
              </c:pt>
              <c:pt idx="658">
                <c:v>267.69433593700001</c:v>
              </c:pt>
              <c:pt idx="659">
                <c:v>268.01660156200001</c:v>
              </c:pt>
              <c:pt idx="660">
                <c:v>268.802734375</c:v>
              </c:pt>
              <c:pt idx="661">
                <c:v>268.81640625</c:v>
              </c:pt>
              <c:pt idx="662">
                <c:v>269.26464843700001</c:v>
              </c:pt>
              <c:pt idx="663">
                <c:v>269.68847656200001</c:v>
              </c:pt>
              <c:pt idx="664">
                <c:v>270.37792968700001</c:v>
              </c:pt>
              <c:pt idx="665">
                <c:v>270.47558593700001</c:v>
              </c:pt>
              <c:pt idx="666">
                <c:v>271.2265625</c:v>
              </c:pt>
              <c:pt idx="667">
                <c:v>271.63671875</c:v>
              </c:pt>
              <c:pt idx="668">
                <c:v>271.765625</c:v>
              </c:pt>
              <c:pt idx="669">
                <c:v>272.43066406200001</c:v>
              </c:pt>
              <c:pt idx="670">
                <c:v>272.517578125</c:v>
              </c:pt>
              <c:pt idx="671">
                <c:v>273.24316406200001</c:v>
              </c:pt>
              <c:pt idx="672">
                <c:v>273.310546875</c:v>
              </c:pt>
              <c:pt idx="673">
                <c:v>273.859375</c:v>
              </c:pt>
              <c:pt idx="674">
                <c:v>274.123046875</c:v>
              </c:pt>
              <c:pt idx="675">
                <c:v>274.59667968700001</c:v>
              </c:pt>
              <c:pt idx="676">
                <c:v>275.25</c:v>
              </c:pt>
              <c:pt idx="677">
                <c:v>275.32519531200001</c:v>
              </c:pt>
              <c:pt idx="678">
                <c:v>276.12011718700001</c:v>
              </c:pt>
              <c:pt idx="679">
                <c:v>276.12597656200001</c:v>
              </c:pt>
              <c:pt idx="680">
                <c:v>276.74511718700001</c:v>
              </c:pt>
              <c:pt idx="681">
                <c:v>277.09472656200001</c:v>
              </c:pt>
              <c:pt idx="682">
                <c:v>277.64160156200001</c:v>
              </c:pt>
              <c:pt idx="683">
                <c:v>277.89941406200001</c:v>
              </c:pt>
              <c:pt idx="684">
                <c:v>278.43847656200001</c:v>
              </c:pt>
              <c:pt idx="685">
                <c:v>278.69042968700001</c:v>
              </c:pt>
              <c:pt idx="686">
                <c:v>279.34277343700001</c:v>
              </c:pt>
              <c:pt idx="687">
                <c:v>279.380859375</c:v>
              </c:pt>
              <c:pt idx="688">
                <c:v>279.95214843700001</c:v>
              </c:pt>
              <c:pt idx="689">
                <c:v>280.37109375</c:v>
              </c:pt>
              <c:pt idx="690">
                <c:v>280.70214843700001</c:v>
              </c:pt>
              <c:pt idx="691">
                <c:v>281.375</c:v>
              </c:pt>
              <c:pt idx="692">
                <c:v>281.79589843700001</c:v>
              </c:pt>
              <c:pt idx="693">
                <c:v>282.19238281200001</c:v>
              </c:pt>
              <c:pt idx="694">
                <c:v>282.61621093700001</c:v>
              </c:pt>
              <c:pt idx="695">
                <c:v>282.63671875</c:v>
              </c:pt>
              <c:pt idx="696">
                <c:v>283.052734375</c:v>
              </c:pt>
              <c:pt idx="697">
                <c:v>283.49609375</c:v>
              </c:pt>
              <c:pt idx="698">
                <c:v>284.09472656200001</c:v>
              </c:pt>
              <c:pt idx="699">
                <c:v>284.26269531200001</c:v>
              </c:pt>
              <c:pt idx="700">
                <c:v>284.77246093700001</c:v>
              </c:pt>
              <c:pt idx="701">
                <c:v>285.095703125</c:v>
              </c:pt>
              <c:pt idx="702">
                <c:v>285.724609375</c:v>
              </c:pt>
              <c:pt idx="703">
                <c:v>285.91894531200001</c:v>
              </c:pt>
              <c:pt idx="704">
                <c:v>286.583984375</c:v>
              </c:pt>
              <c:pt idx="705">
                <c:v>286.70410156200001</c:v>
              </c:pt>
              <c:pt idx="706">
                <c:v>287.451171875</c:v>
              </c:pt>
              <c:pt idx="707">
                <c:v>287.54785156200001</c:v>
              </c:pt>
              <c:pt idx="708">
                <c:v>288.072265625</c:v>
              </c:pt>
              <c:pt idx="709">
                <c:v>288.39746093700001</c:v>
              </c:pt>
              <c:pt idx="710">
                <c:v>288.80175781200001</c:v>
              </c:pt>
              <c:pt idx="711">
                <c:v>289.44921875</c:v>
              </c:pt>
              <c:pt idx="712">
                <c:v>289.568359375</c:v>
              </c:pt>
              <c:pt idx="713">
                <c:v>290.3359375</c:v>
              </c:pt>
              <c:pt idx="714">
                <c:v>290.466796875</c:v>
              </c:pt>
              <c:pt idx="715">
                <c:v>290.84863281200001</c:v>
              </c:pt>
              <c:pt idx="716">
                <c:v>291.20019531200001</c:v>
              </c:pt>
              <c:pt idx="717">
                <c:v>291.630859375</c:v>
              </c:pt>
              <c:pt idx="718">
                <c:v>292.123046875</c:v>
              </c:pt>
              <c:pt idx="719">
                <c:v>292.736328125</c:v>
              </c:pt>
              <c:pt idx="720">
                <c:v>292.93261718700001</c:v>
              </c:pt>
              <c:pt idx="721">
                <c:v>293.599609375</c:v>
              </c:pt>
              <c:pt idx="722">
                <c:v>293.865234375</c:v>
              </c:pt>
              <c:pt idx="723">
                <c:v>294.134765625</c:v>
              </c:pt>
              <c:pt idx="724">
                <c:v>294.61328125</c:v>
              </c:pt>
              <c:pt idx="725">
                <c:v>294.966796875</c:v>
              </c:pt>
              <c:pt idx="726">
                <c:v>295.56347656200001</c:v>
              </c:pt>
              <c:pt idx="727">
                <c:v>295.73535156200001</c:v>
              </c:pt>
              <c:pt idx="728">
                <c:v>296.439453125</c:v>
              </c:pt>
              <c:pt idx="729">
                <c:v>296.45996093700001</c:v>
              </c:pt>
              <c:pt idx="730">
                <c:v>296.974609375</c:v>
              </c:pt>
              <c:pt idx="731">
                <c:v>297.29394531200001</c:v>
              </c:pt>
              <c:pt idx="732">
                <c:v>297.873046875</c:v>
              </c:pt>
              <c:pt idx="733">
                <c:v>298.26171875</c:v>
              </c:pt>
              <c:pt idx="734">
                <c:v>298.529296875</c:v>
              </c:pt>
              <c:pt idx="735">
                <c:v>299.236328125</c:v>
              </c:pt>
              <c:pt idx="736">
                <c:v>299.375</c:v>
              </c:pt>
              <c:pt idx="737">
                <c:v>300.00390625</c:v>
              </c:pt>
              <c:pt idx="738">
                <c:v>300.265625</c:v>
              </c:pt>
              <c:pt idx="739">
                <c:v>300.640625</c:v>
              </c:pt>
              <c:pt idx="740">
                <c:v>300.990234375</c:v>
              </c:pt>
              <c:pt idx="741">
                <c:v>301.6953125</c:v>
              </c:pt>
              <c:pt idx="742">
                <c:v>301.77734375</c:v>
              </c:pt>
              <c:pt idx="743">
                <c:v>302.26660156200001</c:v>
              </c:pt>
              <c:pt idx="744">
                <c:v>302.71777343700001</c:v>
              </c:pt>
              <c:pt idx="745">
                <c:v>303.14746093700001</c:v>
              </c:pt>
              <c:pt idx="746">
                <c:v>303.37597656200001</c:v>
              </c:pt>
              <c:pt idx="747">
                <c:v>304.10546875</c:v>
              </c:pt>
              <c:pt idx="748">
                <c:v>304.37109375</c:v>
              </c:pt>
              <c:pt idx="749">
                <c:v>304.71484375</c:v>
              </c:pt>
              <c:pt idx="750">
                <c:v>305.20996093700001</c:v>
              </c:pt>
              <c:pt idx="751">
                <c:v>305.486328125</c:v>
              </c:pt>
              <c:pt idx="752">
                <c:v>305.845703125</c:v>
              </c:pt>
              <c:pt idx="753">
                <c:v>306.234375</c:v>
              </c:pt>
              <c:pt idx="754">
                <c:v>306.740234375</c:v>
              </c:pt>
              <c:pt idx="755">
                <c:v>307.271484375</c:v>
              </c:pt>
              <c:pt idx="756">
                <c:v>307.798828125</c:v>
              </c:pt>
              <c:pt idx="757">
                <c:v>307.89453125</c:v>
              </c:pt>
              <c:pt idx="758">
                <c:v>308.505859375</c:v>
              </c:pt>
              <c:pt idx="759">
                <c:v>308.78515625</c:v>
              </c:pt>
              <c:pt idx="760">
                <c:v>309.07910156200001</c:v>
              </c:pt>
              <c:pt idx="761">
                <c:v>309.49609375</c:v>
              </c:pt>
              <c:pt idx="762">
                <c:v>310.00683593700001</c:v>
              </c:pt>
              <c:pt idx="763">
                <c:v>310.60644531200001</c:v>
              </c:pt>
              <c:pt idx="764">
                <c:v>310.89550781200001</c:v>
              </c:pt>
              <c:pt idx="765">
                <c:v>311.490234375</c:v>
              </c:pt>
              <c:pt idx="766">
                <c:v>311.60058593700001</c:v>
              </c:pt>
              <c:pt idx="767">
                <c:v>312.14550781200001</c:v>
              </c:pt>
              <c:pt idx="768">
                <c:v>312.330078125</c:v>
              </c:pt>
              <c:pt idx="769">
                <c:v>312.97558593700001</c:v>
              </c:pt>
              <c:pt idx="770">
                <c:v>313.19433593700001</c:v>
              </c:pt>
              <c:pt idx="771">
                <c:v>313.87207031200001</c:v>
              </c:pt>
              <c:pt idx="772">
                <c:v>314.29296875</c:v>
              </c:pt>
              <c:pt idx="773">
                <c:v>314.708984375</c:v>
              </c:pt>
              <c:pt idx="774">
                <c:v>314.78125</c:v>
              </c:pt>
              <c:pt idx="775">
                <c:v>315.509765625</c:v>
              </c:pt>
              <c:pt idx="776">
                <c:v>315.689453125</c:v>
              </c:pt>
              <c:pt idx="777">
                <c:v>316.31640625</c:v>
              </c:pt>
              <c:pt idx="778">
                <c:v>316.564453125</c:v>
              </c:pt>
              <c:pt idx="779">
                <c:v>316.84277343700001</c:v>
              </c:pt>
              <c:pt idx="780">
                <c:v>317.22558593700001</c:v>
              </c:pt>
              <c:pt idx="781">
                <c:v>317.693359375</c:v>
              </c:pt>
              <c:pt idx="782">
                <c:v>318.40234375</c:v>
              </c:pt>
              <c:pt idx="783">
                <c:v>318.69433593700001</c:v>
              </c:pt>
              <c:pt idx="784">
                <c:v>319.017578125</c:v>
              </c:pt>
              <c:pt idx="785">
                <c:v>319.59277343700001</c:v>
              </c:pt>
              <c:pt idx="786">
                <c:v>319.970703125</c:v>
              </c:pt>
              <c:pt idx="787">
                <c:v>320.09667968700001</c:v>
              </c:pt>
              <c:pt idx="788">
                <c:v>320.728515625</c:v>
              </c:pt>
              <c:pt idx="789">
                <c:v>321.04589843700001</c:v>
              </c:pt>
              <c:pt idx="790">
                <c:v>321.34667968700001</c:v>
              </c:pt>
              <c:pt idx="791">
                <c:v>321.896484375</c:v>
              </c:pt>
              <c:pt idx="792">
                <c:v>322.09472656200001</c:v>
              </c:pt>
              <c:pt idx="793">
                <c:v>322.71191406200001</c:v>
              </c:pt>
              <c:pt idx="794">
                <c:v>323.2578125</c:v>
              </c:pt>
              <c:pt idx="795">
                <c:v>323.67675781200001</c:v>
              </c:pt>
              <c:pt idx="796">
                <c:v>323.73339843700001</c:v>
              </c:pt>
              <c:pt idx="797">
                <c:v>324.3046875</c:v>
              </c:pt>
              <c:pt idx="798">
                <c:v>324.837890625</c:v>
              </c:pt>
              <c:pt idx="799">
                <c:v>325.26171875</c:v>
              </c:pt>
              <c:pt idx="800">
                <c:v>325.53808593700001</c:v>
              </c:pt>
              <c:pt idx="801">
                <c:v>325.78808593700001</c:v>
              </c:pt>
              <c:pt idx="802">
                <c:v>326.205078125</c:v>
              </c:pt>
              <c:pt idx="803">
                <c:v>326.587890625</c:v>
              </c:pt>
              <c:pt idx="804">
                <c:v>327.33984375</c:v>
              </c:pt>
              <c:pt idx="805">
                <c:v>327.41015625</c:v>
              </c:pt>
              <c:pt idx="806">
                <c:v>328.087890625</c:v>
              </c:pt>
              <c:pt idx="807">
                <c:v>328.51074218700001</c:v>
              </c:pt>
              <c:pt idx="808">
                <c:v>328.587890625</c:v>
              </c:pt>
              <c:pt idx="809">
                <c:v>329.375</c:v>
              </c:pt>
              <c:pt idx="810">
                <c:v>329.72949218700001</c:v>
              </c:pt>
              <c:pt idx="811">
                <c:v>329.869140625</c:v>
              </c:pt>
              <c:pt idx="812">
                <c:v>330.560546875</c:v>
              </c:pt>
              <c:pt idx="813">
                <c:v>330.640625</c:v>
              </c:pt>
              <c:pt idx="814">
                <c:v>331.37109375</c:v>
              </c:pt>
              <c:pt idx="815">
                <c:v>331.4375</c:v>
              </c:pt>
              <c:pt idx="816">
                <c:v>332.19433593700001</c:v>
              </c:pt>
              <c:pt idx="817">
                <c:v>332.251953125</c:v>
              </c:pt>
              <c:pt idx="818">
                <c:v>332.9609375</c:v>
              </c:pt>
              <c:pt idx="819">
                <c:v>333.40332031200001</c:v>
              </c:pt>
              <c:pt idx="820">
                <c:v>333.54980468700001</c:v>
              </c:pt>
              <c:pt idx="821">
                <c:v>334.14160156200001</c:v>
              </c:pt>
              <c:pt idx="822">
                <c:v>334.28027343700001</c:v>
              </c:pt>
              <c:pt idx="823">
                <c:v>334.84472656200001</c:v>
              </c:pt>
              <c:pt idx="824">
                <c:v>335.193359375</c:v>
              </c:pt>
              <c:pt idx="825">
                <c:v>335.67675781200001</c:v>
              </c:pt>
              <c:pt idx="826">
                <c:v>336.271484375</c:v>
              </c:pt>
              <c:pt idx="827">
                <c:v>336.67480468700001</c:v>
              </c:pt>
              <c:pt idx="828">
                <c:v>336.81152343700001</c:v>
              </c:pt>
              <c:pt idx="829">
                <c:v>337.35839843700001</c:v>
              </c:pt>
              <c:pt idx="830">
                <c:v>337.53417968700001</c:v>
              </c:pt>
              <c:pt idx="831">
                <c:v>338.19628906200001</c:v>
              </c:pt>
              <c:pt idx="832">
                <c:v>338.52441406200001</c:v>
              </c:pt>
              <c:pt idx="833">
                <c:v>338.86328125</c:v>
              </c:pt>
              <c:pt idx="834">
                <c:v>339.36035156200001</c:v>
              </c:pt>
              <c:pt idx="835">
                <c:v>339.93261718700001</c:v>
              </c:pt>
              <c:pt idx="836">
                <c:v>340.228515625</c:v>
              </c:pt>
              <c:pt idx="837">
                <c:v>340.623046875</c:v>
              </c:pt>
              <c:pt idx="838">
                <c:v>340.7890625</c:v>
              </c:pt>
              <c:pt idx="839">
                <c:v>341.20214843700001</c:v>
              </c:pt>
              <c:pt idx="840">
                <c:v>341.60839843700001</c:v>
              </c:pt>
              <c:pt idx="841">
                <c:v>342.185546875</c:v>
              </c:pt>
              <c:pt idx="842">
                <c:v>342.42089843700001</c:v>
              </c:pt>
              <c:pt idx="843">
                <c:v>342.86425781200001</c:v>
              </c:pt>
              <c:pt idx="844">
                <c:v>343.28417968700001</c:v>
              </c:pt>
              <c:pt idx="845">
                <c:v>343.70410156200001</c:v>
              </c:pt>
              <c:pt idx="846">
                <c:v>344.17578125</c:v>
              </c:pt>
              <c:pt idx="847">
                <c:v>344.77734375</c:v>
              </c:pt>
              <c:pt idx="848">
                <c:v>345.24707031200001</c:v>
              </c:pt>
              <c:pt idx="849">
                <c:v>345.568359375</c:v>
              </c:pt>
              <c:pt idx="850">
                <c:v>345.71191406200001</c:v>
              </c:pt>
              <c:pt idx="851">
                <c:v>346.12011718700001</c:v>
              </c:pt>
              <c:pt idx="852">
                <c:v>346.56738281200001</c:v>
              </c:pt>
              <c:pt idx="853">
                <c:v>347.080078125</c:v>
              </c:pt>
              <c:pt idx="854">
                <c:v>347.603515625</c:v>
              </c:pt>
              <c:pt idx="855">
                <c:v>347.72265625</c:v>
              </c:pt>
              <c:pt idx="856">
                <c:v>348.466796875</c:v>
              </c:pt>
              <c:pt idx="857">
                <c:v>348.62109375</c:v>
              </c:pt>
              <c:pt idx="858">
                <c:v>349.126953125</c:v>
              </c:pt>
              <c:pt idx="859">
                <c:v>349.35546875</c:v>
              </c:pt>
              <c:pt idx="860">
                <c:v>349.7890625</c:v>
              </c:pt>
              <c:pt idx="861">
                <c:v>350.2734375</c:v>
              </c:pt>
              <c:pt idx="862">
                <c:v>350.8984375</c:v>
              </c:pt>
              <c:pt idx="863">
                <c:v>350.99121093700001</c:v>
              </c:pt>
              <c:pt idx="864">
                <c:v>351.58691406200001</c:v>
              </c:pt>
              <c:pt idx="865">
                <c:v>352.05761718700001</c:v>
              </c:pt>
              <c:pt idx="866">
                <c:v>352.33691406200001</c:v>
              </c:pt>
              <c:pt idx="867">
                <c:v>352.75878906200001</c:v>
              </c:pt>
              <c:pt idx="868">
                <c:v>353.32910156200001</c:v>
              </c:pt>
              <c:pt idx="869">
                <c:v>353.77832031200001</c:v>
              </c:pt>
              <c:pt idx="870">
                <c:v>353.9609375</c:v>
              </c:pt>
              <c:pt idx="871">
                <c:v>354.365234375</c:v>
              </c:pt>
              <c:pt idx="872">
                <c:v>354.76660156200001</c:v>
              </c:pt>
              <c:pt idx="873">
                <c:v>355.01953125</c:v>
              </c:pt>
              <c:pt idx="874">
                <c:v>355.529296875</c:v>
              </c:pt>
              <c:pt idx="875">
                <c:v>355.99609375</c:v>
              </c:pt>
              <c:pt idx="876">
                <c:v>356.61035156200001</c:v>
              </c:pt>
              <c:pt idx="877">
                <c:v>356.751953125</c:v>
              </c:pt>
              <c:pt idx="878">
                <c:v>357.06152343700001</c:v>
              </c:pt>
              <c:pt idx="879">
                <c:v>357.80957031200001</c:v>
              </c:pt>
              <c:pt idx="880">
                <c:v>357.92578125</c:v>
              </c:pt>
              <c:pt idx="881">
                <c:v>358.494140625</c:v>
              </c:pt>
              <c:pt idx="882">
                <c:v>358.71386718700001</c:v>
              </c:pt>
              <c:pt idx="883">
                <c:v>359.12109375</c:v>
              </c:pt>
              <c:pt idx="884">
                <c:v>359.53515625</c:v>
              </c:pt>
              <c:pt idx="885">
                <c:v>360.01269531200001</c:v>
              </c:pt>
              <c:pt idx="886">
                <c:v>360.63574218700001</c:v>
              </c:pt>
              <c:pt idx="887">
                <c:v>360.724609375</c:v>
              </c:pt>
              <c:pt idx="888">
                <c:v>361.50292998499702</c:v>
              </c:pt>
              <c:pt idx="889">
                <c:v>361.560547201997</c:v>
              </c:pt>
              <c:pt idx="890">
                <c:v>362.082031843994</c:v>
              </c:pt>
              <c:pt idx="891">
                <c:v>362.541993016991</c:v>
              </c:pt>
              <c:pt idx="892">
                <c:v>362.83496191698998</c:v>
              </c:pt>
              <c:pt idx="893">
                <c:v>363.44238410298601</c:v>
              </c:pt>
              <c:pt idx="894">
                <c:v>363.950196862984</c:v>
              </c:pt>
              <c:pt idx="895">
                <c:v>364.23047044398197</c:v>
              </c:pt>
              <c:pt idx="896">
                <c:v>364.44531430398098</c:v>
              </c:pt>
              <c:pt idx="897">
                <c:v>365.03418179297802</c:v>
              </c:pt>
              <c:pt idx="898">
                <c:v>365.27148660197599</c:v>
              </c:pt>
              <c:pt idx="899">
                <c:v>365.72754152297398</c:v>
              </c:pt>
            </c:numLit>
          </c:xVal>
          <c:yVal>
            <c:numLit>
              <c:formatCode>0.0</c:formatCode>
              <c:ptCount val="900"/>
              <c:pt idx="0">
                <c:v>2.1434000000000002E-2</c:v>
              </c:pt>
              <c:pt idx="1">
                <c:v>1.5810999999999999E-2</c:v>
              </c:pt>
              <c:pt idx="2">
                <c:v>-1.7139999999999999E-2</c:v>
              </c:pt>
              <c:pt idx="3">
                <c:v>1.6583000000000001E-2</c:v>
              </c:pt>
              <c:pt idx="4">
                <c:v>-1.4114E-2</c:v>
              </c:pt>
              <c:pt idx="5">
                <c:v>-1.5325E-2</c:v>
              </c:pt>
              <c:pt idx="6">
                <c:v>-2.2636E-2</c:v>
              </c:pt>
              <c:pt idx="7">
                <c:v>-0.37052499999999999</c:v>
              </c:pt>
              <c:pt idx="8">
                <c:v>-0.49542700000000001</c:v>
              </c:pt>
              <c:pt idx="9">
                <c:v>-0.54150200000000004</c:v>
              </c:pt>
              <c:pt idx="10">
                <c:v>-0.33667000000000002</c:v>
              </c:pt>
              <c:pt idx="11">
                <c:v>-0.25614799999999999</c:v>
              </c:pt>
              <c:pt idx="12">
                <c:v>-0.14256199999999999</c:v>
              </c:pt>
              <c:pt idx="13">
                <c:v>-0.109939</c:v>
              </c:pt>
              <c:pt idx="14">
                <c:v>0.11697</c:v>
              </c:pt>
              <c:pt idx="15">
                <c:v>-7.3400000000000007E-2</c:v>
              </c:pt>
              <c:pt idx="16">
                <c:v>-0.20002700000000001</c:v>
              </c:pt>
              <c:pt idx="17">
                <c:v>-0.15120800000000001</c:v>
              </c:pt>
              <c:pt idx="18">
                <c:v>0.13889399999999999</c:v>
              </c:pt>
              <c:pt idx="19">
                <c:v>0.120877</c:v>
              </c:pt>
              <c:pt idx="20">
                <c:v>0.39156600000000003</c:v>
              </c:pt>
              <c:pt idx="21">
                <c:v>0.52998000000000001</c:v>
              </c:pt>
              <c:pt idx="22">
                <c:v>0.701712</c:v>
              </c:pt>
              <c:pt idx="23">
                <c:v>-0.54891500000000004</c:v>
              </c:pt>
              <c:pt idx="24">
                <c:v>0.13717799999999999</c:v>
              </c:pt>
              <c:pt idx="25">
                <c:v>6.9348999999999994E-2</c:v>
              </c:pt>
              <c:pt idx="26">
                <c:v>0.26507399999999998</c:v>
              </c:pt>
              <c:pt idx="27">
                <c:v>-0.14687500000000001</c:v>
              </c:pt>
              <c:pt idx="28">
                <c:v>-6.8174999999999999E-2</c:v>
              </c:pt>
              <c:pt idx="29">
                <c:v>-0.106006</c:v>
              </c:pt>
              <c:pt idx="30">
                <c:v>-9.2839000000000005E-2</c:v>
              </c:pt>
              <c:pt idx="31">
                <c:v>6.8696999999999994E-2</c:v>
              </c:pt>
              <c:pt idx="32">
                <c:v>-0.13234199999999999</c:v>
              </c:pt>
              <c:pt idx="33">
                <c:v>-6.2665999999999999E-2</c:v>
              </c:pt>
              <c:pt idx="34">
                <c:v>0.13781399999999999</c:v>
              </c:pt>
              <c:pt idx="35">
                <c:v>0.119004</c:v>
              </c:pt>
              <c:pt idx="36">
                <c:v>0.17981800000000001</c:v>
              </c:pt>
              <c:pt idx="37">
                <c:v>-6.7635000000000001E-2</c:v>
              </c:pt>
              <c:pt idx="38">
                <c:v>-5.0652999999999997E-2</c:v>
              </c:pt>
              <c:pt idx="39">
                <c:v>3.9662000000000003E-2</c:v>
              </c:pt>
              <c:pt idx="40">
                <c:v>0.117868</c:v>
              </c:pt>
              <c:pt idx="41">
                <c:v>0.15853900000000001</c:v>
              </c:pt>
              <c:pt idx="42">
                <c:v>6.8705000000000002E-2</c:v>
              </c:pt>
              <c:pt idx="43">
                <c:v>3.9350999999999997E-2</c:v>
              </c:pt>
              <c:pt idx="44">
                <c:v>-2.6476E-2</c:v>
              </c:pt>
              <c:pt idx="45">
                <c:v>-0.112107</c:v>
              </c:pt>
              <c:pt idx="46">
                <c:v>-0.100107</c:v>
              </c:pt>
              <c:pt idx="47">
                <c:v>3.7942999999999998E-2</c:v>
              </c:pt>
              <c:pt idx="48">
                <c:v>5.8838000000000001E-2</c:v>
              </c:pt>
              <c:pt idx="49">
                <c:v>8.3089999999999997E-2</c:v>
              </c:pt>
              <c:pt idx="50">
                <c:v>-0.109819</c:v>
              </c:pt>
              <c:pt idx="51">
                <c:v>0.13955400000000001</c:v>
              </c:pt>
              <c:pt idx="52">
                <c:v>0.10158</c:v>
              </c:pt>
              <c:pt idx="53">
                <c:v>-9.7566E-2</c:v>
              </c:pt>
              <c:pt idx="54">
                <c:v>9.3884999999999996E-2</c:v>
              </c:pt>
              <c:pt idx="55">
                <c:v>0.27734300000000001</c:v>
              </c:pt>
              <c:pt idx="56">
                <c:v>-0.61614000000000002</c:v>
              </c:pt>
              <c:pt idx="57">
                <c:v>0.86063400000000001</c:v>
              </c:pt>
              <c:pt idx="58">
                <c:v>0.30364099999999999</c:v>
              </c:pt>
              <c:pt idx="59">
                <c:v>-0.38378800000000002</c:v>
              </c:pt>
              <c:pt idx="60">
                <c:v>-0.208289</c:v>
              </c:pt>
              <c:pt idx="61">
                <c:v>-0.161276</c:v>
              </c:pt>
              <c:pt idx="62">
                <c:v>-0.105558</c:v>
              </c:pt>
              <c:pt idx="63">
                <c:v>-6.9920999999999997E-2</c:v>
              </c:pt>
              <c:pt idx="64">
                <c:v>-0.18493200000000001</c:v>
              </c:pt>
              <c:pt idx="65">
                <c:v>-7.8599000000000002E-2</c:v>
              </c:pt>
              <c:pt idx="66">
                <c:v>-5.5989999999999998E-2</c:v>
              </c:pt>
              <c:pt idx="67">
                <c:v>-4.3108E-2</c:v>
              </c:pt>
              <c:pt idx="68">
                <c:v>-4.0558999999999998E-2</c:v>
              </c:pt>
              <c:pt idx="69">
                <c:v>3.1968000000000003E-2</c:v>
              </c:pt>
              <c:pt idx="70">
                <c:v>9.5859E-2</c:v>
              </c:pt>
              <c:pt idx="71">
                <c:v>-0.106335</c:v>
              </c:pt>
              <c:pt idx="72">
                <c:v>7.2651999999999994E-2</c:v>
              </c:pt>
              <c:pt idx="73">
                <c:v>9.0024999999999994E-2</c:v>
              </c:pt>
              <c:pt idx="74">
                <c:v>-5.7564999999999998E-2</c:v>
              </c:pt>
              <c:pt idx="75">
                <c:v>0.249725</c:v>
              </c:pt>
              <c:pt idx="76">
                <c:v>-0.451297</c:v>
              </c:pt>
              <c:pt idx="77">
                <c:v>0.27191599999999999</c:v>
              </c:pt>
              <c:pt idx="78">
                <c:v>-0.57092699999999996</c:v>
              </c:pt>
              <c:pt idx="79">
                <c:v>-0.62939400000000001</c:v>
              </c:pt>
              <c:pt idx="80">
                <c:v>-0.34153899999999998</c:v>
              </c:pt>
              <c:pt idx="81">
                <c:v>-0.31335000000000002</c:v>
              </c:pt>
              <c:pt idx="82">
                <c:v>0.16541400000000001</c:v>
              </c:pt>
              <c:pt idx="83">
                <c:v>-8.9954999999999993E-2</c:v>
              </c:pt>
              <c:pt idx="84">
                <c:v>-0.128466</c:v>
              </c:pt>
              <c:pt idx="85">
                <c:v>-7.1057999999999996E-2</c:v>
              </c:pt>
              <c:pt idx="86">
                <c:v>0.22070799999999999</c:v>
              </c:pt>
              <c:pt idx="87">
                <c:v>0.20466999999999999</c:v>
              </c:pt>
              <c:pt idx="88">
                <c:v>-0.146009</c:v>
              </c:pt>
              <c:pt idx="89">
                <c:v>0.13141700000000001</c:v>
              </c:pt>
              <c:pt idx="90">
                <c:v>-0.24022199999999999</c:v>
              </c:pt>
              <c:pt idx="91">
                <c:v>0.39147799999999999</c:v>
              </c:pt>
              <c:pt idx="92">
                <c:v>0.67295799999999995</c:v>
              </c:pt>
              <c:pt idx="93">
                <c:v>-0.51228600000000002</c:v>
              </c:pt>
              <c:pt idx="94">
                <c:v>-0.22800899999999999</c:v>
              </c:pt>
              <c:pt idx="95">
                <c:v>-7.7351000000000003E-2</c:v>
              </c:pt>
              <c:pt idx="96">
                <c:v>-6.9139999999999993E-2</c:v>
              </c:pt>
              <c:pt idx="97">
                <c:v>0.233539</c:v>
              </c:pt>
              <c:pt idx="98">
                <c:v>9.2258999999999994E-2</c:v>
              </c:pt>
              <c:pt idx="99">
                <c:v>-0.100073</c:v>
              </c:pt>
              <c:pt idx="100">
                <c:v>-0.124097</c:v>
              </c:pt>
              <c:pt idx="101">
                <c:v>7.7420000000000003E-2</c:v>
              </c:pt>
              <c:pt idx="102">
                <c:v>-6.1943999999999999E-2</c:v>
              </c:pt>
              <c:pt idx="103">
                <c:v>-0.138353</c:v>
              </c:pt>
              <c:pt idx="104">
                <c:v>0.18171399999999999</c:v>
              </c:pt>
              <c:pt idx="105">
                <c:v>0.18406700000000001</c:v>
              </c:pt>
              <c:pt idx="106">
                <c:v>0.17669599999999999</c:v>
              </c:pt>
              <c:pt idx="107">
                <c:v>0.17394899999999999</c:v>
              </c:pt>
              <c:pt idx="108">
                <c:v>-6.8869E-2</c:v>
              </c:pt>
              <c:pt idx="109">
                <c:v>-5.9185000000000001E-2</c:v>
              </c:pt>
              <c:pt idx="110">
                <c:v>-3.7904E-2</c:v>
              </c:pt>
              <c:pt idx="111">
                <c:v>0.140426</c:v>
              </c:pt>
              <c:pt idx="112">
                <c:v>-0.123372</c:v>
              </c:pt>
              <c:pt idx="113">
                <c:v>3.7520999999999999E-2</c:v>
              </c:pt>
              <c:pt idx="114">
                <c:v>2.8289000000000002E-2</c:v>
              </c:pt>
              <c:pt idx="115">
                <c:v>-0.118176</c:v>
              </c:pt>
              <c:pt idx="116">
                <c:v>-0.10766000000000001</c:v>
              </c:pt>
              <c:pt idx="117">
                <c:v>4.0420999999999999E-2</c:v>
              </c:pt>
              <c:pt idx="118">
                <c:v>-5.9473999999999999E-2</c:v>
              </c:pt>
              <c:pt idx="119">
                <c:v>8.4004999999999996E-2</c:v>
              </c:pt>
              <c:pt idx="120">
                <c:v>8.7805999999999995E-2</c:v>
              </c:pt>
              <c:pt idx="121">
                <c:v>0.14404700000000001</c:v>
              </c:pt>
              <c:pt idx="122">
                <c:v>0.115124</c:v>
              </c:pt>
              <c:pt idx="123">
                <c:v>9.8572000000000007E-2</c:v>
              </c:pt>
              <c:pt idx="124">
                <c:v>-0.105392</c:v>
              </c:pt>
              <c:pt idx="125">
                <c:v>-8.7008000000000002E-2</c:v>
              </c:pt>
              <c:pt idx="126">
                <c:v>0.51319599999999999</c:v>
              </c:pt>
              <c:pt idx="127">
                <c:v>0.85442899999999999</c:v>
              </c:pt>
              <c:pt idx="128">
                <c:v>0.28504400000000002</c:v>
              </c:pt>
              <c:pt idx="129">
                <c:v>-0.36752600000000002</c:v>
              </c:pt>
              <c:pt idx="130">
                <c:v>-0.21013100000000001</c:v>
              </c:pt>
              <c:pt idx="131">
                <c:v>-0.147706</c:v>
              </c:pt>
              <c:pt idx="132">
                <c:v>0.106438</c:v>
              </c:pt>
              <c:pt idx="133">
                <c:v>0.104711</c:v>
              </c:pt>
              <c:pt idx="134">
                <c:v>-0.16465299999999999</c:v>
              </c:pt>
              <c:pt idx="135">
                <c:v>7.3758000000000004E-2</c:v>
              </c:pt>
              <c:pt idx="136">
                <c:v>-5.4956999999999999E-2</c:v>
              </c:pt>
              <c:pt idx="137">
                <c:v>-3.6849E-2</c:v>
              </c:pt>
              <c:pt idx="138">
                <c:v>4.1480000000000003E-2</c:v>
              </c:pt>
              <c:pt idx="139">
                <c:v>-3.6769000000000003E-2</c:v>
              </c:pt>
              <c:pt idx="140">
                <c:v>-8.2926E-2</c:v>
              </c:pt>
              <c:pt idx="141">
                <c:v>-8.8921E-2</c:v>
              </c:pt>
              <c:pt idx="142">
                <c:v>-6.5223000000000003E-2</c:v>
              </c:pt>
              <c:pt idx="143">
                <c:v>-6.7404000000000006E-2</c:v>
              </c:pt>
              <c:pt idx="144">
                <c:v>-5.9819999999999998E-2</c:v>
              </c:pt>
              <c:pt idx="145">
                <c:v>-0.23012299999999999</c:v>
              </c:pt>
              <c:pt idx="146">
                <c:v>-0.45917999999999998</c:v>
              </c:pt>
              <c:pt idx="147">
                <c:v>-0.30380600000000002</c:v>
              </c:pt>
              <c:pt idx="148">
                <c:v>-0.569747</c:v>
              </c:pt>
              <c:pt idx="149">
                <c:v>-0.66334499999999996</c:v>
              </c:pt>
              <c:pt idx="150">
                <c:v>-0.33766200000000002</c:v>
              </c:pt>
              <c:pt idx="151">
                <c:v>-0.32818000000000003</c:v>
              </c:pt>
              <c:pt idx="152">
                <c:v>0.235288</c:v>
              </c:pt>
              <c:pt idx="153">
                <c:v>0.100325</c:v>
              </c:pt>
              <c:pt idx="154">
                <c:v>-0.12700400000000001</c:v>
              </c:pt>
              <c:pt idx="155">
                <c:v>-6.5144999999999995E-2</c:v>
              </c:pt>
              <c:pt idx="156">
                <c:v>0.223667</c:v>
              </c:pt>
              <c:pt idx="157">
                <c:v>0.19869300000000001</c:v>
              </c:pt>
              <c:pt idx="158">
                <c:v>-0.14663899999999999</c:v>
              </c:pt>
              <c:pt idx="159">
                <c:v>0.15853500000000001</c:v>
              </c:pt>
              <c:pt idx="160">
                <c:v>-0.25647999999999999</c:v>
              </c:pt>
              <c:pt idx="161">
                <c:v>0.38038499999999997</c:v>
              </c:pt>
              <c:pt idx="162">
                <c:v>-0.63802999999999999</c:v>
              </c:pt>
              <c:pt idx="163">
                <c:v>0.67296599999999995</c:v>
              </c:pt>
              <c:pt idx="164">
                <c:v>0.34018399999999999</c:v>
              </c:pt>
              <c:pt idx="165">
                <c:v>-0.10004399999999999</c:v>
              </c:pt>
              <c:pt idx="166">
                <c:v>6.4875000000000002E-2</c:v>
              </c:pt>
              <c:pt idx="167">
                <c:v>-0.24363199999999999</c:v>
              </c:pt>
              <c:pt idx="168">
                <c:v>8.4850999999999996E-2</c:v>
              </c:pt>
              <c:pt idx="169">
                <c:v>-0.11521099999999999</c:v>
              </c:pt>
              <c:pt idx="170">
                <c:v>0.12877</c:v>
              </c:pt>
              <c:pt idx="171">
                <c:v>7.1304000000000006E-2</c:v>
              </c:pt>
              <c:pt idx="172">
                <c:v>-7.1619000000000002E-2</c:v>
              </c:pt>
              <c:pt idx="173">
                <c:v>-0.14019400000000001</c:v>
              </c:pt>
              <c:pt idx="174">
                <c:v>0.10109</c:v>
              </c:pt>
              <c:pt idx="175">
                <c:v>0.16098899999999999</c:v>
              </c:pt>
              <c:pt idx="176">
                <c:v>-8.2128999999999994E-2</c:v>
              </c:pt>
              <c:pt idx="177">
                <c:v>0.188051</c:v>
              </c:pt>
              <c:pt idx="178">
                <c:v>-7.0789000000000005E-2</c:v>
              </c:pt>
              <c:pt idx="179">
                <c:v>-5.3097999999999999E-2</c:v>
              </c:pt>
              <c:pt idx="180">
                <c:v>-4.5408999999999998E-2</c:v>
              </c:pt>
              <c:pt idx="181">
                <c:v>0.14149700000000001</c:v>
              </c:pt>
              <c:pt idx="182">
                <c:v>0.14451800000000001</c:v>
              </c:pt>
              <c:pt idx="183">
                <c:v>5.1660999999999999E-2</c:v>
              </c:pt>
              <c:pt idx="184">
                <c:v>4.7821000000000002E-2</c:v>
              </c:pt>
              <c:pt idx="185">
                <c:v>-0.122475</c:v>
              </c:pt>
              <c:pt idx="186">
                <c:v>-0.11475100000000001</c:v>
              </c:pt>
              <c:pt idx="187">
                <c:v>-4.3986999999999998E-2</c:v>
              </c:pt>
              <c:pt idx="188">
                <c:v>2.9836999999999999E-2</c:v>
              </c:pt>
              <c:pt idx="189">
                <c:v>7.7942999999999998E-2</c:v>
              </c:pt>
              <c:pt idx="190">
                <c:v>8.4921999999999997E-2</c:v>
              </c:pt>
              <c:pt idx="191">
                <c:v>-0.13320100000000001</c:v>
              </c:pt>
              <c:pt idx="192">
                <c:v>0.13347700000000001</c:v>
              </c:pt>
              <c:pt idx="193">
                <c:v>-8.5046999999999998E-2</c:v>
              </c:pt>
              <c:pt idx="194">
                <c:v>-0.11315</c:v>
              </c:pt>
              <c:pt idx="195">
                <c:v>-8.5422999999999999E-2</c:v>
              </c:pt>
              <c:pt idx="196">
                <c:v>0.31533</c:v>
              </c:pt>
              <c:pt idx="197">
                <c:v>0.86363400000000001</c:v>
              </c:pt>
              <c:pt idx="198">
                <c:v>-0.165989</c:v>
              </c:pt>
              <c:pt idx="199">
                <c:v>-0.37048399999999998</c:v>
              </c:pt>
              <c:pt idx="200">
                <c:v>0.24895999999999999</c:v>
              </c:pt>
              <c:pt idx="201">
                <c:v>0.14893999999999999</c:v>
              </c:pt>
              <c:pt idx="202">
                <c:v>-9.6575999999999995E-2</c:v>
              </c:pt>
              <c:pt idx="203">
                <c:v>0.12377299999999999</c:v>
              </c:pt>
              <c:pt idx="204">
                <c:v>0.16095999999999999</c:v>
              </c:pt>
              <c:pt idx="205">
                <c:v>-0.182777</c:v>
              </c:pt>
              <c:pt idx="206">
                <c:v>-7.6742000000000005E-2</c:v>
              </c:pt>
              <c:pt idx="207">
                <c:v>-5.0985999999999997E-2</c:v>
              </c:pt>
              <c:pt idx="208">
                <c:v>-3.4210999999999998E-2</c:v>
              </c:pt>
              <c:pt idx="209">
                <c:v>-3.8436999999999999E-2</c:v>
              </c:pt>
              <c:pt idx="210">
                <c:v>7.8348000000000001E-2</c:v>
              </c:pt>
              <c:pt idx="211">
                <c:v>0.10771699999999999</c:v>
              </c:pt>
              <c:pt idx="212">
                <c:v>-8.2389000000000004E-2</c:v>
              </c:pt>
              <c:pt idx="213">
                <c:v>8.0852999999999994E-2</c:v>
              </c:pt>
              <c:pt idx="214">
                <c:v>6.7928000000000002E-2</c:v>
              </c:pt>
              <c:pt idx="215">
                <c:v>-0.14310400000000001</c:v>
              </c:pt>
              <c:pt idx="216">
                <c:v>0.46639599999999998</c:v>
              </c:pt>
              <c:pt idx="217">
                <c:v>-0.29825499999999999</c:v>
              </c:pt>
              <c:pt idx="218">
                <c:v>-0.56676099999999996</c:v>
              </c:pt>
              <c:pt idx="219">
                <c:v>-0.65781400000000001</c:v>
              </c:pt>
              <c:pt idx="220">
                <c:v>0.49001299999999998</c:v>
              </c:pt>
              <c:pt idx="221">
                <c:v>-0.32980500000000001</c:v>
              </c:pt>
              <c:pt idx="222">
                <c:v>0.220639</c:v>
              </c:pt>
              <c:pt idx="223">
                <c:v>-0.14392199999999999</c:v>
              </c:pt>
              <c:pt idx="224">
                <c:v>0.10319200000000001</c:v>
              </c:pt>
              <c:pt idx="225">
                <c:v>-0.11627800000000001</c:v>
              </c:pt>
              <c:pt idx="226">
                <c:v>-0.196383</c:v>
              </c:pt>
              <c:pt idx="227">
                <c:v>0.21077899999999999</c:v>
              </c:pt>
              <c:pt idx="228">
                <c:v>-0.13439400000000001</c:v>
              </c:pt>
              <c:pt idx="229">
                <c:v>0.14191599999999999</c:v>
              </c:pt>
              <c:pt idx="230">
                <c:v>0.116149</c:v>
              </c:pt>
              <c:pt idx="231">
                <c:v>0.37715799999999999</c:v>
              </c:pt>
              <c:pt idx="232">
                <c:v>0.53534000000000004</c:v>
              </c:pt>
              <c:pt idx="233">
                <c:v>0.68830000000000002</c:v>
              </c:pt>
              <c:pt idx="234">
                <c:v>-0.497473</c:v>
              </c:pt>
              <c:pt idx="235">
                <c:v>0.138574</c:v>
              </c:pt>
              <c:pt idx="236">
                <c:v>6.7202999999999999E-2</c:v>
              </c:pt>
              <c:pt idx="237">
                <c:v>0.25037900000000002</c:v>
              </c:pt>
              <c:pt idx="238">
                <c:v>-0.136904</c:v>
              </c:pt>
              <c:pt idx="239">
                <c:v>-6.6145999999999996E-2</c:v>
              </c:pt>
              <c:pt idx="240">
                <c:v>0.1212</c:v>
              </c:pt>
              <c:pt idx="241">
                <c:v>-9.1550999999999993E-2</c:v>
              </c:pt>
              <c:pt idx="242">
                <c:v>-7.7424999999999994E-2</c:v>
              </c:pt>
              <c:pt idx="243">
                <c:v>-0.13505600000000001</c:v>
              </c:pt>
              <c:pt idx="244">
                <c:v>6.8243999999999999E-2</c:v>
              </c:pt>
              <c:pt idx="245">
                <c:v>-0.16992199999999999</c:v>
              </c:pt>
              <c:pt idx="246">
                <c:v>0.15790599999999999</c:v>
              </c:pt>
              <c:pt idx="247">
                <c:v>0.18859500000000001</c:v>
              </c:pt>
              <c:pt idx="248">
                <c:v>-6.6457000000000002E-2</c:v>
              </c:pt>
              <c:pt idx="249">
                <c:v>-5.8134999999999999E-2</c:v>
              </c:pt>
              <c:pt idx="250">
                <c:v>4.4020999999999998E-2</c:v>
              </c:pt>
              <c:pt idx="251">
                <c:v>0.129608</c:v>
              </c:pt>
              <c:pt idx="252">
                <c:v>0.13521</c:v>
              </c:pt>
              <c:pt idx="253">
                <c:v>6.0912000000000001E-2</c:v>
              </c:pt>
              <c:pt idx="254">
                <c:v>4.2708000000000003E-2</c:v>
              </c:pt>
              <c:pt idx="255">
                <c:v>-2.2998999999999999E-2</c:v>
              </c:pt>
              <c:pt idx="256">
                <c:v>-0.11970500000000001</c:v>
              </c:pt>
              <c:pt idx="257">
                <c:v>-0.110238</c:v>
              </c:pt>
              <c:pt idx="258">
                <c:v>3.4984000000000001E-2</c:v>
              </c:pt>
              <c:pt idx="259">
                <c:v>-5.4153E-2</c:v>
              </c:pt>
              <c:pt idx="260">
                <c:v>8.7336999999999998E-2</c:v>
              </c:pt>
              <c:pt idx="261">
                <c:v>7.3462E-2</c:v>
              </c:pt>
              <c:pt idx="262">
                <c:v>0.14347299999999999</c:v>
              </c:pt>
              <c:pt idx="263">
                <c:v>0.114263</c:v>
              </c:pt>
              <c:pt idx="264">
                <c:v>-0.10308</c:v>
              </c:pt>
              <c:pt idx="265">
                <c:v>9.3188999999999994E-2</c:v>
              </c:pt>
              <c:pt idx="266">
                <c:v>0.27938800000000003</c:v>
              </c:pt>
              <c:pt idx="267">
                <c:v>0.51790700000000001</c:v>
              </c:pt>
              <c:pt idx="268">
                <c:v>0.857325</c:v>
              </c:pt>
              <c:pt idx="269">
                <c:v>0.29632500000000001</c:v>
              </c:pt>
              <c:pt idx="270">
                <c:v>-0.381133</c:v>
              </c:pt>
              <c:pt idx="271">
                <c:v>0.20873900000000001</c:v>
              </c:pt>
              <c:pt idx="272">
                <c:v>-0.164712</c:v>
              </c:pt>
              <c:pt idx="273">
                <c:v>0.134798</c:v>
              </c:pt>
              <c:pt idx="274">
                <c:v>-8.9413999999999993E-2</c:v>
              </c:pt>
              <c:pt idx="275">
                <c:v>-0.188613</c:v>
              </c:pt>
              <c:pt idx="276">
                <c:v>7.2511999999999993E-2</c:v>
              </c:pt>
              <c:pt idx="277">
                <c:v>-5.7414E-2</c:v>
              </c:pt>
              <c:pt idx="278">
                <c:v>-3.8531999999999997E-2</c:v>
              </c:pt>
              <c:pt idx="279">
                <c:v>3.5624000000000003E-2</c:v>
              </c:pt>
              <c:pt idx="280">
                <c:v>-4.1966999999999997E-2</c:v>
              </c:pt>
              <c:pt idx="281">
                <c:v>-8.6938000000000001E-2</c:v>
              </c:pt>
              <c:pt idx="282">
                <c:v>-8.8974999999999999E-2</c:v>
              </c:pt>
              <c:pt idx="283">
                <c:v>-7.9684000000000005E-2</c:v>
              </c:pt>
              <c:pt idx="284">
                <c:v>-6.7597000000000004E-2</c:v>
              </c:pt>
              <c:pt idx="285">
                <c:v>5.7405999999999999E-2</c:v>
              </c:pt>
              <c:pt idx="286">
                <c:v>-0.25717299999999998</c:v>
              </c:pt>
              <c:pt idx="287">
                <c:v>-0.48302699999999998</c:v>
              </c:pt>
              <c:pt idx="288">
                <c:v>-0.28570000000000001</c:v>
              </c:pt>
              <c:pt idx="289">
                <c:v>-0.58604800000000001</c:v>
              </c:pt>
              <c:pt idx="290">
                <c:v>-0.65104300000000004</c:v>
              </c:pt>
              <c:pt idx="291">
                <c:v>-0.32982</c:v>
              </c:pt>
              <c:pt idx="292">
                <c:v>-0.33833099999999999</c:v>
              </c:pt>
              <c:pt idx="293">
                <c:v>0.21463599999999999</c:v>
              </c:pt>
              <c:pt idx="294">
                <c:v>0.100429</c:v>
              </c:pt>
              <c:pt idx="295">
                <c:v>-0.14436499999999999</c:v>
              </c:pt>
              <c:pt idx="296">
                <c:v>-6.8362999999999993E-2</c:v>
              </c:pt>
              <c:pt idx="297">
                <c:v>0.22012999999999999</c:v>
              </c:pt>
              <c:pt idx="298">
                <c:v>0.20874100000000001</c:v>
              </c:pt>
              <c:pt idx="299">
                <c:v>-0.14906900000000001</c:v>
              </c:pt>
              <c:pt idx="300">
                <c:v>-0.11822100000000001</c:v>
              </c:pt>
              <c:pt idx="301">
                <c:v>-0.27428000000000002</c:v>
              </c:pt>
              <c:pt idx="302">
                <c:v>0.38894499999999999</c:v>
              </c:pt>
              <c:pt idx="303">
                <c:v>0.71710399999999996</c:v>
              </c:pt>
              <c:pt idx="304">
                <c:v>-0.52134899999999995</c:v>
              </c:pt>
              <c:pt idx="305">
                <c:v>-0.23629500000000001</c:v>
              </c:pt>
              <c:pt idx="306">
                <c:v>-7.5448000000000001E-2</c:v>
              </c:pt>
              <c:pt idx="307">
                <c:v>7.6047000000000003E-2</c:v>
              </c:pt>
              <c:pt idx="308">
                <c:v>-0.25786300000000001</c:v>
              </c:pt>
              <c:pt idx="309">
                <c:v>-6.5437999999999996E-2</c:v>
              </c:pt>
              <c:pt idx="310">
                <c:v>-0.11459999999999999</c:v>
              </c:pt>
              <c:pt idx="311">
                <c:v>0.131303</c:v>
              </c:pt>
              <c:pt idx="312">
                <c:v>6.8575999999999998E-2</c:v>
              </c:pt>
              <c:pt idx="313">
                <c:v>-0.14710699999999999</c:v>
              </c:pt>
              <c:pt idx="314">
                <c:v>-0.150084</c:v>
              </c:pt>
              <c:pt idx="315">
                <c:v>0.16378699999999999</c:v>
              </c:pt>
              <c:pt idx="316">
                <c:v>0.17747299999999999</c:v>
              </c:pt>
              <c:pt idx="317">
                <c:v>0.19426299999999999</c:v>
              </c:pt>
              <c:pt idx="318">
                <c:v>0.17711099999999999</c:v>
              </c:pt>
              <c:pt idx="319">
                <c:v>-9.1528999999999999E-2</c:v>
              </c:pt>
              <c:pt idx="320">
                <c:v>-4.1704999999999999E-2</c:v>
              </c:pt>
              <c:pt idx="321">
                <c:v>-4.0712999999999999E-2</c:v>
              </c:pt>
              <c:pt idx="322">
                <c:v>0.15750900000000001</c:v>
              </c:pt>
              <c:pt idx="323">
                <c:v>-0.12623500000000001</c:v>
              </c:pt>
              <c:pt idx="324">
                <c:v>4.0690999999999998E-2</c:v>
              </c:pt>
              <c:pt idx="325">
                <c:v>3.0055999999999999E-2</c:v>
              </c:pt>
              <c:pt idx="326">
                <c:v>-0.12207899999999999</c:v>
              </c:pt>
              <c:pt idx="327">
                <c:v>-0.105117</c:v>
              </c:pt>
              <c:pt idx="328">
                <c:v>-4.4554999999999997E-2</c:v>
              </c:pt>
              <c:pt idx="329">
                <c:v>-1.8619E-2</c:v>
              </c:pt>
              <c:pt idx="330">
                <c:v>8.7365999999999999E-2</c:v>
              </c:pt>
              <c:pt idx="331">
                <c:v>-7.8211000000000003E-2</c:v>
              </c:pt>
              <c:pt idx="332">
                <c:v>0.15761</c:v>
              </c:pt>
              <c:pt idx="333">
                <c:v>0.12227200000000001</c:v>
              </c:pt>
              <c:pt idx="334">
                <c:v>-8.2332000000000002E-2</c:v>
              </c:pt>
              <c:pt idx="335">
                <c:v>-0.111063</c:v>
              </c:pt>
              <c:pt idx="336">
                <c:v>-8.8871000000000006E-2</c:v>
              </c:pt>
              <c:pt idx="337">
                <c:v>0.48414800000000002</c:v>
              </c:pt>
              <c:pt idx="338">
                <c:v>0.85955599999999999</c:v>
              </c:pt>
              <c:pt idx="339">
                <c:v>0.26946799999999999</c:v>
              </c:pt>
              <c:pt idx="340">
                <c:v>-0.50183199999999994</c:v>
              </c:pt>
              <c:pt idx="341">
                <c:v>-0.19395100000000001</c:v>
              </c:pt>
              <c:pt idx="342">
                <c:v>-0.16680800000000001</c:v>
              </c:pt>
              <c:pt idx="343">
                <c:v>-0.108922</c:v>
              </c:pt>
              <c:pt idx="344">
                <c:v>0.122963</c:v>
              </c:pt>
              <c:pt idx="345">
                <c:v>-0.17580499999999999</c:v>
              </c:pt>
              <c:pt idx="346">
                <c:v>6.7907999999999996E-2</c:v>
              </c:pt>
              <c:pt idx="347">
                <c:v>-5.1568000000000003E-2</c:v>
              </c:pt>
              <c:pt idx="348">
                <c:v>-4.1674000000000003E-2</c:v>
              </c:pt>
              <c:pt idx="349">
                <c:v>3.1163E-2</c:v>
              </c:pt>
              <c:pt idx="350">
                <c:v>-4.2552E-2</c:v>
              </c:pt>
              <c:pt idx="351">
                <c:v>7.8823000000000004E-2</c:v>
              </c:pt>
              <c:pt idx="352">
                <c:v>9.2353000000000005E-2</c:v>
              </c:pt>
              <c:pt idx="353">
                <c:v>-7.9590999999999995E-2</c:v>
              </c:pt>
              <c:pt idx="354">
                <c:v>-0.10037699999999999</c:v>
              </c:pt>
              <c:pt idx="355">
                <c:v>-5.8104000000000003E-2</c:v>
              </c:pt>
              <c:pt idx="356">
                <c:v>0.224103</c:v>
              </c:pt>
              <c:pt idx="357">
                <c:v>0.48349500000000001</c:v>
              </c:pt>
              <c:pt idx="358">
                <c:v>-0.28550700000000001</c:v>
              </c:pt>
              <c:pt idx="359">
                <c:v>-0.58609800000000001</c:v>
              </c:pt>
              <c:pt idx="360">
                <c:v>-0.63365800000000005</c:v>
              </c:pt>
              <c:pt idx="361">
                <c:v>-0.34578900000000001</c:v>
              </c:pt>
              <c:pt idx="362">
                <c:v>-0.33693400000000001</c:v>
              </c:pt>
              <c:pt idx="363">
                <c:v>0.21746499999999999</c:v>
              </c:pt>
              <c:pt idx="364">
                <c:v>-0.16173399999999999</c:v>
              </c:pt>
              <c:pt idx="365">
                <c:v>-0.128803</c:v>
              </c:pt>
              <c:pt idx="366">
                <c:v>-9.6359E-2</c:v>
              </c:pt>
              <c:pt idx="367">
                <c:v>0.23309199999999999</c:v>
              </c:pt>
              <c:pt idx="368">
                <c:v>0.19461200000000001</c:v>
              </c:pt>
              <c:pt idx="369">
                <c:v>-0.16415399999999999</c:v>
              </c:pt>
              <c:pt idx="370">
                <c:v>0.122516</c:v>
              </c:pt>
              <c:pt idx="371">
                <c:v>-0.19725200000000001</c:v>
              </c:pt>
              <c:pt idx="372">
                <c:v>0.368197</c:v>
              </c:pt>
              <c:pt idx="373">
                <c:v>-0.66645900000000002</c:v>
              </c:pt>
              <c:pt idx="374">
                <c:v>0.69564199999999998</c:v>
              </c:pt>
              <c:pt idx="375">
                <c:v>0.33096500000000001</c:v>
              </c:pt>
              <c:pt idx="376">
                <c:v>8.5945999999999995E-2</c:v>
              </c:pt>
              <c:pt idx="377">
                <c:v>7.0274000000000003E-2</c:v>
              </c:pt>
              <c:pt idx="378">
                <c:v>-0.28015299999999999</c:v>
              </c:pt>
              <c:pt idx="379">
                <c:v>6.6572000000000006E-2</c:v>
              </c:pt>
              <c:pt idx="380">
                <c:v>-7.3435E-2</c:v>
              </c:pt>
              <c:pt idx="381">
                <c:v>0.120203</c:v>
              </c:pt>
              <c:pt idx="382">
                <c:v>-6.5928E-2</c:v>
              </c:pt>
              <c:pt idx="383">
                <c:v>-8.5097000000000006E-2</c:v>
              </c:pt>
              <c:pt idx="384">
                <c:v>-0.133995</c:v>
              </c:pt>
              <c:pt idx="385">
                <c:v>-7.6554999999999998E-2</c:v>
              </c:pt>
              <c:pt idx="386">
                <c:v>0.15257699999999999</c:v>
              </c:pt>
              <c:pt idx="387">
                <c:v>-0.107082</c:v>
              </c:pt>
              <c:pt idx="388">
                <c:v>0.18284600000000001</c:v>
              </c:pt>
              <c:pt idx="389">
                <c:v>-6.5111000000000002E-2</c:v>
              </c:pt>
              <c:pt idx="390">
                <c:v>-7.1428000000000005E-2</c:v>
              </c:pt>
              <c:pt idx="391">
                <c:v>3.7620000000000001E-2</c:v>
              </c:pt>
              <c:pt idx="392">
                <c:v>-0.12837999999999999</c:v>
              </c:pt>
              <c:pt idx="393">
                <c:v>0.14188999999999999</c:v>
              </c:pt>
              <c:pt idx="394">
                <c:v>5.8709999999999998E-2</c:v>
              </c:pt>
              <c:pt idx="395">
                <c:v>3.7747000000000003E-2</c:v>
              </c:pt>
              <c:pt idx="396">
                <c:v>-0.11652</c:v>
              </c:pt>
              <c:pt idx="397">
                <c:v>-9.4677999999999998E-2</c:v>
              </c:pt>
              <c:pt idx="398">
                <c:v>-4.2036999999999998E-2</c:v>
              </c:pt>
              <c:pt idx="399">
                <c:v>-3.8106000000000001E-2</c:v>
              </c:pt>
              <c:pt idx="400">
                <c:v>5.8848999999999999E-2</c:v>
              </c:pt>
              <c:pt idx="401">
                <c:v>-9.9994E-2</c:v>
              </c:pt>
              <c:pt idx="402">
                <c:v>-0.14612600000000001</c:v>
              </c:pt>
              <c:pt idx="403">
                <c:v>-0.162887</c:v>
              </c:pt>
              <c:pt idx="404">
                <c:v>0.107515</c:v>
              </c:pt>
              <c:pt idx="405">
                <c:v>-0.112703</c:v>
              </c:pt>
              <c:pt idx="406">
                <c:v>-8.7480000000000002E-2</c:v>
              </c:pt>
              <c:pt idx="407">
                <c:v>0.31053900000000001</c:v>
              </c:pt>
              <c:pt idx="408">
                <c:v>0.84625099999999998</c:v>
              </c:pt>
              <c:pt idx="409">
                <c:v>0.63994700000000004</c:v>
              </c:pt>
              <c:pt idx="410">
                <c:v>-0.39770800000000001</c:v>
              </c:pt>
              <c:pt idx="411">
                <c:v>-0.35186299999999998</c:v>
              </c:pt>
              <c:pt idx="412">
                <c:v>-0.19728399999999999</c:v>
              </c:pt>
              <c:pt idx="413">
                <c:v>-0.156584</c:v>
              </c:pt>
              <c:pt idx="414">
                <c:v>0.11262999999999999</c:v>
              </c:pt>
              <c:pt idx="415">
                <c:v>-6.3836000000000004E-2</c:v>
              </c:pt>
              <c:pt idx="416">
                <c:v>-0.16458400000000001</c:v>
              </c:pt>
              <c:pt idx="417">
                <c:v>-7.5897999999999993E-2</c:v>
              </c:pt>
              <c:pt idx="418">
                <c:v>-6.1314E-2</c:v>
              </c:pt>
              <c:pt idx="419">
                <c:v>-3.5029999999999999E-2</c:v>
              </c:pt>
              <c:pt idx="420">
                <c:v>-3.6624999999999998E-2</c:v>
              </c:pt>
              <c:pt idx="421">
                <c:v>-4.5315000000000001E-2</c:v>
              </c:pt>
              <c:pt idx="422">
                <c:v>-9.9121000000000001E-2</c:v>
              </c:pt>
              <c:pt idx="423">
                <c:v>-6.8213999999999997E-2</c:v>
              </c:pt>
              <c:pt idx="424">
                <c:v>8.2272999999999999E-2</c:v>
              </c:pt>
              <c:pt idx="425">
                <c:v>7.1651000000000006E-2</c:v>
              </c:pt>
              <c:pt idx="426">
                <c:v>-5.5247999999999998E-2</c:v>
              </c:pt>
              <c:pt idx="427">
                <c:v>0.48282999999999998</c:v>
              </c:pt>
              <c:pt idx="428">
                <c:v>0.41459400000000002</c:v>
              </c:pt>
              <c:pt idx="429">
                <c:v>-0.40488099999999999</c:v>
              </c:pt>
              <c:pt idx="430">
                <c:v>-0.56779900000000005</c:v>
              </c:pt>
              <c:pt idx="431">
                <c:v>-0.610232</c:v>
              </c:pt>
              <c:pt idx="432">
                <c:v>-0.30454399999999998</c:v>
              </c:pt>
              <c:pt idx="433">
                <c:v>-0.33543299999999998</c:v>
              </c:pt>
              <c:pt idx="434">
                <c:v>-0.146588</c:v>
              </c:pt>
              <c:pt idx="435">
                <c:v>-0.123449</c:v>
              </c:pt>
              <c:pt idx="436">
                <c:v>-0.122132</c:v>
              </c:pt>
              <c:pt idx="437">
                <c:v>6.3593999999999998E-2</c:v>
              </c:pt>
              <c:pt idx="438">
                <c:v>-0.21417</c:v>
              </c:pt>
              <c:pt idx="439">
                <c:v>0.19358600000000001</c:v>
              </c:pt>
              <c:pt idx="440">
                <c:v>0.140817</c:v>
              </c:pt>
              <c:pt idx="441">
                <c:v>-0.106422</c:v>
              </c:pt>
              <c:pt idx="442">
                <c:v>0.36496699999999999</c:v>
              </c:pt>
              <c:pt idx="443">
                <c:v>0.40548699999999999</c:v>
              </c:pt>
              <c:pt idx="444">
                <c:v>0.694299</c:v>
              </c:pt>
              <c:pt idx="445">
                <c:v>-0.50002000000000002</c:v>
              </c:pt>
              <c:pt idx="446">
                <c:v>-0.237265</c:v>
              </c:pt>
              <c:pt idx="447">
                <c:v>7.2487999999999997E-2</c:v>
              </c:pt>
              <c:pt idx="448">
                <c:v>7.8517000000000003E-2</c:v>
              </c:pt>
              <c:pt idx="449">
                <c:v>-0.29271999999999998</c:v>
              </c:pt>
              <c:pt idx="450">
                <c:v>6.8126999999999993E-2</c:v>
              </c:pt>
              <c:pt idx="451">
                <c:v>-0.111055</c:v>
              </c:pt>
              <c:pt idx="452">
                <c:v>0.110989</c:v>
              </c:pt>
              <c:pt idx="453">
                <c:v>-6.7030999999999993E-2</c:v>
              </c:pt>
              <c:pt idx="454">
                <c:v>-0.16034200000000001</c:v>
              </c:pt>
              <c:pt idx="455">
                <c:v>-0.10652200000000001</c:v>
              </c:pt>
              <c:pt idx="456">
                <c:v>0.13249</c:v>
              </c:pt>
              <c:pt idx="457">
                <c:v>0.16508700000000001</c:v>
              </c:pt>
              <c:pt idx="458">
                <c:v>0.16081300000000001</c:v>
              </c:pt>
              <c:pt idx="459">
                <c:v>0.17765900000000001</c:v>
              </c:pt>
              <c:pt idx="460">
                <c:v>-7.5565999999999994E-2</c:v>
              </c:pt>
              <c:pt idx="461">
                <c:v>-6.2219000000000003E-2</c:v>
              </c:pt>
              <c:pt idx="462">
                <c:v>-3.5269000000000002E-2</c:v>
              </c:pt>
              <c:pt idx="463">
                <c:v>0.14704400000000001</c:v>
              </c:pt>
              <c:pt idx="464">
                <c:v>-0.124875</c:v>
              </c:pt>
              <c:pt idx="465">
                <c:v>3.8741999999999999E-2</c:v>
              </c:pt>
              <c:pt idx="466">
                <c:v>3.6774000000000001E-2</c:v>
              </c:pt>
              <c:pt idx="467">
                <c:v>-0.112816</c:v>
              </c:pt>
              <c:pt idx="468">
                <c:v>-0.100966</c:v>
              </c:pt>
              <c:pt idx="469">
                <c:v>4.4995E-2</c:v>
              </c:pt>
              <c:pt idx="470">
                <c:v>2.9249000000000001E-2</c:v>
              </c:pt>
              <c:pt idx="471">
                <c:v>-7.6216999999999993E-2</c:v>
              </c:pt>
              <c:pt idx="472">
                <c:v>-8.3622000000000002E-2</c:v>
              </c:pt>
              <c:pt idx="473">
                <c:v>-0.224076</c:v>
              </c:pt>
              <c:pt idx="474">
                <c:v>0.114715</c:v>
              </c:pt>
              <c:pt idx="475">
                <c:v>-0.10130500000000001</c:v>
              </c:pt>
              <c:pt idx="476">
                <c:v>-0.107852</c:v>
              </c:pt>
              <c:pt idx="477">
                <c:v>-8.5533999999999999E-2</c:v>
              </c:pt>
              <c:pt idx="478">
                <c:v>0.31976300000000002</c:v>
              </c:pt>
              <c:pt idx="479">
                <c:v>0.84751200000000004</c:v>
              </c:pt>
              <c:pt idx="480">
                <c:v>0.2064</c:v>
              </c:pt>
              <c:pt idx="481">
                <c:v>-0.40879700000000002</c:v>
              </c:pt>
              <c:pt idx="482">
                <c:v>0.22679099999999999</c:v>
              </c:pt>
              <c:pt idx="483">
                <c:v>0.15528600000000001</c:v>
              </c:pt>
              <c:pt idx="484">
                <c:v>9.6856999999999999E-2</c:v>
              </c:pt>
              <c:pt idx="485">
                <c:v>0.118646</c:v>
              </c:pt>
              <c:pt idx="486">
                <c:v>-0.171263</c:v>
              </c:pt>
              <c:pt idx="487">
                <c:v>-8.3818000000000004E-2</c:v>
              </c:pt>
              <c:pt idx="488">
                <c:v>5.9639999999999999E-2</c:v>
              </c:pt>
              <c:pt idx="489">
                <c:v>-4.9312000000000002E-2</c:v>
              </c:pt>
              <c:pt idx="490">
                <c:v>-3.9718999999999997E-2</c:v>
              </c:pt>
              <c:pt idx="491">
                <c:v>4.0572999999999998E-2</c:v>
              </c:pt>
              <c:pt idx="492">
                <c:v>7.0891999999999997E-2</c:v>
              </c:pt>
              <c:pt idx="493">
                <c:v>8.5570999999999994E-2</c:v>
              </c:pt>
              <c:pt idx="494">
                <c:v>7.0860000000000006E-2</c:v>
              </c:pt>
              <c:pt idx="495">
                <c:v>8.4101999999999996E-2</c:v>
              </c:pt>
              <c:pt idx="496">
                <c:v>5.8443000000000002E-2</c:v>
              </c:pt>
              <c:pt idx="497">
                <c:v>-0.144012</c:v>
              </c:pt>
              <c:pt idx="498">
                <c:v>0.51061900000000005</c:v>
              </c:pt>
              <c:pt idx="499">
                <c:v>-0.29091600000000001</c:v>
              </c:pt>
              <c:pt idx="500">
                <c:v>-0.58718999999999999</c:v>
              </c:pt>
              <c:pt idx="501">
                <c:v>-0.61307800000000001</c:v>
              </c:pt>
              <c:pt idx="502">
                <c:v>0.58095600000000003</c:v>
              </c:pt>
              <c:pt idx="503">
                <c:v>-0.32755200000000001</c:v>
              </c:pt>
              <c:pt idx="504">
                <c:v>0.21785399999999999</c:v>
              </c:pt>
              <c:pt idx="505">
                <c:v>-0.165432</c:v>
              </c:pt>
              <c:pt idx="506">
                <c:v>-0.12005399999999999</c:v>
              </c:pt>
              <c:pt idx="507">
                <c:v>0.1096</c:v>
              </c:pt>
              <c:pt idx="508">
                <c:v>-0.19781199999999999</c:v>
              </c:pt>
              <c:pt idx="509">
                <c:v>0.19714100000000001</c:v>
              </c:pt>
              <c:pt idx="510">
                <c:v>-0.16478000000000001</c:v>
              </c:pt>
              <c:pt idx="511">
                <c:v>0.14762400000000001</c:v>
              </c:pt>
              <c:pt idx="512">
                <c:v>-0.21476200000000001</c:v>
              </c:pt>
              <c:pt idx="513">
                <c:v>0.39528400000000002</c:v>
              </c:pt>
              <c:pt idx="514">
                <c:v>-0.67265699999999995</c:v>
              </c:pt>
              <c:pt idx="515">
                <c:v>0.70909100000000003</c:v>
              </c:pt>
              <c:pt idx="516">
                <c:v>0.350244</c:v>
              </c:pt>
              <c:pt idx="517">
                <c:v>0.109692</c:v>
              </c:pt>
              <c:pt idx="518">
                <c:v>-6.7243999999999998E-2</c:v>
              </c:pt>
              <c:pt idx="519">
                <c:v>-0.31453100000000001</c:v>
              </c:pt>
              <c:pt idx="520">
                <c:v>6.9232000000000002E-2</c:v>
              </c:pt>
              <c:pt idx="521">
                <c:v>-8.0670000000000006E-2</c:v>
              </c:pt>
              <c:pt idx="522">
                <c:v>-0.13397800000000001</c:v>
              </c:pt>
              <c:pt idx="523">
                <c:v>-8.6683999999999997E-2</c:v>
              </c:pt>
              <c:pt idx="524">
                <c:v>-7.0847999999999994E-2</c:v>
              </c:pt>
              <c:pt idx="525">
                <c:v>-0.13001799999999999</c:v>
              </c:pt>
              <c:pt idx="526">
                <c:v>-9.5699000000000006E-2</c:v>
              </c:pt>
              <c:pt idx="527">
                <c:v>-0.14085400000000001</c:v>
              </c:pt>
              <c:pt idx="528">
                <c:v>0.14389299999999999</c:v>
              </c:pt>
              <c:pt idx="529">
                <c:v>0.17973700000000001</c:v>
              </c:pt>
              <c:pt idx="530">
                <c:v>-6.6570000000000004E-2</c:v>
              </c:pt>
              <c:pt idx="531">
                <c:v>-8.2570000000000005E-2</c:v>
              </c:pt>
              <c:pt idx="532">
                <c:v>4.2784999999999997E-2</c:v>
              </c:pt>
              <c:pt idx="533">
                <c:v>0.11631900000000001</c:v>
              </c:pt>
              <c:pt idx="534">
                <c:v>0.143542</c:v>
              </c:pt>
              <c:pt idx="535">
                <c:v>6.2885999999999997E-2</c:v>
              </c:pt>
              <c:pt idx="536">
                <c:v>4.9867000000000002E-2</c:v>
              </c:pt>
              <c:pt idx="537">
                <c:v>-2.4861999999999999E-2</c:v>
              </c:pt>
              <c:pt idx="538">
                <c:v>-0.11139499999999999</c:v>
              </c:pt>
              <c:pt idx="539">
                <c:v>-0.107817</c:v>
              </c:pt>
              <c:pt idx="540">
                <c:v>4.4074000000000002E-2</c:v>
              </c:pt>
              <c:pt idx="541">
                <c:v>5.4136999999999998E-2</c:v>
              </c:pt>
              <c:pt idx="542">
                <c:v>6.6017000000000006E-2</c:v>
              </c:pt>
              <c:pt idx="543">
                <c:v>9.2133000000000007E-2</c:v>
              </c:pt>
              <c:pt idx="544">
                <c:v>0.152754</c:v>
              </c:pt>
              <c:pt idx="545">
                <c:v>0.11484900000000001</c:v>
              </c:pt>
              <c:pt idx="546">
                <c:v>0.105777</c:v>
              </c:pt>
              <c:pt idx="547">
                <c:v>-0.11429499999999999</c:v>
              </c:pt>
              <c:pt idx="548">
                <c:v>-6.9101999999999997E-2</c:v>
              </c:pt>
              <c:pt idx="549">
                <c:v>0.52207199999999998</c:v>
              </c:pt>
              <c:pt idx="550">
                <c:v>0.84314</c:v>
              </c:pt>
              <c:pt idx="551">
                <c:v>0.27166200000000001</c:v>
              </c:pt>
              <c:pt idx="552">
                <c:v>-0.37017299999999997</c:v>
              </c:pt>
              <c:pt idx="553">
                <c:v>0.22253400000000001</c:v>
              </c:pt>
              <c:pt idx="554">
                <c:v>0.14837700000000001</c:v>
              </c:pt>
              <c:pt idx="555">
                <c:v>-0.10347199999999999</c:v>
              </c:pt>
              <c:pt idx="556">
                <c:v>0.126383</c:v>
              </c:pt>
              <c:pt idx="557">
                <c:v>-0.17097499999999999</c:v>
              </c:pt>
              <c:pt idx="558">
                <c:v>-8.7212999999999999E-2</c:v>
              </c:pt>
              <c:pt idx="559">
                <c:v>5.5254999999999999E-2</c:v>
              </c:pt>
              <c:pt idx="560">
                <c:v>-5.4115999999999997E-2</c:v>
              </c:pt>
              <c:pt idx="561">
                <c:v>4.3304000000000002E-2</c:v>
              </c:pt>
              <c:pt idx="562">
                <c:v>3.6930999999999999E-2</c:v>
              </c:pt>
              <c:pt idx="563">
                <c:v>8.4303000000000003E-2</c:v>
              </c:pt>
              <c:pt idx="564">
                <c:v>0.10745499999999999</c:v>
              </c:pt>
              <c:pt idx="565">
                <c:v>-7.5844999999999996E-2</c:v>
              </c:pt>
              <c:pt idx="566">
                <c:v>7.7966999999999995E-2</c:v>
              </c:pt>
              <c:pt idx="567">
                <c:v>5.2437999999999999E-2</c:v>
              </c:pt>
              <c:pt idx="568">
                <c:v>-0.13545199999999999</c:v>
              </c:pt>
              <c:pt idx="569">
                <c:v>0.52261500000000005</c:v>
              </c:pt>
              <c:pt idx="570">
                <c:v>-0.28672300000000001</c:v>
              </c:pt>
              <c:pt idx="571">
                <c:v>-0.58826900000000004</c:v>
              </c:pt>
              <c:pt idx="572">
                <c:v>-0.61126400000000003</c:v>
              </c:pt>
              <c:pt idx="573">
                <c:v>0.594136</c:v>
              </c:pt>
              <c:pt idx="574">
                <c:v>-0.33707900000000002</c:v>
              </c:pt>
              <c:pt idx="575">
                <c:v>0.239264</c:v>
              </c:pt>
              <c:pt idx="576">
                <c:v>-0.14643600000000001</c:v>
              </c:pt>
              <c:pt idx="577">
                <c:v>-0.115715</c:v>
              </c:pt>
              <c:pt idx="578">
                <c:v>9.4394000000000006E-2</c:v>
              </c:pt>
              <c:pt idx="579">
                <c:v>-0.1862</c:v>
              </c:pt>
              <c:pt idx="580">
                <c:v>-0.21438699999999999</c:v>
              </c:pt>
              <c:pt idx="581">
                <c:v>0.15016399999999999</c:v>
              </c:pt>
              <c:pt idx="582">
                <c:v>0.13747799999999999</c:v>
              </c:pt>
              <c:pt idx="583">
                <c:v>0.106821</c:v>
              </c:pt>
              <c:pt idx="584">
                <c:v>0.38692500000000002</c:v>
              </c:pt>
              <c:pt idx="585">
                <c:v>-0.59101700000000001</c:v>
              </c:pt>
              <c:pt idx="586">
                <c:v>0.74466500000000002</c:v>
              </c:pt>
              <c:pt idx="587">
                <c:v>-0.33904600000000001</c:v>
              </c:pt>
              <c:pt idx="588">
                <c:v>0.11469600000000001</c:v>
              </c:pt>
              <c:pt idx="589">
                <c:v>-6.3400999999999999E-2</c:v>
              </c:pt>
              <c:pt idx="590">
                <c:v>-0.31325799999999998</c:v>
              </c:pt>
              <c:pt idx="591">
                <c:v>7.7654000000000001E-2</c:v>
              </c:pt>
              <c:pt idx="592">
                <c:v>6.9310999999999998E-2</c:v>
              </c:pt>
              <c:pt idx="593">
                <c:v>0.12708700000000001</c:v>
              </c:pt>
              <c:pt idx="594">
                <c:v>-9.2182E-2</c:v>
              </c:pt>
              <c:pt idx="595">
                <c:v>-8.2850999999999994E-2</c:v>
              </c:pt>
              <c:pt idx="596">
                <c:v>-0.152115</c:v>
              </c:pt>
              <c:pt idx="597">
                <c:v>-7.9735E-2</c:v>
              </c:pt>
              <c:pt idx="598">
                <c:v>0.138818</c:v>
              </c:pt>
              <c:pt idx="599">
                <c:v>0.15389700000000001</c:v>
              </c:pt>
              <c:pt idx="600">
                <c:v>0.18148400000000001</c:v>
              </c:pt>
              <c:pt idx="601">
                <c:v>0.105951</c:v>
              </c:pt>
              <c:pt idx="602">
                <c:v>-6.7863999999999994E-2</c:v>
              </c:pt>
              <c:pt idx="603">
                <c:v>3.8425000000000001E-2</c:v>
              </c:pt>
              <c:pt idx="604">
                <c:v>-9.6844E-2</c:v>
              </c:pt>
              <c:pt idx="605">
                <c:v>0.14563999999999999</c:v>
              </c:pt>
              <c:pt idx="606">
                <c:v>-0.133941</c:v>
              </c:pt>
              <c:pt idx="607">
                <c:v>4.8987999999999997E-2</c:v>
              </c:pt>
              <c:pt idx="608">
                <c:v>-2.3413E-2</c:v>
              </c:pt>
              <c:pt idx="609">
                <c:v>-0.112413</c:v>
              </c:pt>
              <c:pt idx="610">
                <c:v>-0.10227700000000001</c:v>
              </c:pt>
              <c:pt idx="611">
                <c:v>-3.6519000000000003E-2</c:v>
              </c:pt>
              <c:pt idx="612">
                <c:v>-5.8230999999999998E-2</c:v>
              </c:pt>
              <c:pt idx="613">
                <c:v>7.5669E-2</c:v>
              </c:pt>
              <c:pt idx="614">
                <c:v>-8.9288999999999993E-2</c:v>
              </c:pt>
              <c:pt idx="615">
                <c:v>-0.18928</c:v>
              </c:pt>
              <c:pt idx="616">
                <c:v>0.108385</c:v>
              </c:pt>
              <c:pt idx="617">
                <c:v>0.108128</c:v>
              </c:pt>
              <c:pt idx="618">
                <c:v>-0.10989500000000001</c:v>
              </c:pt>
              <c:pt idx="619">
                <c:v>-8.7661000000000003E-2</c:v>
              </c:pt>
              <c:pt idx="620">
                <c:v>0.51251800000000003</c:v>
              </c:pt>
              <c:pt idx="621">
                <c:v>0.82545000000000002</c:v>
              </c:pt>
              <c:pt idx="622">
                <c:v>0.24693399999999999</c:v>
              </c:pt>
              <c:pt idx="623">
                <c:v>-0.50337299999999996</c:v>
              </c:pt>
              <c:pt idx="624">
                <c:v>-0.196687</c:v>
              </c:pt>
              <c:pt idx="625">
                <c:v>0.15393399999999999</c:v>
              </c:pt>
              <c:pt idx="626">
                <c:v>-9.9885000000000002E-2</c:v>
              </c:pt>
              <c:pt idx="627">
                <c:v>0.11262999999999999</c:v>
              </c:pt>
              <c:pt idx="628">
                <c:v>-0.168404</c:v>
              </c:pt>
              <c:pt idx="629">
                <c:v>-7.1846999999999994E-2</c:v>
              </c:pt>
              <c:pt idx="630">
                <c:v>5.5676000000000003E-2</c:v>
              </c:pt>
              <c:pt idx="631">
                <c:v>-6.0912000000000001E-2</c:v>
              </c:pt>
              <c:pt idx="632">
                <c:v>-4.1553E-2</c:v>
              </c:pt>
              <c:pt idx="633">
                <c:v>-4.4277999999999998E-2</c:v>
              </c:pt>
              <c:pt idx="634">
                <c:v>8.5610000000000006E-2</c:v>
              </c:pt>
              <c:pt idx="635">
                <c:v>0.100011</c:v>
              </c:pt>
              <c:pt idx="636">
                <c:v>-7.0468000000000003E-2</c:v>
              </c:pt>
              <c:pt idx="637">
                <c:v>-8.0596000000000001E-2</c:v>
              </c:pt>
              <c:pt idx="638">
                <c:v>-5.212E-2</c:v>
              </c:pt>
              <c:pt idx="639">
                <c:v>-5.6291000000000001E-2</c:v>
              </c:pt>
              <c:pt idx="640">
                <c:v>0.49446800000000002</c:v>
              </c:pt>
              <c:pt idx="641">
                <c:v>0.31517800000000001</c:v>
              </c:pt>
              <c:pt idx="642">
                <c:v>-0.59495799999999999</c:v>
              </c:pt>
              <c:pt idx="643">
                <c:v>-0.586314</c:v>
              </c:pt>
              <c:pt idx="644">
                <c:v>0.61627600000000005</c:v>
              </c:pt>
              <c:pt idx="645">
                <c:v>-0.34043899999999999</c:v>
              </c:pt>
              <c:pt idx="646">
                <c:v>0.23175100000000001</c:v>
              </c:pt>
              <c:pt idx="647">
                <c:v>-0.161826</c:v>
              </c:pt>
              <c:pt idx="648">
                <c:v>-0.11228299999999999</c:v>
              </c:pt>
              <c:pt idx="649">
                <c:v>9.0318999999999997E-2</c:v>
              </c:pt>
              <c:pt idx="650">
                <c:v>6.8509E-2</c:v>
              </c:pt>
              <c:pt idx="651">
                <c:v>-0.21746499999999999</c:v>
              </c:pt>
              <c:pt idx="652">
                <c:v>-0.13725100000000001</c:v>
              </c:pt>
              <c:pt idx="653">
                <c:v>-0.167156</c:v>
              </c:pt>
              <c:pt idx="654">
                <c:v>9.9653000000000005E-2</c:v>
              </c:pt>
              <c:pt idx="655">
                <c:v>0.366838</c:v>
              </c:pt>
              <c:pt idx="656">
                <c:v>0.54269999999999996</c:v>
              </c:pt>
              <c:pt idx="657">
                <c:v>0.686805</c:v>
              </c:pt>
              <c:pt idx="658">
                <c:v>-0.49488199999999999</c:v>
              </c:pt>
              <c:pt idx="659">
                <c:v>-0.17957400000000001</c:v>
              </c:pt>
              <c:pt idx="660">
                <c:v>-7.1421999999999999E-2</c:v>
              </c:pt>
              <c:pt idx="661">
                <c:v>-6.6830000000000001E-2</c:v>
              </c:pt>
              <c:pt idx="662">
                <c:v>-0.319907</c:v>
              </c:pt>
              <c:pt idx="663">
                <c:v>7.8184000000000003E-2</c:v>
              </c:pt>
              <c:pt idx="664">
                <c:v>0.12912799999999999</c:v>
              </c:pt>
              <c:pt idx="665">
                <c:v>0.126833</c:v>
              </c:pt>
              <c:pt idx="666">
                <c:v>-8.4575999999999998E-2</c:v>
              </c:pt>
              <c:pt idx="667">
                <c:v>-0.13206599999999999</c:v>
              </c:pt>
              <c:pt idx="668">
                <c:v>-0.12305099999999999</c:v>
              </c:pt>
              <c:pt idx="669">
                <c:v>-0.15909999999999999</c:v>
              </c:pt>
              <c:pt idx="670">
                <c:v>0.189467</c:v>
              </c:pt>
              <c:pt idx="671">
                <c:v>0.160881</c:v>
              </c:pt>
              <c:pt idx="672">
                <c:v>0.18113499999999999</c:v>
              </c:pt>
              <c:pt idx="673">
                <c:v>6.6321000000000005E-2</c:v>
              </c:pt>
              <c:pt idx="674">
                <c:v>-6.3464999999999994E-2</c:v>
              </c:pt>
              <c:pt idx="675">
                <c:v>-3.6226000000000001E-2</c:v>
              </c:pt>
              <c:pt idx="676">
                <c:v>0.14252799999999999</c:v>
              </c:pt>
              <c:pt idx="677">
                <c:v>-0.139458</c:v>
              </c:pt>
              <c:pt idx="678">
                <c:v>3.6445999999999999E-2</c:v>
              </c:pt>
              <c:pt idx="679">
                <c:v>3.2319000000000001E-2</c:v>
              </c:pt>
              <c:pt idx="680">
                <c:v>-0.11604299999999999</c:v>
              </c:pt>
              <c:pt idx="681">
                <c:v>-0.103378</c:v>
              </c:pt>
              <c:pt idx="682">
                <c:v>4.0119000000000002E-2</c:v>
              </c:pt>
              <c:pt idx="683">
                <c:v>-1.7897E-2</c:v>
              </c:pt>
              <c:pt idx="684">
                <c:v>-7.6954999999999996E-2</c:v>
              </c:pt>
              <c:pt idx="685">
                <c:v>-0.10097200000000001</c:v>
              </c:pt>
              <c:pt idx="686">
                <c:v>-0.12992999999999999</c:v>
              </c:pt>
              <c:pt idx="687">
                <c:v>0.15193000000000001</c:v>
              </c:pt>
              <c:pt idx="688">
                <c:v>0.11193599999999999</c:v>
              </c:pt>
              <c:pt idx="689">
                <c:v>-0.10964500000000001</c:v>
              </c:pt>
              <c:pt idx="690">
                <c:v>-9.6768999999999994E-2</c:v>
              </c:pt>
              <c:pt idx="691">
                <c:v>0.31675599999999998</c:v>
              </c:pt>
              <c:pt idx="692">
                <c:v>0.82417200000000002</c:v>
              </c:pt>
              <c:pt idx="693">
                <c:v>-0.18710299999999999</c:v>
              </c:pt>
              <c:pt idx="694">
                <c:v>-0.36542000000000002</c:v>
              </c:pt>
              <c:pt idx="695">
                <c:v>-0.35019600000000001</c:v>
              </c:pt>
              <c:pt idx="696">
                <c:v>-0.191969</c:v>
              </c:pt>
              <c:pt idx="697">
                <c:v>-9.2526999999999998E-2</c:v>
              </c:pt>
              <c:pt idx="698">
                <c:v>0.118759</c:v>
              </c:pt>
              <c:pt idx="699">
                <c:v>-7.9528000000000001E-2</c:v>
              </c:pt>
              <c:pt idx="700">
                <c:v>-0.17687700000000001</c:v>
              </c:pt>
              <c:pt idx="701">
                <c:v>8.3093E-2</c:v>
              </c:pt>
              <c:pt idx="702">
                <c:v>-6.1142000000000002E-2</c:v>
              </c:pt>
              <c:pt idx="703">
                <c:v>-4.9050000000000003E-2</c:v>
              </c:pt>
              <c:pt idx="704">
                <c:v>4.2465999999999997E-2</c:v>
              </c:pt>
              <c:pt idx="705">
                <c:v>-4.0788999999999999E-2</c:v>
              </c:pt>
              <c:pt idx="706">
                <c:v>0.101226</c:v>
              </c:pt>
              <c:pt idx="707">
                <c:v>-7.2036000000000003E-2</c:v>
              </c:pt>
              <c:pt idx="708">
                <c:v>6.6369999999999998E-2</c:v>
              </c:pt>
              <c:pt idx="709">
                <c:v>-6.0095999999999997E-2</c:v>
              </c:pt>
              <c:pt idx="710">
                <c:v>5.3421000000000003E-2</c:v>
              </c:pt>
              <c:pt idx="711">
                <c:v>-0.28809499999999999</c:v>
              </c:pt>
              <c:pt idx="712">
                <c:v>0.50572099999999998</c:v>
              </c:pt>
              <c:pt idx="713">
                <c:v>0.301815</c:v>
              </c:pt>
              <c:pt idx="714">
                <c:v>-0.53473400000000004</c:v>
              </c:pt>
              <c:pt idx="715">
                <c:v>-0.63772799999999996</c:v>
              </c:pt>
              <c:pt idx="716">
                <c:v>-0.35981999999999997</c:v>
              </c:pt>
              <c:pt idx="717">
                <c:v>-0.322023</c:v>
              </c:pt>
              <c:pt idx="718">
                <c:v>-0.133799</c:v>
              </c:pt>
              <c:pt idx="719">
                <c:v>-0.10531600000000001</c:v>
              </c:pt>
              <c:pt idx="720">
                <c:v>-0.11501599999999999</c:v>
              </c:pt>
              <c:pt idx="721">
                <c:v>6.2467000000000002E-2</c:v>
              </c:pt>
              <c:pt idx="722">
                <c:v>-0.204683</c:v>
              </c:pt>
              <c:pt idx="723">
                <c:v>0.20380699999999999</c:v>
              </c:pt>
              <c:pt idx="724">
                <c:v>-0.149982</c:v>
              </c:pt>
              <c:pt idx="725">
                <c:v>-0.106765</c:v>
              </c:pt>
              <c:pt idx="726">
                <c:v>-0.265787</c:v>
              </c:pt>
              <c:pt idx="727">
                <c:v>0.36829200000000001</c:v>
              </c:pt>
              <c:pt idx="728">
                <c:v>0.67891599999999996</c:v>
              </c:pt>
              <c:pt idx="729">
                <c:v>0.53451099999999996</c:v>
              </c:pt>
              <c:pt idx="730">
                <c:v>-0.26842700000000003</c:v>
              </c:pt>
              <c:pt idx="731">
                <c:v>-7.7998999999999999E-2</c:v>
              </c:pt>
              <c:pt idx="732">
                <c:v>-7.4855000000000005E-2</c:v>
              </c:pt>
              <c:pt idx="733">
                <c:v>-0.31951400000000002</c:v>
              </c:pt>
              <c:pt idx="734">
                <c:v>9.4911999999999996E-2</c:v>
              </c:pt>
              <c:pt idx="735">
                <c:v>-0.128881</c:v>
              </c:pt>
              <c:pt idx="736">
                <c:v>0.13040299999999999</c:v>
              </c:pt>
              <c:pt idx="737">
                <c:v>5.0455E-2</c:v>
              </c:pt>
              <c:pt idx="738">
                <c:v>-6.9724999999999995E-2</c:v>
              </c:pt>
              <c:pt idx="739">
                <c:v>-0.127132</c:v>
              </c:pt>
              <c:pt idx="740">
                <c:v>7.2492000000000001E-2</c:v>
              </c:pt>
              <c:pt idx="741">
                <c:v>0.154338</c:v>
              </c:pt>
              <c:pt idx="742">
                <c:v>-0.10091600000000001</c:v>
              </c:pt>
              <c:pt idx="743">
                <c:v>0.16963600000000001</c:v>
              </c:pt>
              <c:pt idx="744">
                <c:v>-6.1598E-2</c:v>
              </c:pt>
              <c:pt idx="745">
                <c:v>-5.2177000000000001E-2</c:v>
              </c:pt>
              <c:pt idx="746">
                <c:v>4.6295000000000003E-2</c:v>
              </c:pt>
              <c:pt idx="747">
                <c:v>0.124755</c:v>
              </c:pt>
              <c:pt idx="748">
                <c:v>0.14122299999999999</c:v>
              </c:pt>
              <c:pt idx="749">
                <c:v>6.8089999999999998E-2</c:v>
              </c:pt>
              <c:pt idx="750">
                <c:v>5.6008000000000002E-2</c:v>
              </c:pt>
              <c:pt idx="751">
                <c:v>-2.7038E-2</c:v>
              </c:pt>
              <c:pt idx="752">
                <c:v>-0.108696</c:v>
              </c:pt>
              <c:pt idx="753">
                <c:v>5.0458999999999997E-2</c:v>
              </c:pt>
              <c:pt idx="754">
                <c:v>3.7432E-2</c:v>
              </c:pt>
              <c:pt idx="755">
                <c:v>-6.3829999999999998E-2</c:v>
              </c:pt>
              <c:pt idx="756">
                <c:v>-0.11416800000000001</c:v>
              </c:pt>
              <c:pt idx="757">
                <c:v>-7.7732999999999997E-2</c:v>
              </c:pt>
              <c:pt idx="758">
                <c:v>0.15001700000000001</c:v>
              </c:pt>
              <c:pt idx="759">
                <c:v>0.109222</c:v>
              </c:pt>
              <c:pt idx="760">
                <c:v>9.5061000000000007E-2</c:v>
              </c:pt>
              <c:pt idx="761">
                <c:v>-0.105458</c:v>
              </c:pt>
              <c:pt idx="762">
                <c:v>6.3727000000000006E-2</c:v>
              </c:pt>
              <c:pt idx="763">
                <c:v>0.52199899999999999</c:v>
              </c:pt>
              <c:pt idx="764">
                <c:v>0.81382900000000002</c:v>
              </c:pt>
              <c:pt idx="765">
                <c:v>0.31942999999999999</c:v>
              </c:pt>
              <c:pt idx="766">
                <c:v>-0.36812699999999998</c:v>
              </c:pt>
              <c:pt idx="767">
                <c:v>-0.19439600000000001</c:v>
              </c:pt>
              <c:pt idx="768">
                <c:v>0.13181999999999999</c:v>
              </c:pt>
              <c:pt idx="769">
                <c:v>-9.9363000000000007E-2</c:v>
              </c:pt>
              <c:pt idx="770">
                <c:v>0.113902</c:v>
              </c:pt>
              <c:pt idx="771">
                <c:v>-0.17893500000000001</c:v>
              </c:pt>
              <c:pt idx="772">
                <c:v>-7.2554999999999994E-2</c:v>
              </c:pt>
              <c:pt idx="773">
                <c:v>6.1407999999999997E-2</c:v>
              </c:pt>
              <c:pt idx="774">
                <c:v>-4.4982000000000001E-2</c:v>
              </c:pt>
              <c:pt idx="775">
                <c:v>3.8817999999999998E-2</c:v>
              </c:pt>
              <c:pt idx="776">
                <c:v>3.9390000000000001E-2</c:v>
              </c:pt>
              <c:pt idx="777">
                <c:v>7.5416999999999998E-2</c:v>
              </c:pt>
              <c:pt idx="778">
                <c:v>0.124144</c:v>
              </c:pt>
              <c:pt idx="779">
                <c:v>6.9091E-2</c:v>
              </c:pt>
              <c:pt idx="780">
                <c:v>-7.4897000000000005E-2</c:v>
              </c:pt>
              <c:pt idx="781">
                <c:v>-4.9385999999999999E-2</c:v>
              </c:pt>
              <c:pt idx="782">
                <c:v>-0.136291</c:v>
              </c:pt>
              <c:pt idx="783">
                <c:v>0.45722000000000002</c:v>
              </c:pt>
              <c:pt idx="784">
                <c:v>-0.327407</c:v>
              </c:pt>
              <c:pt idx="785">
                <c:v>-0.585673</c:v>
              </c:pt>
              <c:pt idx="786">
                <c:v>-0.60364899999999999</c:v>
              </c:pt>
              <c:pt idx="787">
                <c:v>0.64095599999999997</c:v>
              </c:pt>
              <c:pt idx="788">
                <c:v>-0.31049199999999999</c:v>
              </c:pt>
              <c:pt idx="789">
                <c:v>0.19882</c:v>
              </c:pt>
              <c:pt idx="790">
                <c:v>-0.155109</c:v>
              </c:pt>
              <c:pt idx="791">
                <c:v>-0.108959</c:v>
              </c:pt>
              <c:pt idx="792">
                <c:v>-7.1767999999999998E-2</c:v>
              </c:pt>
              <c:pt idx="793">
                <c:v>5.3997999999999997E-2</c:v>
              </c:pt>
              <c:pt idx="794">
                <c:v>0.197959</c:v>
              </c:pt>
              <c:pt idx="795">
                <c:v>-0.140539</c:v>
              </c:pt>
              <c:pt idx="796">
                <c:v>-0.15895100000000001</c:v>
              </c:pt>
              <c:pt idx="797">
                <c:v>0.10956299999999999</c:v>
              </c:pt>
              <c:pt idx="798">
                <c:v>0.38770900000000003</c:v>
              </c:pt>
              <c:pt idx="799">
                <c:v>0.53807300000000002</c:v>
              </c:pt>
              <c:pt idx="800">
                <c:v>0.7238</c:v>
              </c:pt>
              <c:pt idx="801">
                <c:v>-0.51868400000000003</c:v>
              </c:pt>
              <c:pt idx="802">
                <c:v>0.138574</c:v>
              </c:pt>
              <c:pt idx="803">
                <c:v>7.7032000000000003E-2</c:v>
              </c:pt>
              <c:pt idx="804">
                <c:v>-0.33129900000000001</c:v>
              </c:pt>
              <c:pt idx="805">
                <c:v>-0.10649</c:v>
              </c:pt>
              <c:pt idx="806">
                <c:v>7.0129999999999998E-2</c:v>
              </c:pt>
              <c:pt idx="807">
                <c:v>0.14669499999999999</c:v>
              </c:pt>
              <c:pt idx="808">
                <c:v>8.8345999999999994E-2</c:v>
              </c:pt>
              <c:pt idx="809">
                <c:v>-7.5643000000000002E-2</c:v>
              </c:pt>
              <c:pt idx="810">
                <c:v>-0.142095</c:v>
              </c:pt>
              <c:pt idx="811">
                <c:v>-0.114275</c:v>
              </c:pt>
              <c:pt idx="812">
                <c:v>-0.147621</c:v>
              </c:pt>
              <c:pt idx="813">
                <c:v>0.16318099999999999</c:v>
              </c:pt>
              <c:pt idx="814">
                <c:v>0.18878300000000001</c:v>
              </c:pt>
              <c:pt idx="815">
                <c:v>0.18548600000000001</c:v>
              </c:pt>
              <c:pt idx="816">
                <c:v>-5.7222000000000002E-2</c:v>
              </c:pt>
              <c:pt idx="817">
                <c:v>-5.2024000000000001E-2</c:v>
              </c:pt>
              <c:pt idx="818">
                <c:v>-4.6196000000000001E-2</c:v>
              </c:pt>
              <c:pt idx="819">
                <c:v>0.15264900000000001</c:v>
              </c:pt>
              <c:pt idx="820">
                <c:v>-0.13215499999999999</c:v>
              </c:pt>
              <c:pt idx="821">
                <c:v>4.7624E-2</c:v>
              </c:pt>
              <c:pt idx="822">
                <c:v>3.0776999999999999E-2</c:v>
              </c:pt>
              <c:pt idx="823">
                <c:v>-0.104438</c:v>
              </c:pt>
              <c:pt idx="824">
                <c:v>-9.9703E-2</c:v>
              </c:pt>
              <c:pt idx="825">
                <c:v>-3.7973E-2</c:v>
              </c:pt>
              <c:pt idx="826">
                <c:v>-6.0900999999999997E-2</c:v>
              </c:pt>
              <c:pt idx="827">
                <c:v>6.0814E-2</c:v>
              </c:pt>
              <c:pt idx="828">
                <c:v>-0.11143599999999999</c:v>
              </c:pt>
              <c:pt idx="829">
                <c:v>0.13687299999999999</c:v>
              </c:pt>
              <c:pt idx="830">
                <c:v>0.121728</c:v>
              </c:pt>
              <c:pt idx="831">
                <c:v>0.13256299999999999</c:v>
              </c:pt>
              <c:pt idx="832">
                <c:v>-0.108691</c:v>
              </c:pt>
              <c:pt idx="833">
                <c:v>-8.4426000000000001E-2</c:v>
              </c:pt>
              <c:pt idx="834">
                <c:v>0.28638400000000003</c:v>
              </c:pt>
              <c:pt idx="835">
                <c:v>0.79356199999999999</c:v>
              </c:pt>
              <c:pt idx="836">
                <c:v>-0.18662400000000001</c:v>
              </c:pt>
              <c:pt idx="837">
                <c:v>-0.60638099999999995</c:v>
              </c:pt>
              <c:pt idx="838">
                <c:v>-0.23333599999999999</c:v>
              </c:pt>
              <c:pt idx="839">
                <c:v>-0.19486500000000001</c:v>
              </c:pt>
              <c:pt idx="840">
                <c:v>-0.117761</c:v>
              </c:pt>
              <c:pt idx="841">
                <c:v>0.10918799999999999</c:v>
              </c:pt>
              <c:pt idx="842">
                <c:v>-6.7183000000000007E-2</c:v>
              </c:pt>
              <c:pt idx="843">
                <c:v>-0.172572</c:v>
              </c:pt>
              <c:pt idx="844">
                <c:v>-8.0937999999999996E-2</c:v>
              </c:pt>
              <c:pt idx="845">
                <c:v>6.4491999999999994E-2</c:v>
              </c:pt>
              <c:pt idx="846">
                <c:v>-4.6565000000000002E-2</c:v>
              </c:pt>
              <c:pt idx="847">
                <c:v>-4.2375999999999997E-2</c:v>
              </c:pt>
              <c:pt idx="848">
                <c:v>-4.5326999999999999E-2</c:v>
              </c:pt>
              <c:pt idx="849">
                <c:v>9.5461000000000004E-2</c:v>
              </c:pt>
              <c:pt idx="850">
                <c:v>9.1864000000000001E-2</c:v>
              </c:pt>
              <c:pt idx="851">
                <c:v>7.6006000000000004E-2</c:v>
              </c:pt>
              <c:pt idx="852">
                <c:v>7.0305000000000006E-2</c:v>
              </c:pt>
              <c:pt idx="853">
                <c:v>-7.2068999999999994E-2</c:v>
              </c:pt>
              <c:pt idx="854">
                <c:v>-0.28002300000000002</c:v>
              </c:pt>
              <c:pt idx="855">
                <c:v>0.498083</c:v>
              </c:pt>
              <c:pt idx="856">
                <c:v>0.27684799999999998</c:v>
              </c:pt>
              <c:pt idx="857">
                <c:v>-0.59149200000000002</c:v>
              </c:pt>
              <c:pt idx="858">
                <c:v>0.62687300000000001</c:v>
              </c:pt>
              <c:pt idx="859">
                <c:v>-0.33877000000000002</c:v>
              </c:pt>
              <c:pt idx="860">
                <c:v>-0.32596399999999998</c:v>
              </c:pt>
              <c:pt idx="861">
                <c:v>-0.13217200000000001</c:v>
              </c:pt>
              <c:pt idx="862">
                <c:v>-0.101746</c:v>
              </c:pt>
              <c:pt idx="863">
                <c:v>0.119075</c:v>
              </c:pt>
              <c:pt idx="864">
                <c:v>5.8317000000000001E-2</c:v>
              </c:pt>
              <c:pt idx="865">
                <c:v>-0.188002</c:v>
              </c:pt>
              <c:pt idx="866">
                <c:v>0.215896</c:v>
              </c:pt>
              <c:pt idx="867">
                <c:v>-0.15634700000000001</c:v>
              </c:pt>
              <c:pt idx="868">
                <c:v>0.119809</c:v>
              </c:pt>
              <c:pt idx="869">
                <c:v>-0.25927800000000001</c:v>
              </c:pt>
              <c:pt idx="870">
                <c:v>0.36874099999999999</c:v>
              </c:pt>
              <c:pt idx="871">
                <c:v>0.27191900000000002</c:v>
              </c:pt>
              <c:pt idx="872">
                <c:v>0.15490000000000001</c:v>
              </c:pt>
              <c:pt idx="873">
                <c:v>-9.3879000000000004E-2</c:v>
              </c:pt>
              <c:pt idx="874">
                <c:v>-3.7925E-2</c:v>
              </c:pt>
              <c:pt idx="875">
                <c:v>-2.3607E-2</c:v>
              </c:pt>
              <c:pt idx="876">
                <c:v>-0.34090399999999998</c:v>
              </c:pt>
              <c:pt idx="877">
                <c:v>0.37381999999999999</c:v>
              </c:pt>
              <c:pt idx="878">
                <c:v>-0.25620599999999999</c:v>
              </c:pt>
              <c:pt idx="879">
                <c:v>0.19215199999999999</c:v>
              </c:pt>
              <c:pt idx="880">
                <c:v>-0.28547600000000001</c:v>
              </c:pt>
              <c:pt idx="881">
                <c:v>-0.33380599999999999</c:v>
              </c:pt>
              <c:pt idx="882">
                <c:v>-0.16859099999999999</c:v>
              </c:pt>
              <c:pt idx="883">
                <c:v>0.102825</c:v>
              </c:pt>
              <c:pt idx="884">
                <c:v>4.8347000000000001E-2</c:v>
              </c:pt>
              <c:pt idx="885">
                <c:v>4.6516000000000002E-2</c:v>
              </c:pt>
              <c:pt idx="886">
                <c:v>-0.14894299999999999</c:v>
              </c:pt>
              <c:pt idx="887">
                <c:v>0.14366499999999999</c:v>
              </c:pt>
              <c:pt idx="888">
                <c:v>7.9338000000000006E-2</c:v>
              </c:pt>
              <c:pt idx="889">
                <c:v>-0.11809699999999999</c:v>
              </c:pt>
              <c:pt idx="890">
                <c:v>6.9820999999999994E-2</c:v>
              </c:pt>
              <c:pt idx="891">
                <c:v>0.33686500000000003</c:v>
              </c:pt>
              <c:pt idx="892">
                <c:v>-0.35017700000000002</c:v>
              </c:pt>
              <c:pt idx="893">
                <c:v>0.34426600000000002</c:v>
              </c:pt>
              <c:pt idx="894">
                <c:v>-0.34018999999999999</c:v>
              </c:pt>
              <c:pt idx="895">
                <c:v>0.61436999999999997</c:v>
              </c:pt>
              <c:pt idx="896">
                <c:v>0.35573500000000002</c:v>
              </c:pt>
              <c:pt idx="897">
                <c:v>-0.29128300000000001</c:v>
              </c:pt>
              <c:pt idx="898">
                <c:v>0.21096400000000001</c:v>
              </c:pt>
              <c:pt idx="899">
                <c:v>-0.18983800000000001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6871-664C-9B39-A5C4B0CE180C}"/>
            </c:ext>
          </c:extLst>
        </c:ser>
        <c:ser>
          <c:idx val="1"/>
          <c:order val="1"/>
          <c:tx>
            <c:v>下手</c:v>
          </c:tx>
          <c:spPr>
            <a:ln w="14288">
              <a:solidFill>
                <a:srgbClr val="FFB33F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900"/>
              <c:pt idx="0">
                <c:v>3.90625E-2</c:v>
              </c:pt>
              <c:pt idx="1">
                <c:v>0.650390625</c:v>
              </c:pt>
              <c:pt idx="2">
                <c:v>1.071289062</c:v>
              </c:pt>
              <c:pt idx="3">
                <c:v>1.354492187</c:v>
              </c:pt>
              <c:pt idx="4">
                <c:v>1.708007812</c:v>
              </c:pt>
              <c:pt idx="5">
                <c:v>2.150390625</c:v>
              </c:pt>
              <c:pt idx="6">
                <c:v>2.798828125</c:v>
              </c:pt>
              <c:pt idx="7">
                <c:v>2.845703125</c:v>
              </c:pt>
              <c:pt idx="8">
                <c:v>3.375</c:v>
              </c:pt>
              <c:pt idx="9">
                <c:v>4.053710937</c:v>
              </c:pt>
              <c:pt idx="10">
                <c:v>4.4140625</c:v>
              </c:pt>
              <c:pt idx="11">
                <c:v>4.48046875</c:v>
              </c:pt>
              <c:pt idx="12">
                <c:v>4.948242187</c:v>
              </c:pt>
              <c:pt idx="13">
                <c:v>5.415039062</c:v>
              </c:pt>
              <c:pt idx="14">
                <c:v>6.064453125</c:v>
              </c:pt>
              <c:pt idx="15">
                <c:v>6.416015625</c:v>
              </c:pt>
              <c:pt idx="16">
                <c:v>6.62109375</c:v>
              </c:pt>
              <c:pt idx="17">
                <c:v>7.021484375</c:v>
              </c:pt>
              <c:pt idx="18">
                <c:v>7.624023437</c:v>
              </c:pt>
              <c:pt idx="19">
                <c:v>7.833984375</c:v>
              </c:pt>
              <c:pt idx="20">
                <c:v>8.341796875</c:v>
              </c:pt>
              <c:pt idx="21">
                <c:v>8.904296875</c:v>
              </c:pt>
              <c:pt idx="22">
                <c:v>9.298828125</c:v>
              </c:pt>
              <c:pt idx="23">
                <c:v>9.427734375</c:v>
              </c:pt>
              <c:pt idx="24">
                <c:v>10.151367187</c:v>
              </c:pt>
              <c:pt idx="25">
                <c:v>10.258789062</c:v>
              </c:pt>
              <c:pt idx="26">
                <c:v>10.591796875</c:v>
              </c:pt>
              <c:pt idx="27">
                <c:v>10.985351562</c:v>
              </c:pt>
              <c:pt idx="28">
                <c:v>11.5234375</c:v>
              </c:pt>
              <c:pt idx="29">
                <c:v>11.962890625</c:v>
              </c:pt>
              <c:pt idx="30">
                <c:v>12.306640625</c:v>
              </c:pt>
              <c:pt idx="31">
                <c:v>12.971679687</c:v>
              </c:pt>
              <c:pt idx="32">
                <c:v>13.166992187</c:v>
              </c:pt>
              <c:pt idx="33">
                <c:v>13.432617187</c:v>
              </c:pt>
              <c:pt idx="34">
                <c:v>13.953125</c:v>
              </c:pt>
              <c:pt idx="35">
                <c:v>14.331054687</c:v>
              </c:pt>
              <c:pt idx="36">
                <c:v>15.015625</c:v>
              </c:pt>
              <c:pt idx="37">
                <c:v>15.026367187</c:v>
              </c:pt>
              <c:pt idx="38">
                <c:v>15.599609375</c:v>
              </c:pt>
              <c:pt idx="39">
                <c:v>15.87890625</c:v>
              </c:pt>
              <c:pt idx="40">
                <c:v>16.390625</c:v>
              </c:pt>
              <c:pt idx="41">
                <c:v>16.895507812000002</c:v>
              </c:pt>
              <c:pt idx="42">
                <c:v>17.157226562000002</c:v>
              </c:pt>
              <c:pt idx="43">
                <c:v>17.844726562000002</c:v>
              </c:pt>
              <c:pt idx="44">
                <c:v>17.947265625</c:v>
              </c:pt>
              <c:pt idx="45">
                <c:v>18.279296875</c:v>
              </c:pt>
              <c:pt idx="46">
                <c:v>18.751953125</c:v>
              </c:pt>
              <c:pt idx="47">
                <c:v>19.455078125</c:v>
              </c:pt>
              <c:pt idx="48">
                <c:v>19.809570312000002</c:v>
              </c:pt>
              <c:pt idx="49">
                <c:v>20.23828125</c:v>
              </c:pt>
              <c:pt idx="50">
                <c:v>20.53125</c:v>
              </c:pt>
              <c:pt idx="51">
                <c:v>21.080078125</c:v>
              </c:pt>
              <c:pt idx="52">
                <c:v>21.28515625</c:v>
              </c:pt>
              <c:pt idx="53">
                <c:v>21.74609375</c:v>
              </c:pt>
              <c:pt idx="54">
                <c:v>22.037109375</c:v>
              </c:pt>
              <c:pt idx="55">
                <c:v>22.3828125</c:v>
              </c:pt>
              <c:pt idx="56">
                <c:v>22.872070312000002</c:v>
              </c:pt>
              <c:pt idx="57">
                <c:v>23.149414062000002</c:v>
              </c:pt>
              <c:pt idx="58">
                <c:v>23.875</c:v>
              </c:pt>
              <c:pt idx="59">
                <c:v>24.149414062000002</c:v>
              </c:pt>
              <c:pt idx="60">
                <c:v>24.416992187000002</c:v>
              </c:pt>
              <c:pt idx="61">
                <c:v>25.038085937000002</c:v>
              </c:pt>
              <c:pt idx="62">
                <c:v>25.4765625</c:v>
              </c:pt>
              <c:pt idx="63">
                <c:v>25.62109375</c:v>
              </c:pt>
              <c:pt idx="64">
                <c:v>26.009765625</c:v>
              </c:pt>
              <c:pt idx="65">
                <c:v>26.622070312000002</c:v>
              </c:pt>
              <c:pt idx="66">
                <c:v>26.83984375</c:v>
              </c:pt>
              <c:pt idx="67">
                <c:v>27.313476562000002</c:v>
              </c:pt>
              <c:pt idx="68">
                <c:v>27.663085937000002</c:v>
              </c:pt>
              <c:pt idx="69">
                <c:v>28.108398437000002</c:v>
              </c:pt>
              <c:pt idx="70">
                <c:v>28.627929687000002</c:v>
              </c:pt>
              <c:pt idx="71">
                <c:v>29.047851562000002</c:v>
              </c:pt>
              <c:pt idx="72">
                <c:v>29.641601562000002</c:v>
              </c:pt>
              <c:pt idx="73">
                <c:v>30.025390625</c:v>
              </c:pt>
              <c:pt idx="74">
                <c:v>30.0625</c:v>
              </c:pt>
              <c:pt idx="75">
                <c:v>30.54296875</c:v>
              </c:pt>
              <c:pt idx="76">
                <c:v>30.930664062000002</c:v>
              </c:pt>
              <c:pt idx="77">
                <c:v>31.274414062000002</c:v>
              </c:pt>
              <c:pt idx="78">
                <c:v>32.03125</c:v>
              </c:pt>
              <c:pt idx="79">
                <c:v>32.318359375</c:v>
              </c:pt>
              <c:pt idx="80">
                <c:v>32.891601561999998</c:v>
              </c:pt>
              <c:pt idx="81">
                <c:v>33.107421875</c:v>
              </c:pt>
              <c:pt idx="82">
                <c:v>33.552734375</c:v>
              </c:pt>
              <c:pt idx="83">
                <c:v>33.713867186999998</c:v>
              </c:pt>
              <c:pt idx="84">
                <c:v>34.233398436999998</c:v>
              </c:pt>
              <c:pt idx="85">
                <c:v>34.705078125</c:v>
              </c:pt>
              <c:pt idx="86">
                <c:v>35.259765625</c:v>
              </c:pt>
              <c:pt idx="87">
                <c:v>35.356445311999998</c:v>
              </c:pt>
              <c:pt idx="88">
                <c:v>36.006835936999998</c:v>
              </c:pt>
              <c:pt idx="89">
                <c:v>36.491210936999998</c:v>
              </c:pt>
              <c:pt idx="90">
                <c:v>36.943359375</c:v>
              </c:pt>
              <c:pt idx="91">
                <c:v>36.977539061999998</c:v>
              </c:pt>
              <c:pt idx="92">
                <c:v>37.553710936999998</c:v>
              </c:pt>
              <c:pt idx="93">
                <c:v>38.111328125</c:v>
              </c:pt>
              <c:pt idx="94">
                <c:v>38.483398436999998</c:v>
              </c:pt>
              <c:pt idx="95">
                <c:v>38.924804686999998</c:v>
              </c:pt>
              <c:pt idx="96">
                <c:v>39.025390625</c:v>
              </c:pt>
              <c:pt idx="97">
                <c:v>39.639648436999998</c:v>
              </c:pt>
              <c:pt idx="98">
                <c:v>39.916015625</c:v>
              </c:pt>
              <c:pt idx="99">
                <c:v>40.2265625</c:v>
              </c:pt>
              <c:pt idx="100">
                <c:v>40.6640625</c:v>
              </c:pt>
              <c:pt idx="101">
                <c:v>41.102539061999998</c:v>
              </c:pt>
              <c:pt idx="102">
                <c:v>41.71875</c:v>
              </c:pt>
              <c:pt idx="103">
                <c:v>41.866210936999998</c:v>
              </c:pt>
              <c:pt idx="104">
                <c:v>42.4453125</c:v>
              </c:pt>
              <c:pt idx="105">
                <c:v>43.030273436999998</c:v>
              </c:pt>
              <c:pt idx="106">
                <c:v>43.0859375</c:v>
              </c:pt>
              <c:pt idx="107">
                <c:v>43.755859375</c:v>
              </c:pt>
              <c:pt idx="108">
                <c:v>44.01953125</c:v>
              </c:pt>
              <c:pt idx="109">
                <c:v>44.579101561999998</c:v>
              </c:pt>
              <c:pt idx="110">
                <c:v>44.715820311999998</c:v>
              </c:pt>
              <c:pt idx="111">
                <c:v>45.133789061999998</c:v>
              </c:pt>
              <c:pt idx="112">
                <c:v>45.604492186999998</c:v>
              </c:pt>
              <c:pt idx="113">
                <c:v>46.294921875</c:v>
              </c:pt>
              <c:pt idx="114">
                <c:v>46.594726561999998</c:v>
              </c:pt>
              <c:pt idx="115">
                <c:v>46.75390625</c:v>
              </c:pt>
              <c:pt idx="116">
                <c:v>47.380859375</c:v>
              </c:pt>
              <c:pt idx="117">
                <c:v>47.6484375</c:v>
              </c:pt>
              <c:pt idx="118">
                <c:v>48.009765625</c:v>
              </c:pt>
              <c:pt idx="119">
                <c:v>48.36328125</c:v>
              </c:pt>
              <c:pt idx="120">
                <c:v>49.084960936999998</c:v>
              </c:pt>
              <c:pt idx="121">
                <c:v>49.426757811999998</c:v>
              </c:pt>
              <c:pt idx="122">
                <c:v>49.720703125</c:v>
              </c:pt>
              <c:pt idx="123">
                <c:v>50.309570311999998</c:v>
              </c:pt>
              <c:pt idx="124">
                <c:v>50.572265625</c:v>
              </c:pt>
              <c:pt idx="125">
                <c:v>50.93359375</c:v>
              </c:pt>
              <c:pt idx="126">
                <c:v>51.381835936999998</c:v>
              </c:pt>
              <c:pt idx="127">
                <c:v>51.748046875</c:v>
              </c:pt>
              <c:pt idx="128">
                <c:v>52.33203125</c:v>
              </c:pt>
              <c:pt idx="129">
                <c:v>52.682617186999998</c:v>
              </c:pt>
              <c:pt idx="130">
                <c:v>52.947265625</c:v>
              </c:pt>
              <c:pt idx="131">
                <c:v>53.5703125</c:v>
              </c:pt>
              <c:pt idx="132">
                <c:v>54.005859375</c:v>
              </c:pt>
              <c:pt idx="133">
                <c:v>54.09765625</c:v>
              </c:pt>
              <c:pt idx="134">
                <c:v>54.5546875</c:v>
              </c:pt>
              <c:pt idx="135">
                <c:v>55.159179686999998</c:v>
              </c:pt>
              <c:pt idx="136">
                <c:v>55.375</c:v>
              </c:pt>
              <c:pt idx="137">
                <c:v>55.846679686999998</c:v>
              </c:pt>
              <c:pt idx="138">
                <c:v>56.084960936999998</c:v>
              </c:pt>
              <c:pt idx="139">
                <c:v>56.594726561999998</c:v>
              </c:pt>
              <c:pt idx="140">
                <c:v>57.126953125</c:v>
              </c:pt>
              <c:pt idx="141">
                <c:v>57.604492186999998</c:v>
              </c:pt>
              <c:pt idx="142">
                <c:v>58.045898436999998</c:v>
              </c:pt>
              <c:pt idx="143">
                <c:v>58.4609375</c:v>
              </c:pt>
              <c:pt idx="144">
                <c:v>58.559570311999998</c:v>
              </c:pt>
              <c:pt idx="145">
                <c:v>59.077148436999998</c:v>
              </c:pt>
              <c:pt idx="146">
                <c:v>59.461914061999998</c:v>
              </c:pt>
              <c:pt idx="147">
                <c:v>59.958984375</c:v>
              </c:pt>
              <c:pt idx="148">
                <c:v>60.444335936999998</c:v>
              </c:pt>
              <c:pt idx="149">
                <c:v>60.84765625</c:v>
              </c:pt>
              <c:pt idx="150">
                <c:v>61.293945311999998</c:v>
              </c:pt>
              <c:pt idx="151">
                <c:v>61.637695311999998</c:v>
              </c:pt>
              <c:pt idx="152">
                <c:v>61.73828125</c:v>
              </c:pt>
              <c:pt idx="153">
                <c:v>62.24609375</c:v>
              </c:pt>
              <c:pt idx="154">
                <c:v>62.55078125</c:v>
              </c:pt>
              <c:pt idx="155">
                <c:v>63.237304686999998</c:v>
              </c:pt>
              <c:pt idx="156">
                <c:v>63.715820311999998</c:v>
              </c:pt>
              <c:pt idx="157">
                <c:v>63.79296875</c:v>
              </c:pt>
              <c:pt idx="158">
                <c:v>64.19140625</c:v>
              </c:pt>
              <c:pt idx="159">
                <c:v>64.819335937000005</c:v>
              </c:pt>
              <c:pt idx="160">
                <c:v>65.021484375</c:v>
              </c:pt>
              <c:pt idx="161">
                <c:v>65.509765625</c:v>
              </c:pt>
              <c:pt idx="162">
                <c:v>66.086914062000005</c:v>
              </c:pt>
              <c:pt idx="163">
                <c:v>66.59765625</c:v>
              </c:pt>
              <c:pt idx="164">
                <c:v>66.631835937000005</c:v>
              </c:pt>
              <c:pt idx="165">
                <c:v>67.361328125</c:v>
              </c:pt>
              <c:pt idx="166">
                <c:v>67.586914062000005</c:v>
              </c:pt>
              <c:pt idx="167">
                <c:v>68.215820312000005</c:v>
              </c:pt>
              <c:pt idx="168">
                <c:v>68.448242187000005</c:v>
              </c:pt>
              <c:pt idx="169">
                <c:v>68.694335937000005</c:v>
              </c:pt>
              <c:pt idx="170">
                <c:v>69.193359375</c:v>
              </c:pt>
              <c:pt idx="171">
                <c:v>69.538085937000005</c:v>
              </c:pt>
              <c:pt idx="172">
                <c:v>70.23828125</c:v>
              </c:pt>
              <c:pt idx="173">
                <c:v>70.397460937000005</c:v>
              </c:pt>
              <c:pt idx="174">
                <c:v>70.93359375</c:v>
              </c:pt>
              <c:pt idx="175">
                <c:v>71.18359375</c:v>
              </c:pt>
              <c:pt idx="176">
                <c:v>71.564453125</c:v>
              </c:pt>
              <c:pt idx="177">
                <c:v>72.268554687000005</c:v>
              </c:pt>
              <c:pt idx="178">
                <c:v>72.552734375</c:v>
              </c:pt>
              <c:pt idx="179">
                <c:v>73.083984375</c:v>
              </c:pt>
              <c:pt idx="180">
                <c:v>73.106445312000005</c:v>
              </c:pt>
              <c:pt idx="181">
                <c:v>73.52734375</c:v>
              </c:pt>
              <c:pt idx="182">
                <c:v>73.989257812000005</c:v>
              </c:pt>
              <c:pt idx="183">
                <c:v>74.709960937000005</c:v>
              </c:pt>
              <c:pt idx="184">
                <c:v>75.124023437000005</c:v>
              </c:pt>
              <c:pt idx="185">
                <c:v>75.141601562000005</c:v>
              </c:pt>
              <c:pt idx="186">
                <c:v>75.921875</c:v>
              </c:pt>
              <c:pt idx="187">
                <c:v>75.973632812000005</c:v>
              </c:pt>
              <c:pt idx="188">
                <c:v>76.625</c:v>
              </c:pt>
              <c:pt idx="189">
                <c:v>76.977539062000005</c:v>
              </c:pt>
              <c:pt idx="190">
                <c:v>77.408203125</c:v>
              </c:pt>
              <c:pt idx="191">
                <c:v>77.698242187000005</c:v>
              </c:pt>
              <c:pt idx="192">
                <c:v>78.3359375</c:v>
              </c:pt>
              <c:pt idx="193">
                <c:v>78.453125</c:v>
              </c:pt>
              <c:pt idx="194">
                <c:v>78.913085937000005</c:v>
              </c:pt>
              <c:pt idx="195">
                <c:v>79.202148437000005</c:v>
              </c:pt>
              <c:pt idx="196">
                <c:v>79.619140625</c:v>
              </c:pt>
              <c:pt idx="197">
                <c:v>80.077148437000005</c:v>
              </c:pt>
              <c:pt idx="198">
                <c:v>80.442382812000005</c:v>
              </c:pt>
              <c:pt idx="199">
                <c:v>81.142578125</c:v>
              </c:pt>
              <c:pt idx="200">
                <c:v>81.321289062000005</c:v>
              </c:pt>
              <c:pt idx="201">
                <c:v>81.759765625</c:v>
              </c:pt>
              <c:pt idx="202">
                <c:v>82.208984375</c:v>
              </c:pt>
              <c:pt idx="203">
                <c:v>82.645507812000005</c:v>
              </c:pt>
              <c:pt idx="204">
                <c:v>82.920898437000005</c:v>
              </c:pt>
              <c:pt idx="205">
                <c:v>83.55078125</c:v>
              </c:pt>
              <c:pt idx="206">
                <c:v>83.796875</c:v>
              </c:pt>
              <c:pt idx="207">
                <c:v>84.403320312000005</c:v>
              </c:pt>
              <c:pt idx="208">
                <c:v>84.484375</c:v>
              </c:pt>
              <c:pt idx="209">
                <c:v>84.895507812000005</c:v>
              </c:pt>
              <c:pt idx="210">
                <c:v>85.283203125</c:v>
              </c:pt>
              <c:pt idx="211">
                <c:v>85.798828125</c:v>
              </c:pt>
              <c:pt idx="212">
                <c:v>86.243164062000005</c:v>
              </c:pt>
              <c:pt idx="213">
                <c:v>86.856445312000005</c:v>
              </c:pt>
              <c:pt idx="214">
                <c:v>87.1015625</c:v>
              </c:pt>
              <c:pt idx="215">
                <c:v>87.336914062000005</c:v>
              </c:pt>
              <c:pt idx="216">
                <c:v>88.104492187000005</c:v>
              </c:pt>
              <c:pt idx="217">
                <c:v>88.197265625</c:v>
              </c:pt>
              <c:pt idx="218">
                <c:v>88.936523437000005</c:v>
              </c:pt>
              <c:pt idx="219">
                <c:v>89.206054687000005</c:v>
              </c:pt>
              <c:pt idx="220">
                <c:v>89.489257812000005</c:v>
              </c:pt>
              <c:pt idx="221">
                <c:v>90.067382812000005</c:v>
              </c:pt>
              <c:pt idx="222">
                <c:v>90.28125</c:v>
              </c:pt>
              <c:pt idx="223">
                <c:v>90.729492187000005</c:v>
              </c:pt>
              <c:pt idx="224">
                <c:v>91.190429687000005</c:v>
              </c:pt>
              <c:pt idx="225">
                <c:v>91.426757812000005</c:v>
              </c:pt>
              <c:pt idx="226">
                <c:v>91.876953125</c:v>
              </c:pt>
              <c:pt idx="227">
                <c:v>92.435546875</c:v>
              </c:pt>
              <c:pt idx="228">
                <c:v>92.83203125</c:v>
              </c:pt>
              <c:pt idx="229">
                <c:v>93.374023437000005</c:v>
              </c:pt>
              <c:pt idx="230">
                <c:v>93.6640625</c:v>
              </c:pt>
              <c:pt idx="231">
                <c:v>94.150390625</c:v>
              </c:pt>
              <c:pt idx="232">
                <c:v>94.267578125</c:v>
              </c:pt>
              <c:pt idx="233">
                <c:v>94.76953125</c:v>
              </c:pt>
              <c:pt idx="234">
                <c:v>95.268554687000005</c:v>
              </c:pt>
              <c:pt idx="235">
                <c:v>95.817382812000005</c:v>
              </c:pt>
              <c:pt idx="236">
                <c:v>96.099609375</c:v>
              </c:pt>
              <c:pt idx="237">
                <c:v>96.322265625</c:v>
              </c:pt>
              <c:pt idx="238">
                <c:v>96.821289062000005</c:v>
              </c:pt>
              <c:pt idx="239">
                <c:v>97.08984375</c:v>
              </c:pt>
              <c:pt idx="240">
                <c:v>97.838867187000005</c:v>
              </c:pt>
              <c:pt idx="241">
                <c:v>97.879882812000005</c:v>
              </c:pt>
              <c:pt idx="242">
                <c:v>98.677734375</c:v>
              </c:pt>
              <c:pt idx="243">
                <c:v>99.041992187000005</c:v>
              </c:pt>
              <c:pt idx="244">
                <c:v>99.091796875</c:v>
              </c:pt>
              <c:pt idx="245">
                <c:v>99.828125</c:v>
              </c:pt>
              <c:pt idx="246">
                <c:v>100.208984375</c:v>
              </c:pt>
              <c:pt idx="247">
                <c:v>100.3984375</c:v>
              </c:pt>
              <c:pt idx="248">
                <c:v>100.94042968700001</c:v>
              </c:pt>
              <c:pt idx="249">
                <c:v>101.20703125</c:v>
              </c:pt>
              <c:pt idx="250">
                <c:v>101.75683593700001</c:v>
              </c:pt>
              <c:pt idx="251">
                <c:v>101.93847656200001</c:v>
              </c:pt>
              <c:pt idx="252">
                <c:v>102.626953125</c:v>
              </c:pt>
              <c:pt idx="253">
                <c:v>102.82324218700001</c:v>
              </c:pt>
              <c:pt idx="254">
                <c:v>103.544921875</c:v>
              </c:pt>
              <c:pt idx="255">
                <c:v>103.82421875</c:v>
              </c:pt>
              <c:pt idx="256">
                <c:v>104.02832031200001</c:v>
              </c:pt>
              <c:pt idx="257">
                <c:v>104.583984375</c:v>
              </c:pt>
              <c:pt idx="258">
                <c:v>104.78808593700001</c:v>
              </c:pt>
              <c:pt idx="259">
                <c:v>105.33105468700001</c:v>
              </c:pt>
              <c:pt idx="260">
                <c:v>105.68359375</c:v>
              </c:pt>
              <c:pt idx="261">
                <c:v>106.39746093700001</c:v>
              </c:pt>
              <c:pt idx="262">
                <c:v>106.404296875</c:v>
              </c:pt>
              <c:pt idx="263">
                <c:v>107.16894531200001</c:v>
              </c:pt>
              <c:pt idx="264">
                <c:v>107.21582031200001</c:v>
              </c:pt>
              <c:pt idx="265">
                <c:v>107.89453125</c:v>
              </c:pt>
              <c:pt idx="266">
                <c:v>108.25683593700001</c:v>
              </c:pt>
              <c:pt idx="267">
                <c:v>108.763671875</c:v>
              </c:pt>
              <c:pt idx="268">
                <c:v>108.890625</c:v>
              </c:pt>
              <c:pt idx="269">
                <c:v>109.392578125</c:v>
              </c:pt>
              <c:pt idx="270">
                <c:v>110.02734375</c:v>
              </c:pt>
              <c:pt idx="271">
                <c:v>110.083984375</c:v>
              </c:pt>
              <c:pt idx="272">
                <c:v>110.828125</c:v>
              </c:pt>
              <c:pt idx="273">
                <c:v>111.21875</c:v>
              </c:pt>
              <c:pt idx="274">
                <c:v>111.3515625</c:v>
              </c:pt>
              <c:pt idx="275">
                <c:v>111.896484375</c:v>
              </c:pt>
              <c:pt idx="276">
                <c:v>112.39746093700001</c:v>
              </c:pt>
              <c:pt idx="277">
                <c:v>112.49316406200001</c:v>
              </c:pt>
              <c:pt idx="278">
                <c:v>113.18847656200001</c:v>
              </c:pt>
              <c:pt idx="279">
                <c:v>113.42675781200001</c:v>
              </c:pt>
              <c:pt idx="280">
                <c:v>113.7421875</c:v>
              </c:pt>
              <c:pt idx="281">
                <c:v>114.21386718700001</c:v>
              </c:pt>
              <c:pt idx="282">
                <c:v>114.923828125</c:v>
              </c:pt>
              <c:pt idx="283">
                <c:v>114.947265625</c:v>
              </c:pt>
              <c:pt idx="284">
                <c:v>115.697265625</c:v>
              </c:pt>
              <c:pt idx="285">
                <c:v>115.90332031200001</c:v>
              </c:pt>
              <c:pt idx="286">
                <c:v>116.42089843700001</c:v>
              </c:pt>
              <c:pt idx="287">
                <c:v>116.80566406200001</c:v>
              </c:pt>
              <c:pt idx="288">
                <c:v>117.13671875</c:v>
              </c:pt>
              <c:pt idx="289">
                <c:v>117.66796875</c:v>
              </c:pt>
              <c:pt idx="290">
                <c:v>118.052734375</c:v>
              </c:pt>
              <c:pt idx="291">
                <c:v>118.19628906200001</c:v>
              </c:pt>
              <c:pt idx="292">
                <c:v>118.98339843700001</c:v>
              </c:pt>
              <c:pt idx="293">
                <c:v>119.083984375</c:v>
              </c:pt>
              <c:pt idx="294">
                <c:v>119.42871093700001</c:v>
              </c:pt>
              <c:pt idx="295">
                <c:v>119.896484375</c:v>
              </c:pt>
              <c:pt idx="296">
                <c:v>120.58300781200001</c:v>
              </c:pt>
              <c:pt idx="297">
                <c:v>120.951171875</c:v>
              </c:pt>
              <c:pt idx="298">
                <c:v>121.166015625</c:v>
              </c:pt>
              <c:pt idx="299">
                <c:v>121.5390625</c:v>
              </c:pt>
              <c:pt idx="300">
                <c:v>122.17089843700001</c:v>
              </c:pt>
              <c:pt idx="301">
                <c:v>122.373046875</c:v>
              </c:pt>
              <c:pt idx="302">
                <c:v>122.86035156200001</c:v>
              </c:pt>
              <c:pt idx="303">
                <c:v>123.4296875</c:v>
              </c:pt>
              <c:pt idx="304">
                <c:v>123.8203125</c:v>
              </c:pt>
              <c:pt idx="305">
                <c:v>123.93261718700001</c:v>
              </c:pt>
              <c:pt idx="306">
                <c:v>124.67285156200001</c:v>
              </c:pt>
              <c:pt idx="307">
                <c:v>124.876953125</c:v>
              </c:pt>
              <c:pt idx="308">
                <c:v>125.091796875</c:v>
              </c:pt>
              <c:pt idx="309">
                <c:v>125.49609375</c:v>
              </c:pt>
              <c:pt idx="310">
                <c:v>126.03808593700001</c:v>
              </c:pt>
              <c:pt idx="311">
                <c:v>126.470703125</c:v>
              </c:pt>
              <c:pt idx="312">
                <c:v>126.82714843700001</c:v>
              </c:pt>
              <c:pt idx="313">
                <c:v>127.474609375</c:v>
              </c:pt>
              <c:pt idx="314">
                <c:v>127.67578125</c:v>
              </c:pt>
              <c:pt idx="315">
                <c:v>127.927734375</c:v>
              </c:pt>
              <c:pt idx="316">
                <c:v>128.46484375</c:v>
              </c:pt>
              <c:pt idx="317">
                <c:v>128.84863281200001</c:v>
              </c:pt>
              <c:pt idx="318">
                <c:v>129.24609375</c:v>
              </c:pt>
              <c:pt idx="319">
                <c:v>129.84765625</c:v>
              </c:pt>
              <c:pt idx="320">
                <c:v>130.197265625</c:v>
              </c:pt>
              <c:pt idx="321">
                <c:v>130.39941406200001</c:v>
              </c:pt>
              <c:pt idx="322">
                <c:v>130.859375</c:v>
              </c:pt>
              <c:pt idx="323">
                <c:v>131.19824218700001</c:v>
              </c:pt>
              <c:pt idx="324">
                <c:v>131.966796875</c:v>
              </c:pt>
              <c:pt idx="325">
                <c:v>132.34765625</c:v>
              </c:pt>
              <c:pt idx="326">
                <c:v>132.40332031200001</c:v>
              </c:pt>
              <c:pt idx="327">
                <c:v>132.86328125</c:v>
              </c:pt>
              <c:pt idx="328">
                <c:v>133.234375</c:v>
              </c:pt>
              <c:pt idx="329">
                <c:v>133.90527343700001</c:v>
              </c:pt>
              <c:pt idx="330">
                <c:v>134.25878906200001</c:v>
              </c:pt>
              <c:pt idx="331">
                <c:v>134.69042968700001</c:v>
              </c:pt>
              <c:pt idx="332">
                <c:v>134.98046875</c:v>
              </c:pt>
              <c:pt idx="333">
                <c:v>135.619140625</c:v>
              </c:pt>
              <c:pt idx="334">
                <c:v>135.73828125</c:v>
              </c:pt>
              <c:pt idx="335">
                <c:v>136.20410156200001</c:v>
              </c:pt>
              <c:pt idx="336">
                <c:v>136.4765625</c:v>
              </c:pt>
              <c:pt idx="337">
                <c:v>136.9140625</c:v>
              </c:pt>
              <c:pt idx="338">
                <c:v>137.48339843700001</c:v>
              </c:pt>
              <c:pt idx="339">
                <c:v>137.78515625</c:v>
              </c:pt>
              <c:pt idx="340">
                <c:v>138.42480468700001</c:v>
              </c:pt>
              <c:pt idx="341">
                <c:v>138.60253906200001</c:v>
              </c:pt>
              <c:pt idx="342">
                <c:v>138.89160156200001</c:v>
              </c:pt>
              <c:pt idx="343">
                <c:v>139.56152343700001</c:v>
              </c:pt>
              <c:pt idx="344">
                <c:v>139.88671875</c:v>
              </c:pt>
              <c:pt idx="345">
                <c:v>140.20410156200001</c:v>
              </c:pt>
              <c:pt idx="346">
                <c:v>140.83886718700001</c:v>
              </c:pt>
              <c:pt idx="347">
                <c:v>141.072265625</c:v>
              </c:pt>
              <c:pt idx="348">
                <c:v>141.689453125</c:v>
              </c:pt>
              <c:pt idx="349">
                <c:v>141.76660156200001</c:v>
              </c:pt>
              <c:pt idx="350">
                <c:v>142.17871093700001</c:v>
              </c:pt>
              <c:pt idx="351">
                <c:v>142.56738281200001</c:v>
              </c:pt>
              <c:pt idx="352">
                <c:v>143.06152343700001</c:v>
              </c:pt>
              <c:pt idx="353">
                <c:v>143.50488281200001</c:v>
              </c:pt>
              <c:pt idx="354">
                <c:v>144.150390625</c:v>
              </c:pt>
              <c:pt idx="355">
                <c:v>144.38769531200001</c:v>
              </c:pt>
              <c:pt idx="356">
                <c:v>144.625</c:v>
              </c:pt>
              <c:pt idx="357">
                <c:v>145.00390625</c:v>
              </c:pt>
              <c:pt idx="358">
                <c:v>145.39355468700001</c:v>
              </c:pt>
              <c:pt idx="359">
                <c:v>146.19824218700001</c:v>
              </c:pt>
              <c:pt idx="360">
                <c:v>146.48535156200001</c:v>
              </c:pt>
              <c:pt idx="361">
                <c:v>146.77441406200001</c:v>
              </c:pt>
              <c:pt idx="362">
                <c:v>147.390625</c:v>
              </c:pt>
              <c:pt idx="363">
                <c:v>147.56152343700001</c:v>
              </c:pt>
              <c:pt idx="364">
                <c:v>147.99511718700001</c:v>
              </c:pt>
              <c:pt idx="365">
                <c:v>148.23828125</c:v>
              </c:pt>
              <c:pt idx="366">
                <c:v>148.71582031200001</c:v>
              </c:pt>
              <c:pt idx="367">
                <c:v>149.1640625</c:v>
              </c:pt>
              <c:pt idx="368">
                <c:v>149.71972656200001</c:v>
              </c:pt>
              <c:pt idx="369">
                <c:v>149.865234375</c:v>
              </c:pt>
              <c:pt idx="370">
                <c:v>150.47363281200001</c:v>
              </c:pt>
              <c:pt idx="371">
                <c:v>150.9609375</c:v>
              </c:pt>
              <c:pt idx="372">
                <c:v>151.44824218700001</c:v>
              </c:pt>
              <c:pt idx="373">
                <c:v>151.57128906200001</c:v>
              </c:pt>
              <c:pt idx="374">
                <c:v>152.06933593700001</c:v>
              </c:pt>
              <c:pt idx="375">
                <c:v>152.54199218700001</c:v>
              </c:pt>
              <c:pt idx="376">
                <c:v>153.10253906200001</c:v>
              </c:pt>
              <c:pt idx="377">
                <c:v>153.484375</c:v>
              </c:pt>
              <c:pt idx="378">
                <c:v>153.51269531200001</c:v>
              </c:pt>
              <c:pt idx="379">
                <c:v>153.93652343700001</c:v>
              </c:pt>
              <c:pt idx="380">
                <c:v>154.37402343700001</c:v>
              </c:pt>
              <c:pt idx="381">
                <c:v>155.119140625</c:v>
              </c:pt>
              <c:pt idx="382">
                <c:v>155.16015625</c:v>
              </c:pt>
              <c:pt idx="383">
                <c:v>155.55957031200001</c:v>
              </c:pt>
              <c:pt idx="384">
                <c:v>156.32324218700001</c:v>
              </c:pt>
              <c:pt idx="385">
                <c:v>156.375</c:v>
              </c:pt>
              <c:pt idx="386">
                <c:v>157.1171875</c:v>
              </c:pt>
              <c:pt idx="387">
                <c:v>157.49902343700001</c:v>
              </c:pt>
              <c:pt idx="388">
                <c:v>157.76074218700001</c:v>
              </c:pt>
              <c:pt idx="389">
                <c:v>158.21191406200001</c:v>
              </c:pt>
              <c:pt idx="390">
                <c:v>158.50292968700001</c:v>
              </c:pt>
              <c:pt idx="391">
                <c:v>159.060546875</c:v>
              </c:pt>
              <c:pt idx="392">
                <c:v>159.20214843700001</c:v>
              </c:pt>
              <c:pt idx="393">
                <c:v>159.90136718700001</c:v>
              </c:pt>
              <c:pt idx="394">
                <c:v>160.044921875</c:v>
              </c:pt>
              <c:pt idx="395">
                <c:v>160.80761718700001</c:v>
              </c:pt>
              <c:pt idx="396">
                <c:v>161.0859375</c:v>
              </c:pt>
              <c:pt idx="397">
                <c:v>161.29199218700001</c:v>
              </c:pt>
              <c:pt idx="398">
                <c:v>161.91503906200001</c:v>
              </c:pt>
              <c:pt idx="399">
                <c:v>162.16796875</c:v>
              </c:pt>
              <c:pt idx="400">
                <c:v>162.533203125</c:v>
              </c:pt>
              <c:pt idx="401">
                <c:v>162.88574218700001</c:v>
              </c:pt>
              <c:pt idx="402">
                <c:v>163.61230468700001</c:v>
              </c:pt>
              <c:pt idx="403">
                <c:v>163.97949218700001</c:v>
              </c:pt>
              <c:pt idx="404">
                <c:v>164.25097656200001</c:v>
              </c:pt>
              <c:pt idx="405">
                <c:v>164.841796875</c:v>
              </c:pt>
              <c:pt idx="406">
                <c:v>165.115234375</c:v>
              </c:pt>
              <c:pt idx="407">
                <c:v>165.48046875</c:v>
              </c:pt>
              <c:pt idx="408">
                <c:v>165.984375</c:v>
              </c:pt>
              <c:pt idx="409">
                <c:v>166.11425781200001</c:v>
              </c:pt>
              <c:pt idx="410">
                <c:v>166.87988281200001</c:v>
              </c:pt>
              <c:pt idx="411">
                <c:v>167.22949218700001</c:v>
              </c:pt>
              <c:pt idx="412">
                <c:v>167.49511718700001</c:v>
              </c:pt>
              <c:pt idx="413">
                <c:v>168.03125</c:v>
              </c:pt>
              <c:pt idx="414">
                <c:v>168.51660156200001</c:v>
              </c:pt>
              <c:pt idx="415">
                <c:v>168.556640625</c:v>
              </c:pt>
              <c:pt idx="416">
                <c:v>169.10253906200001</c:v>
              </c:pt>
              <c:pt idx="417">
                <c:v>169.70703125</c:v>
              </c:pt>
              <c:pt idx="418">
                <c:v>169.76660156200001</c:v>
              </c:pt>
              <c:pt idx="419">
                <c:v>170.39355468700001</c:v>
              </c:pt>
              <c:pt idx="420">
                <c:v>170.630859375</c:v>
              </c:pt>
              <c:pt idx="421">
                <c:v>171.1484375</c:v>
              </c:pt>
              <c:pt idx="422">
                <c:v>171.40917968700001</c:v>
              </c:pt>
              <c:pt idx="423">
                <c:v>172.15917968700001</c:v>
              </c:pt>
              <c:pt idx="424">
                <c:v>172.248046875</c:v>
              </c:pt>
              <c:pt idx="425">
                <c:v>172.912109375</c:v>
              </c:pt>
              <c:pt idx="426">
                <c:v>173.11816406200001</c:v>
              </c:pt>
              <c:pt idx="427">
                <c:v>173.63671875</c:v>
              </c:pt>
              <c:pt idx="428">
                <c:v>174.025390625</c:v>
              </c:pt>
              <c:pt idx="429">
                <c:v>174.3671875</c:v>
              </c:pt>
              <c:pt idx="430">
                <c:v>174.94042968700001</c:v>
              </c:pt>
              <c:pt idx="431">
                <c:v>175.314453125</c:v>
              </c:pt>
              <c:pt idx="432">
                <c:v>175.45703125</c:v>
              </c:pt>
              <c:pt idx="433">
                <c:v>176.244140625</c:v>
              </c:pt>
              <c:pt idx="434">
                <c:v>176.34472656200001</c:v>
              </c:pt>
              <c:pt idx="435">
                <c:v>176.677734375</c:v>
              </c:pt>
              <c:pt idx="436">
                <c:v>177.16015625</c:v>
              </c:pt>
              <c:pt idx="437">
                <c:v>177.84472656200001</c:v>
              </c:pt>
              <c:pt idx="438">
                <c:v>178.2109375</c:v>
              </c:pt>
              <c:pt idx="439">
                <c:v>178.40136718700001</c:v>
              </c:pt>
              <c:pt idx="440">
                <c:v>178.80957031200001</c:v>
              </c:pt>
              <c:pt idx="441">
                <c:v>179.36230468700001</c:v>
              </c:pt>
              <c:pt idx="442">
                <c:v>179.65234375</c:v>
              </c:pt>
              <c:pt idx="443">
                <c:v>180.138671875</c:v>
              </c:pt>
              <c:pt idx="444">
                <c:v>180.70800781200001</c:v>
              </c:pt>
              <c:pt idx="445">
                <c:v>181.123046875</c:v>
              </c:pt>
              <c:pt idx="446">
                <c:v>181.25097656200001</c:v>
              </c:pt>
              <c:pt idx="447">
                <c:v>181.83496093700001</c:v>
              </c:pt>
              <c:pt idx="448">
                <c:v>182.1796875</c:v>
              </c:pt>
              <c:pt idx="449">
                <c:v>182.39453125</c:v>
              </c:pt>
              <c:pt idx="450">
                <c:v>183.076171875</c:v>
              </c:pt>
              <c:pt idx="451">
                <c:v>183.3203125</c:v>
              </c:pt>
              <c:pt idx="452">
                <c:v>183.82128906200001</c:v>
              </c:pt>
              <c:pt idx="453">
                <c:v>183.98730468700001</c:v>
              </c:pt>
              <c:pt idx="454">
                <c:v>184.66699218700001</c:v>
              </c:pt>
              <c:pt idx="455">
                <c:v>185.025390625</c:v>
              </c:pt>
              <c:pt idx="456">
                <c:v>185.24902343700001</c:v>
              </c:pt>
              <c:pt idx="457">
                <c:v>185.80175781200001</c:v>
              </c:pt>
              <c:pt idx="458">
                <c:v>186.20800781200001</c:v>
              </c:pt>
              <c:pt idx="459">
                <c:v>186.423828125</c:v>
              </c:pt>
              <c:pt idx="460">
                <c:v>187.21582031200001</c:v>
              </c:pt>
              <c:pt idx="461">
                <c:v>187.21875</c:v>
              </c:pt>
              <c:pt idx="462">
                <c:v>187.78027343700001</c:v>
              </c:pt>
              <c:pt idx="463">
                <c:v>188.07421875</c:v>
              </c:pt>
              <c:pt idx="464">
                <c:v>188.76269531200001</c:v>
              </c:pt>
              <c:pt idx="465">
                <c:v>189.19433593700001</c:v>
              </c:pt>
              <c:pt idx="466">
                <c:v>189.59765625</c:v>
              </c:pt>
              <c:pt idx="467">
                <c:v>189.806640625</c:v>
              </c:pt>
              <c:pt idx="468">
                <c:v>190.091796875</c:v>
              </c:pt>
              <c:pt idx="469">
                <c:v>190.63183593700001</c:v>
              </c:pt>
              <c:pt idx="470">
                <c:v>190.9296875</c:v>
              </c:pt>
              <c:pt idx="471">
                <c:v>191.31152343700001</c:v>
              </c:pt>
              <c:pt idx="472">
                <c:v>191.72167968700001</c:v>
              </c:pt>
              <c:pt idx="473">
                <c:v>192.38671875</c:v>
              </c:pt>
              <c:pt idx="474">
                <c:v>192.890625</c:v>
              </c:pt>
              <c:pt idx="475">
                <c:v>193.10644531200001</c:v>
              </c:pt>
              <c:pt idx="476">
                <c:v>193.64355468700001</c:v>
              </c:pt>
              <c:pt idx="477">
                <c:v>193.92578125</c:v>
              </c:pt>
              <c:pt idx="478">
                <c:v>194.16503906200001</c:v>
              </c:pt>
              <c:pt idx="479">
                <c:v>194.912109375</c:v>
              </c:pt>
              <c:pt idx="480">
                <c:v>195.08496093700001</c:v>
              </c:pt>
              <c:pt idx="481">
                <c:v>195.68457031200001</c:v>
              </c:pt>
              <c:pt idx="482">
                <c:v>196.03515625</c:v>
              </c:pt>
              <c:pt idx="483">
                <c:v>196.294921875</c:v>
              </c:pt>
              <c:pt idx="484">
                <c:v>196.92675781200001</c:v>
              </c:pt>
              <c:pt idx="485">
                <c:v>197.32421875</c:v>
              </c:pt>
              <c:pt idx="486">
                <c:v>197.369140625</c:v>
              </c:pt>
              <c:pt idx="487">
                <c:v>197.90917968700001</c:v>
              </c:pt>
              <c:pt idx="488">
                <c:v>198.51074218700001</c:v>
              </c:pt>
              <c:pt idx="489">
                <c:v>198.734375</c:v>
              </c:pt>
              <c:pt idx="490">
                <c:v>199.20214843700001</c:v>
              </c:pt>
              <c:pt idx="491">
                <c:v>199.439453125</c:v>
              </c:pt>
              <c:pt idx="492">
                <c:v>199.95800781200001</c:v>
              </c:pt>
              <c:pt idx="493">
                <c:v>200.501953125</c:v>
              </c:pt>
              <c:pt idx="494">
                <c:v>200.97265625</c:v>
              </c:pt>
              <c:pt idx="495">
                <c:v>201.142578125</c:v>
              </c:pt>
              <c:pt idx="496">
                <c:v>201.833984375</c:v>
              </c:pt>
              <c:pt idx="497">
                <c:v>201.83691406200001</c:v>
              </c:pt>
              <c:pt idx="498">
                <c:v>202.59375</c:v>
              </c:pt>
              <c:pt idx="499">
                <c:v>202.841796875</c:v>
              </c:pt>
              <c:pt idx="500">
                <c:v>203.1875</c:v>
              </c:pt>
              <c:pt idx="501">
                <c:v>203.8203125</c:v>
              </c:pt>
              <c:pt idx="502">
                <c:v>204.224609375</c:v>
              </c:pt>
              <c:pt idx="503">
                <c:v>204.51953125</c:v>
              </c:pt>
              <c:pt idx="504">
                <c:v>205.013671875</c:v>
              </c:pt>
              <c:pt idx="505">
                <c:v>205.11328125</c:v>
              </c:pt>
              <c:pt idx="506">
                <c:v>205.494140625</c:v>
              </c:pt>
              <c:pt idx="507">
                <c:v>205.9140625</c:v>
              </c:pt>
              <c:pt idx="508">
                <c:v>206.56347656200001</c:v>
              </c:pt>
              <c:pt idx="509">
                <c:v>207.0234375</c:v>
              </c:pt>
              <c:pt idx="510">
                <c:v>207.12109375</c:v>
              </c:pt>
              <c:pt idx="511">
                <c:v>207.53125</c:v>
              </c:pt>
              <c:pt idx="512">
                <c:v>208.09082031200001</c:v>
              </c:pt>
              <c:pt idx="513">
                <c:v>208.3828125</c:v>
              </c:pt>
              <c:pt idx="514">
                <c:v>208.87109375</c:v>
              </c:pt>
              <c:pt idx="515">
                <c:v>209.44140625</c:v>
              </c:pt>
              <c:pt idx="516">
                <c:v>209.94238281200001</c:v>
              </c:pt>
              <c:pt idx="517">
                <c:v>210.005859375</c:v>
              </c:pt>
              <c:pt idx="518">
                <c:v>210.685546875</c:v>
              </c:pt>
              <c:pt idx="519">
                <c:v>210.884765625</c:v>
              </c:pt>
              <c:pt idx="520">
                <c:v>211.345703125</c:v>
              </c:pt>
              <c:pt idx="521">
                <c:v>211.77832031200001</c:v>
              </c:pt>
              <c:pt idx="522">
                <c:v>212.02441406200001</c:v>
              </c:pt>
              <c:pt idx="523">
                <c:v>212.52441406200001</c:v>
              </c:pt>
              <c:pt idx="524">
                <c:v>212.87988281200001</c:v>
              </c:pt>
              <c:pt idx="525">
                <c:v>213.54296875</c:v>
              </c:pt>
              <c:pt idx="526">
                <c:v>213.728515625</c:v>
              </c:pt>
              <c:pt idx="527">
                <c:v>214.31152343700001</c:v>
              </c:pt>
              <c:pt idx="528">
                <c:v>214.52832031200001</c:v>
              </c:pt>
              <c:pt idx="529">
                <c:v>214.91894531200001</c:v>
              </c:pt>
              <c:pt idx="530">
                <c:v>215.44238281200001</c:v>
              </c:pt>
              <c:pt idx="531">
                <c:v>215.93847656200001</c:v>
              </c:pt>
              <c:pt idx="532">
                <c:v>216.09472656200001</c:v>
              </c:pt>
              <c:pt idx="533">
                <c:v>216.49707031200001</c:v>
              </c:pt>
              <c:pt idx="534">
                <c:v>216.912109375</c:v>
              </c:pt>
              <c:pt idx="535">
                <c:v>217.47363281200001</c:v>
              </c:pt>
              <c:pt idx="536">
                <c:v>218.05175781200001</c:v>
              </c:pt>
              <c:pt idx="537">
                <c:v>218.47167968700001</c:v>
              </c:pt>
              <c:pt idx="538">
                <c:v>218.576171875</c:v>
              </c:pt>
              <c:pt idx="539">
                <c:v>218.990234375</c:v>
              </c:pt>
              <c:pt idx="540">
                <c:v>219.376953125</c:v>
              </c:pt>
              <c:pt idx="541">
                <c:v>220.080078125</c:v>
              </c:pt>
              <c:pt idx="542">
                <c:v>220.43359375</c:v>
              </c:pt>
              <c:pt idx="543">
                <c:v>220.86621093700001</c:v>
              </c:pt>
              <c:pt idx="544">
                <c:v>221.15332031200001</c:v>
              </c:pt>
              <c:pt idx="545">
                <c:v>221.66113281200001</c:v>
              </c:pt>
              <c:pt idx="546">
                <c:v>221.92675781200001</c:v>
              </c:pt>
              <c:pt idx="547">
                <c:v>222.494140625</c:v>
              </c:pt>
              <c:pt idx="548">
                <c:v>222.69433593700001</c:v>
              </c:pt>
              <c:pt idx="549">
                <c:v>223.1328125</c:v>
              </c:pt>
              <c:pt idx="550">
                <c:v>223.69824218700001</c:v>
              </c:pt>
              <c:pt idx="551">
                <c:v>223.87890625</c:v>
              </c:pt>
              <c:pt idx="552">
                <c:v>224.57714843700001</c:v>
              </c:pt>
              <c:pt idx="553">
                <c:v>224.66699218700001</c:v>
              </c:pt>
              <c:pt idx="554">
                <c:v>225.109375</c:v>
              </c:pt>
              <c:pt idx="555">
                <c:v>225.779296875</c:v>
              </c:pt>
              <c:pt idx="556">
                <c:v>226.177734375</c:v>
              </c:pt>
              <c:pt idx="557">
                <c:v>226.271484375</c:v>
              </c:pt>
              <c:pt idx="558">
                <c:v>226.66796875</c:v>
              </c:pt>
              <c:pt idx="559">
                <c:v>227.34863281200001</c:v>
              </c:pt>
              <c:pt idx="560">
                <c:v>227.57128906200001</c:v>
              </c:pt>
              <c:pt idx="561">
                <c:v>228.04003906200001</c:v>
              </c:pt>
              <c:pt idx="562">
                <c:v>228.27734375</c:v>
              </c:pt>
              <c:pt idx="563">
                <c:v>228.79003906200001</c:v>
              </c:pt>
              <c:pt idx="564">
                <c:v>229.36621093700001</c:v>
              </c:pt>
              <c:pt idx="565">
                <c:v>229.78515625</c:v>
              </c:pt>
              <c:pt idx="566">
                <c:v>230.20214843700001</c:v>
              </c:pt>
              <c:pt idx="567">
                <c:v>230.66894531200001</c:v>
              </c:pt>
              <c:pt idx="568">
                <c:v>230.68066406200001</c:v>
              </c:pt>
              <c:pt idx="569">
                <c:v>231.29785156200001</c:v>
              </c:pt>
              <c:pt idx="570">
                <c:v>231.68457031200001</c:v>
              </c:pt>
              <c:pt idx="571">
                <c:v>232.02050781200001</c:v>
              </c:pt>
              <c:pt idx="572">
                <c:v>232.67675781200001</c:v>
              </c:pt>
              <c:pt idx="573">
                <c:v>233.08203125</c:v>
              </c:pt>
              <c:pt idx="574">
                <c:v>233.376953125</c:v>
              </c:pt>
              <c:pt idx="575">
                <c:v>233.87011718700001</c:v>
              </c:pt>
              <c:pt idx="576">
                <c:v>233.96972656200001</c:v>
              </c:pt>
              <c:pt idx="577">
                <c:v>234.32519531200001</c:v>
              </c:pt>
              <c:pt idx="578">
                <c:v>234.783203125</c:v>
              </c:pt>
              <c:pt idx="579">
                <c:v>235.46972656200001</c:v>
              </c:pt>
              <c:pt idx="580">
                <c:v>235.900390625</c:v>
              </c:pt>
              <c:pt idx="581">
                <c:v>236.03417968700001</c:v>
              </c:pt>
              <c:pt idx="582">
                <c:v>236.54199218700001</c:v>
              </c:pt>
              <c:pt idx="583">
                <c:v>237.064453125</c:v>
              </c:pt>
              <c:pt idx="584">
                <c:v>237.302734375</c:v>
              </c:pt>
              <c:pt idx="585">
                <c:v>237.79003906200001</c:v>
              </c:pt>
              <c:pt idx="586">
                <c:v>238.361328125</c:v>
              </c:pt>
              <c:pt idx="587">
                <c:v>238.748046875</c:v>
              </c:pt>
              <c:pt idx="588">
                <c:v>238.86230468700001</c:v>
              </c:pt>
              <c:pt idx="589">
                <c:v>239.583984375</c:v>
              </c:pt>
              <c:pt idx="590">
                <c:v>239.80566406200001</c:v>
              </c:pt>
              <c:pt idx="591">
                <c:v>240.021484375</c:v>
              </c:pt>
              <c:pt idx="592">
                <c:v>240.70214843700001</c:v>
              </c:pt>
              <c:pt idx="593">
                <c:v>240.94628906200001</c:v>
              </c:pt>
              <c:pt idx="594">
                <c:v>241.4453125</c:v>
              </c:pt>
              <c:pt idx="595">
                <c:v>241.80078125</c:v>
              </c:pt>
              <c:pt idx="596">
                <c:v>242.43261718700001</c:v>
              </c:pt>
              <c:pt idx="597">
                <c:v>242.64941406200001</c:v>
              </c:pt>
              <c:pt idx="598">
                <c:v>242.88964843700001</c:v>
              </c:pt>
              <c:pt idx="599">
                <c:v>243.431640625</c:v>
              </c:pt>
              <c:pt idx="600">
                <c:v>243.904296875</c:v>
              </c:pt>
              <c:pt idx="601">
                <c:v>244.11621093700001</c:v>
              </c:pt>
              <c:pt idx="602">
                <c:v>244.87988281200001</c:v>
              </c:pt>
              <c:pt idx="603">
                <c:v>244.88671875</c:v>
              </c:pt>
              <c:pt idx="604">
                <c:v>245.43847656200001</c:v>
              </c:pt>
              <c:pt idx="605">
                <c:v>245.70605468700001</c:v>
              </c:pt>
              <c:pt idx="606">
                <c:v>246.44921875</c:v>
              </c:pt>
              <c:pt idx="607">
                <c:v>246.81933593700001</c:v>
              </c:pt>
              <c:pt idx="608">
                <c:v>247.28808593700001</c:v>
              </c:pt>
              <c:pt idx="609">
                <c:v>247.51269531200001</c:v>
              </c:pt>
              <c:pt idx="610">
                <c:v>247.72949218700001</c:v>
              </c:pt>
              <c:pt idx="611">
                <c:v>248.30175781200001</c:v>
              </c:pt>
              <c:pt idx="612">
                <c:v>248.62792968700001</c:v>
              </c:pt>
              <c:pt idx="613">
                <c:v>248.998046875</c:v>
              </c:pt>
              <c:pt idx="614">
                <c:v>249.3515625</c:v>
              </c:pt>
              <c:pt idx="615">
                <c:v>250.07519531200001</c:v>
              </c:pt>
              <c:pt idx="616">
                <c:v>250.41699218700001</c:v>
              </c:pt>
              <c:pt idx="617">
                <c:v>250.8515625</c:v>
              </c:pt>
              <c:pt idx="618">
                <c:v>251.359375</c:v>
              </c:pt>
              <c:pt idx="619">
                <c:v>251.42285156200001</c:v>
              </c:pt>
              <c:pt idx="620">
                <c:v>251.998046875</c:v>
              </c:pt>
              <c:pt idx="621">
                <c:v>252.525390625</c:v>
              </c:pt>
              <c:pt idx="622">
                <c:v>252.640625</c:v>
              </c:pt>
              <c:pt idx="623">
                <c:v>253.40917968700001</c:v>
              </c:pt>
              <c:pt idx="624">
                <c:v>253.70019531200001</c:v>
              </c:pt>
              <c:pt idx="625">
                <c:v>254.021484375</c:v>
              </c:pt>
              <c:pt idx="626">
                <c:v>254.580078125</c:v>
              </c:pt>
              <c:pt idx="627">
                <c:v>254.658203125</c:v>
              </c:pt>
              <c:pt idx="628">
                <c:v>255.0546875</c:v>
              </c:pt>
              <c:pt idx="629">
                <c:v>255.658203125</c:v>
              </c:pt>
              <c:pt idx="630">
                <c:v>256.205078125</c:v>
              </c:pt>
              <c:pt idx="631">
                <c:v>256.27050781200001</c:v>
              </c:pt>
              <c:pt idx="632">
                <c:v>256.96191406200001</c:v>
              </c:pt>
              <c:pt idx="633">
                <c:v>257.19824218700001</c:v>
              </c:pt>
              <c:pt idx="634">
                <c:v>257.51855468700001</c:v>
              </c:pt>
              <c:pt idx="635">
                <c:v>258.009765625</c:v>
              </c:pt>
              <c:pt idx="636">
                <c:v>258.572265625</c:v>
              </c:pt>
              <c:pt idx="637">
                <c:v>258.720703125</c:v>
              </c:pt>
              <c:pt idx="638">
                <c:v>259.50390625</c:v>
              </c:pt>
              <c:pt idx="639">
                <c:v>259.611328125</c:v>
              </c:pt>
              <c:pt idx="640">
                <c:v>259.921875</c:v>
              </c:pt>
              <c:pt idx="641">
                <c:v>260.623046875</c:v>
              </c:pt>
              <c:pt idx="642">
                <c:v>260.94433593700001</c:v>
              </c:pt>
              <c:pt idx="643">
                <c:v>261.48730468700001</c:v>
              </c:pt>
              <c:pt idx="644">
                <c:v>261.912109375</c:v>
              </c:pt>
              <c:pt idx="645">
                <c:v>262.0546875</c:v>
              </c:pt>
              <c:pt idx="646">
                <c:v>262.73535156200001</c:v>
              </c:pt>
              <c:pt idx="647">
                <c:v>262.94238281200001</c:v>
              </c:pt>
              <c:pt idx="648">
                <c:v>263.279296875</c:v>
              </c:pt>
              <c:pt idx="649">
                <c:v>263.75292968700001</c:v>
              </c:pt>
              <c:pt idx="650">
                <c:v>263.99511718700001</c:v>
              </c:pt>
              <c:pt idx="651">
                <c:v>264.43652343700001</c:v>
              </c:pt>
              <c:pt idx="652">
                <c:v>265.009765625</c:v>
              </c:pt>
              <c:pt idx="653">
                <c:v>265.41699218700001</c:v>
              </c:pt>
              <c:pt idx="654">
                <c:v>265.99121093700001</c:v>
              </c:pt>
              <c:pt idx="655">
                <c:v>266.30078125</c:v>
              </c:pt>
              <c:pt idx="656">
                <c:v>266.77441406200001</c:v>
              </c:pt>
              <c:pt idx="657">
                <c:v>266.89746093700001</c:v>
              </c:pt>
              <c:pt idx="658">
                <c:v>267.38769531200001</c:v>
              </c:pt>
              <c:pt idx="659">
                <c:v>267.880859375</c:v>
              </c:pt>
              <c:pt idx="660">
                <c:v>268.28222656200001</c:v>
              </c:pt>
              <c:pt idx="661">
                <c:v>268.822265625</c:v>
              </c:pt>
              <c:pt idx="662">
                <c:v>268.85058593700001</c:v>
              </c:pt>
              <c:pt idx="663">
                <c:v>269.486328125</c:v>
              </c:pt>
              <c:pt idx="664">
                <c:v>269.71875</c:v>
              </c:pt>
              <c:pt idx="665">
                <c:v>270.462890625</c:v>
              </c:pt>
              <c:pt idx="666">
                <c:v>270.50488281200001</c:v>
              </c:pt>
              <c:pt idx="667">
                <c:v>270.90625</c:v>
              </c:pt>
              <c:pt idx="668">
                <c:v>271.666015625</c:v>
              </c:pt>
              <c:pt idx="669">
                <c:v>271.71582031200001</c:v>
              </c:pt>
              <c:pt idx="670">
                <c:v>272.42871093700001</c:v>
              </c:pt>
              <c:pt idx="671">
                <c:v>272.87207031200001</c:v>
              </c:pt>
              <c:pt idx="672">
                <c:v>272.931640625</c:v>
              </c:pt>
              <c:pt idx="673">
                <c:v>273.638671875</c:v>
              </c:pt>
              <c:pt idx="674">
                <c:v>273.92480468700001</c:v>
              </c:pt>
              <c:pt idx="675">
                <c:v>274.48144531200001</c:v>
              </c:pt>
              <c:pt idx="676">
                <c:v>274.55175781200001</c:v>
              </c:pt>
              <c:pt idx="677">
                <c:v>275.30761718700001</c:v>
              </c:pt>
              <c:pt idx="678">
                <c:v>275.41113281200001</c:v>
              </c:pt>
              <c:pt idx="679">
                <c:v>276.099609375</c:v>
              </c:pt>
              <c:pt idx="680">
                <c:v>276.51074218700001</c:v>
              </c:pt>
              <c:pt idx="681">
                <c:v>276.716796875</c:v>
              </c:pt>
              <c:pt idx="682">
                <c:v>277.22167968700001</c:v>
              </c:pt>
              <c:pt idx="683">
                <c:v>277.4296875</c:v>
              </c:pt>
              <c:pt idx="684">
                <c:v>277.95605468700001</c:v>
              </c:pt>
              <c:pt idx="685">
                <c:v>278.30859375</c:v>
              </c:pt>
              <c:pt idx="686">
                <c:v>278.74121093700001</c:v>
              </c:pt>
              <c:pt idx="687">
                <c:v>279.02734375</c:v>
              </c:pt>
              <c:pt idx="688">
                <c:v>279.763671875</c:v>
              </c:pt>
              <c:pt idx="689">
                <c:v>279.81640625</c:v>
              </c:pt>
              <c:pt idx="690">
                <c:v>280.408203125</c:v>
              </c:pt>
              <c:pt idx="691">
                <c:v>280.62988281200001</c:v>
              </c:pt>
              <c:pt idx="692">
                <c:v>281.05078125</c:v>
              </c:pt>
              <c:pt idx="693">
                <c:v>281.521484375</c:v>
              </c:pt>
              <c:pt idx="694">
                <c:v>281.921875</c:v>
              </c:pt>
              <c:pt idx="695">
                <c:v>282.59863281200001</c:v>
              </c:pt>
              <c:pt idx="696">
                <c:v>282.77734375</c:v>
              </c:pt>
              <c:pt idx="697">
                <c:v>283.05859375</c:v>
              </c:pt>
              <c:pt idx="698">
                <c:v>283.71386718700001</c:v>
              </c:pt>
              <c:pt idx="699">
                <c:v>284.07714843700001</c:v>
              </c:pt>
              <c:pt idx="700">
                <c:v>284.39550781200001</c:v>
              </c:pt>
              <c:pt idx="701">
                <c:v>285.0625</c:v>
              </c:pt>
              <c:pt idx="702">
                <c:v>285.310546875</c:v>
              </c:pt>
              <c:pt idx="703">
                <c:v>285.533203125</c:v>
              </c:pt>
              <c:pt idx="704">
                <c:v>286.001953125</c:v>
              </c:pt>
              <c:pt idx="705">
                <c:v>286.35546875</c:v>
              </c:pt>
              <c:pt idx="706">
                <c:v>286.7578125</c:v>
              </c:pt>
              <c:pt idx="707">
                <c:v>287.330078125</c:v>
              </c:pt>
              <c:pt idx="708">
                <c:v>287.83105468700001</c:v>
              </c:pt>
              <c:pt idx="709">
                <c:v>288.10058593700001</c:v>
              </c:pt>
              <c:pt idx="710">
                <c:v>288.66308593700001</c:v>
              </c:pt>
              <c:pt idx="711">
                <c:v>288.759765625</c:v>
              </c:pt>
              <c:pt idx="712">
                <c:v>289.373046875</c:v>
              </c:pt>
              <c:pt idx="713">
                <c:v>289.74316406200001</c:v>
              </c:pt>
              <c:pt idx="714">
                <c:v>290.169921875</c:v>
              </c:pt>
              <c:pt idx="715">
                <c:v>290.66308593700001</c:v>
              </c:pt>
              <c:pt idx="716">
                <c:v>291.06933593700001</c:v>
              </c:pt>
              <c:pt idx="717">
                <c:v>291.58496093700001</c:v>
              </c:pt>
              <c:pt idx="718">
                <c:v>291.95605468700001</c:v>
              </c:pt>
              <c:pt idx="719">
                <c:v>292.03417968700001</c:v>
              </c:pt>
              <c:pt idx="720">
                <c:v>292.46777343700001</c:v>
              </c:pt>
              <c:pt idx="721">
                <c:v>292.97167968700001</c:v>
              </c:pt>
              <c:pt idx="722">
                <c:v>293.453125</c:v>
              </c:pt>
              <c:pt idx="723">
                <c:v>294.021484375</c:v>
              </c:pt>
              <c:pt idx="724">
                <c:v>294.02832031200001</c:v>
              </c:pt>
              <c:pt idx="725">
                <c:v>294.8125</c:v>
              </c:pt>
              <c:pt idx="726">
                <c:v>295.07910156200001</c:v>
              </c:pt>
              <c:pt idx="727">
                <c:v>295.322265625</c:v>
              </c:pt>
              <c:pt idx="728">
                <c:v>295.810546875</c:v>
              </c:pt>
              <c:pt idx="729">
                <c:v>296.373046875</c:v>
              </c:pt>
              <c:pt idx="730">
                <c:v>296.78027343700001</c:v>
              </c:pt>
              <c:pt idx="731">
                <c:v>296.89355468700001</c:v>
              </c:pt>
              <c:pt idx="732">
                <c:v>297.634765625</c:v>
              </c:pt>
              <c:pt idx="733">
                <c:v>297.83691406200001</c:v>
              </c:pt>
              <c:pt idx="734">
                <c:v>298.08496093700001</c:v>
              </c:pt>
              <c:pt idx="735">
                <c:v>298.73339843700001</c:v>
              </c:pt>
              <c:pt idx="736">
                <c:v>298.9765625</c:v>
              </c:pt>
              <c:pt idx="737">
                <c:v>299.4765625</c:v>
              </c:pt>
              <c:pt idx="738">
                <c:v>299.833984375</c:v>
              </c:pt>
              <c:pt idx="739">
                <c:v>300.51953125</c:v>
              </c:pt>
              <c:pt idx="740">
                <c:v>300.68066406200001</c:v>
              </c:pt>
              <c:pt idx="741">
                <c:v>300.927734375</c:v>
              </c:pt>
              <c:pt idx="742">
                <c:v>301.490234375</c:v>
              </c:pt>
              <c:pt idx="743">
                <c:v>301.8984375</c:v>
              </c:pt>
              <c:pt idx="744">
                <c:v>302.166015625</c:v>
              </c:pt>
              <c:pt idx="745">
                <c:v>302.68652343700001</c:v>
              </c:pt>
              <c:pt idx="746">
                <c:v>302.95800781200001</c:v>
              </c:pt>
              <c:pt idx="747">
                <c:v>303.51660156200001</c:v>
              </c:pt>
              <c:pt idx="748">
                <c:v>303.78417968700001</c:v>
              </c:pt>
              <c:pt idx="749">
                <c:v>304.54589843700001</c:v>
              </c:pt>
              <c:pt idx="750">
                <c:v>304.91894531200001</c:v>
              </c:pt>
              <c:pt idx="751">
                <c:v>305.38769531200001</c:v>
              </c:pt>
              <c:pt idx="752">
                <c:v>305.59375</c:v>
              </c:pt>
              <c:pt idx="753">
                <c:v>305.80175781200001</c:v>
              </c:pt>
              <c:pt idx="754">
                <c:v>306.31640625</c:v>
              </c:pt>
              <c:pt idx="755">
                <c:v>306.69824218700001</c:v>
              </c:pt>
              <c:pt idx="756">
                <c:v>307.0703125</c:v>
              </c:pt>
              <c:pt idx="757">
                <c:v>307.42578125</c:v>
              </c:pt>
              <c:pt idx="758">
                <c:v>308.146484375</c:v>
              </c:pt>
              <c:pt idx="759">
                <c:v>308.49121093700001</c:v>
              </c:pt>
              <c:pt idx="760">
                <c:v>308.88574218700001</c:v>
              </c:pt>
              <c:pt idx="761">
                <c:v>309.07324218700001</c:v>
              </c:pt>
              <c:pt idx="762">
                <c:v>309.544921875</c:v>
              </c:pt>
              <c:pt idx="763">
                <c:v>310.1171875</c:v>
              </c:pt>
              <c:pt idx="764">
                <c:v>310.29589843700001</c:v>
              </c:pt>
              <c:pt idx="765">
                <c:v>310.76171875</c:v>
              </c:pt>
              <c:pt idx="766">
                <c:v>311.22363281200001</c:v>
              </c:pt>
              <c:pt idx="767">
                <c:v>311.8359375</c:v>
              </c:pt>
              <c:pt idx="768">
                <c:v>312.15625</c:v>
              </c:pt>
              <c:pt idx="769">
                <c:v>312.701171875</c:v>
              </c:pt>
              <c:pt idx="770">
                <c:v>312.833984375</c:v>
              </c:pt>
              <c:pt idx="771">
                <c:v>313.19628906200001</c:v>
              </c:pt>
              <c:pt idx="772">
                <c:v>313.51855468700001</c:v>
              </c:pt>
              <c:pt idx="773">
                <c:v>314.328125</c:v>
              </c:pt>
              <c:pt idx="774">
                <c:v>314.427734375</c:v>
              </c:pt>
              <c:pt idx="775">
                <c:v>315.119140625</c:v>
              </c:pt>
              <c:pt idx="776">
                <c:v>315.36035156200001</c:v>
              </c:pt>
              <c:pt idx="777">
                <c:v>315.61816406200001</c:v>
              </c:pt>
              <c:pt idx="778">
                <c:v>315.95410156200001</c:v>
              </c:pt>
              <c:pt idx="779">
                <c:v>316.390625</c:v>
              </c:pt>
              <c:pt idx="780">
                <c:v>316.916015625</c:v>
              </c:pt>
              <c:pt idx="781">
                <c:v>317.55566406200001</c:v>
              </c:pt>
              <c:pt idx="782">
                <c:v>317.79296875</c:v>
              </c:pt>
              <c:pt idx="783">
                <c:v>318.03222656200001</c:v>
              </c:pt>
              <c:pt idx="784">
                <c:v>318.529296875</c:v>
              </c:pt>
              <c:pt idx="785">
                <c:v>318.873046875</c:v>
              </c:pt>
              <c:pt idx="786">
                <c:v>319.33203125</c:v>
              </c:pt>
              <c:pt idx="787">
                <c:v>319.92285156200001</c:v>
              </c:pt>
              <c:pt idx="788">
                <c:v>320.21191406200001</c:v>
              </c:pt>
              <c:pt idx="789">
                <c:v>320.80957031200001</c:v>
              </c:pt>
              <c:pt idx="790">
                <c:v>321.09765625</c:v>
              </c:pt>
              <c:pt idx="791">
                <c:v>321.44433593700001</c:v>
              </c:pt>
              <c:pt idx="792">
                <c:v>321.64160156200001</c:v>
              </c:pt>
              <c:pt idx="793">
                <c:v>322.126953125</c:v>
              </c:pt>
              <c:pt idx="794">
                <c:v>322.568359375</c:v>
              </c:pt>
              <c:pt idx="795">
                <c:v>323.138671875</c:v>
              </c:pt>
              <c:pt idx="796">
                <c:v>323.314453125</c:v>
              </c:pt>
              <c:pt idx="797">
                <c:v>323.75390625</c:v>
              </c:pt>
              <c:pt idx="798">
                <c:v>324.45996093700001</c:v>
              </c:pt>
              <c:pt idx="799">
                <c:v>324.544921875</c:v>
              </c:pt>
              <c:pt idx="800">
                <c:v>324.94628906200001</c:v>
              </c:pt>
              <c:pt idx="801">
                <c:v>325.5390625</c:v>
              </c:pt>
              <c:pt idx="802">
                <c:v>326.00683593700001</c:v>
              </c:pt>
              <c:pt idx="803">
                <c:v>326.408203125</c:v>
              </c:pt>
              <c:pt idx="804">
                <c:v>326.84863281200001</c:v>
              </c:pt>
              <c:pt idx="805">
                <c:v>327.072265625</c:v>
              </c:pt>
              <c:pt idx="806">
                <c:v>327.43847656200001</c:v>
              </c:pt>
              <c:pt idx="807">
                <c:v>327.82519531200001</c:v>
              </c:pt>
              <c:pt idx="808">
                <c:v>328.14453125</c:v>
              </c:pt>
              <c:pt idx="809">
                <c:v>328.57324218700001</c:v>
              </c:pt>
              <c:pt idx="810">
                <c:v>328.96777343700001</c:v>
              </c:pt>
              <c:pt idx="811">
                <c:v>329.74707031200001</c:v>
              </c:pt>
              <c:pt idx="812">
                <c:v>329.78613281200001</c:v>
              </c:pt>
              <c:pt idx="813">
                <c:v>330.318359375</c:v>
              </c:pt>
              <c:pt idx="814">
                <c:v>330.96972656200001</c:v>
              </c:pt>
              <c:pt idx="815">
                <c:v>331.00390625</c:v>
              </c:pt>
              <c:pt idx="816">
                <c:v>331.791015625</c:v>
              </c:pt>
              <c:pt idx="817">
                <c:v>331.82128906200001</c:v>
              </c:pt>
              <c:pt idx="818">
                <c:v>332.43457031200001</c:v>
              </c:pt>
              <c:pt idx="819">
                <c:v>332.64355468700001</c:v>
              </c:pt>
              <c:pt idx="820">
                <c:v>333.08105468700001</c:v>
              </c:pt>
              <c:pt idx="821">
                <c:v>333.505859375</c:v>
              </c:pt>
              <c:pt idx="822">
                <c:v>334.20605468700001</c:v>
              </c:pt>
              <c:pt idx="823">
                <c:v>334.58691406200001</c:v>
              </c:pt>
              <c:pt idx="824">
                <c:v>334.65917968700001</c:v>
              </c:pt>
              <c:pt idx="825">
                <c:v>335.31640625</c:v>
              </c:pt>
              <c:pt idx="826">
                <c:v>335.529296875</c:v>
              </c:pt>
              <c:pt idx="827">
                <c:v>336.08886718700001</c:v>
              </c:pt>
              <c:pt idx="828">
                <c:v>336.44140625</c:v>
              </c:pt>
              <c:pt idx="829">
                <c:v>336.87402343700001</c:v>
              </c:pt>
              <c:pt idx="830">
                <c:v>337.162109375</c:v>
              </c:pt>
              <c:pt idx="831">
                <c:v>337.86035156200001</c:v>
              </c:pt>
              <c:pt idx="832">
                <c:v>337.91113281200001</c:v>
              </c:pt>
              <c:pt idx="833">
                <c:v>338.599609375</c:v>
              </c:pt>
              <c:pt idx="834">
                <c:v>338.720703125</c:v>
              </c:pt>
              <c:pt idx="835">
                <c:v>339.16113281200001</c:v>
              </c:pt>
              <c:pt idx="836">
                <c:v>339.70703125</c:v>
              </c:pt>
              <c:pt idx="837">
                <c:v>339.978515625</c:v>
              </c:pt>
              <c:pt idx="838">
                <c:v>340.681640625</c:v>
              </c:pt>
              <c:pt idx="839">
                <c:v>340.96777343700001</c:v>
              </c:pt>
              <c:pt idx="840">
                <c:v>341.212890625</c:v>
              </c:pt>
              <c:pt idx="841">
                <c:v>341.861328125</c:v>
              </c:pt>
              <c:pt idx="842">
                <c:v>342.2578125</c:v>
              </c:pt>
              <c:pt idx="843">
                <c:v>342.38964843700001</c:v>
              </c:pt>
              <c:pt idx="844">
                <c:v>342.83496093700001</c:v>
              </c:pt>
              <c:pt idx="845">
                <c:v>343.439453125</c:v>
              </c:pt>
              <c:pt idx="846">
                <c:v>343.93652343700001</c:v>
              </c:pt>
              <c:pt idx="847">
                <c:v>344.126953125</c:v>
              </c:pt>
              <c:pt idx="848">
                <c:v>344.48339843700001</c:v>
              </c:pt>
              <c:pt idx="849">
                <c:v>344.896484375</c:v>
              </c:pt>
              <c:pt idx="850">
                <c:v>345.326171875</c:v>
              </c:pt>
              <c:pt idx="851">
                <c:v>345.935546875</c:v>
              </c:pt>
              <c:pt idx="852">
                <c:v>346.0234375</c:v>
              </c:pt>
              <c:pt idx="853">
                <c:v>346.81542968700001</c:v>
              </c:pt>
              <c:pt idx="854">
                <c:v>346.94824218700001</c:v>
              </c:pt>
              <c:pt idx="855">
                <c:v>347.375</c:v>
              </c:pt>
              <c:pt idx="856">
                <c:v>347.89453125</c:v>
              </c:pt>
              <c:pt idx="857">
                <c:v>348.326171875</c:v>
              </c:pt>
              <c:pt idx="858">
                <c:v>348.740234375</c:v>
              </c:pt>
              <c:pt idx="859">
                <c:v>349.25390625</c:v>
              </c:pt>
              <c:pt idx="860">
                <c:v>349.2578125</c:v>
              </c:pt>
              <c:pt idx="861">
                <c:v>350.044921875</c:v>
              </c:pt>
              <c:pt idx="862">
                <c:v>350.14550781200001</c:v>
              </c:pt>
              <c:pt idx="863">
                <c:v>350.48925781200001</c:v>
              </c:pt>
              <c:pt idx="864">
                <c:v>350.9296875</c:v>
              </c:pt>
              <c:pt idx="865">
                <c:v>351.64453125</c:v>
              </c:pt>
              <c:pt idx="866">
                <c:v>352.09082031200001</c:v>
              </c:pt>
              <c:pt idx="867">
                <c:v>352.216796875</c:v>
              </c:pt>
              <c:pt idx="868">
                <c:v>352.755859375</c:v>
              </c:pt>
              <c:pt idx="869">
                <c:v>353.31347656200001</c:v>
              </c:pt>
              <c:pt idx="870">
                <c:v>353.55859375</c:v>
              </c:pt>
              <c:pt idx="871">
                <c:v>354.046875</c:v>
              </c:pt>
              <c:pt idx="872">
                <c:v>354.43457031200001</c:v>
              </c:pt>
              <c:pt idx="873">
                <c:v>354.60644531200001</c:v>
              </c:pt>
              <c:pt idx="874">
                <c:v>355.14746093700001</c:v>
              </c:pt>
              <c:pt idx="875">
                <c:v>355.37011718700001</c:v>
              </c:pt>
              <c:pt idx="876">
                <c:v>355.75390625</c:v>
              </c:pt>
              <c:pt idx="877">
                <c:v>356.23730468700001</c:v>
              </c:pt>
              <c:pt idx="878">
                <c:v>356.728515625</c:v>
              </c:pt>
              <c:pt idx="879">
                <c:v>356.99609375</c:v>
              </c:pt>
              <c:pt idx="880">
                <c:v>357.658203125</c:v>
              </c:pt>
              <c:pt idx="881">
                <c:v>357.841796875</c:v>
              </c:pt>
              <c:pt idx="882">
                <c:v>358.32714843700001</c:v>
              </c:pt>
              <c:pt idx="883">
                <c:v>358.96386718700001</c:v>
              </c:pt>
              <c:pt idx="884">
                <c:v>359.18457031200001</c:v>
              </c:pt>
              <c:pt idx="885">
                <c:v>359.71875</c:v>
              </c:pt>
              <c:pt idx="886">
                <c:v>360.068359375</c:v>
              </c:pt>
              <c:pt idx="887">
                <c:v>360.259765625</c:v>
              </c:pt>
              <c:pt idx="888">
                <c:v>360.98144531200001</c:v>
              </c:pt>
              <c:pt idx="889">
                <c:v>361.36328125</c:v>
              </c:pt>
              <c:pt idx="890">
                <c:v>361.79785156200001</c:v>
              </c:pt>
              <c:pt idx="891">
                <c:v>361.884765625</c:v>
              </c:pt>
              <c:pt idx="892">
                <c:v>362.56347656200001</c:v>
              </c:pt>
              <c:pt idx="893">
                <c:v>362.75390625</c:v>
              </c:pt>
              <c:pt idx="894">
                <c:v>363.12890625</c:v>
              </c:pt>
              <c:pt idx="895">
                <c:v>363.79785156200001</c:v>
              </c:pt>
              <c:pt idx="896">
                <c:v>363.99707031200001</c:v>
              </c:pt>
              <c:pt idx="897">
                <c:v>364.68261718700001</c:v>
              </c:pt>
              <c:pt idx="898">
                <c:v>364.69921875</c:v>
              </c:pt>
              <c:pt idx="899">
                <c:v>365.48730468700001</c:v>
              </c:pt>
            </c:numLit>
          </c:xVal>
          <c:yVal>
            <c:numLit>
              <c:formatCode>0.0</c:formatCode>
              <c:ptCount val="900"/>
              <c:pt idx="0">
                <c:v>-9.4319999999999994E-3</c:v>
              </c:pt>
              <c:pt idx="1">
                <c:v>-1.6084999999999999E-2</c:v>
              </c:pt>
              <c:pt idx="2">
                <c:v>8.2990000000000008E-3</c:v>
              </c:pt>
              <c:pt idx="3">
                <c:v>8.6709999999999999E-3</c:v>
              </c:pt>
              <c:pt idx="4">
                <c:v>-7.1900000000000002E-3</c:v>
              </c:pt>
              <c:pt idx="5">
                <c:v>-8.6210000000000002E-3</c:v>
              </c:pt>
              <c:pt idx="6">
                <c:v>8.5929999999999999E-3</c:v>
              </c:pt>
              <c:pt idx="7">
                <c:v>-7.8860000000000006E-3</c:v>
              </c:pt>
              <c:pt idx="8">
                <c:v>-7.528E-3</c:v>
              </c:pt>
              <c:pt idx="9">
                <c:v>-0.194245</c:v>
              </c:pt>
              <c:pt idx="10">
                <c:v>0.54534000000000005</c:v>
              </c:pt>
              <c:pt idx="11">
                <c:v>-0.38440299999999999</c:v>
              </c:pt>
              <c:pt idx="12">
                <c:v>-0.23499900000000001</c:v>
              </c:pt>
              <c:pt idx="13">
                <c:v>-0.108807</c:v>
              </c:pt>
              <c:pt idx="14">
                <c:v>0.11765299999999999</c:v>
              </c:pt>
              <c:pt idx="15">
                <c:v>0.126189</c:v>
              </c:pt>
              <c:pt idx="16">
                <c:v>0.14733099999999999</c:v>
              </c:pt>
              <c:pt idx="17">
                <c:v>-6.5196000000000004E-2</c:v>
              </c:pt>
              <c:pt idx="18">
                <c:v>9.9760000000000001E-2</c:v>
              </c:pt>
              <c:pt idx="19">
                <c:v>0.10664800000000001</c:v>
              </c:pt>
              <c:pt idx="20">
                <c:v>-0.12227499999999999</c:v>
              </c:pt>
              <c:pt idx="21">
                <c:v>-6.2803999999999999E-2</c:v>
              </c:pt>
              <c:pt idx="22">
                <c:v>0.157889</c:v>
              </c:pt>
              <c:pt idx="23">
                <c:v>-0.21449699999999999</c:v>
              </c:pt>
              <c:pt idx="24">
                <c:v>0.37337500000000001</c:v>
              </c:pt>
              <c:pt idx="25">
                <c:v>-0.53987700000000005</c:v>
              </c:pt>
              <c:pt idx="26">
                <c:v>0.39394200000000001</c:v>
              </c:pt>
              <c:pt idx="27">
                <c:v>0.34679100000000002</c:v>
              </c:pt>
              <c:pt idx="28">
                <c:v>0.19034300000000001</c:v>
              </c:pt>
              <c:pt idx="29">
                <c:v>0.34388600000000002</c:v>
              </c:pt>
              <c:pt idx="30">
                <c:v>-0.123018</c:v>
              </c:pt>
              <c:pt idx="31">
                <c:v>-0.14017399999999999</c:v>
              </c:pt>
              <c:pt idx="32">
                <c:v>0.19869600000000001</c:v>
              </c:pt>
              <c:pt idx="33">
                <c:v>-9.1659000000000004E-2</c:v>
              </c:pt>
              <c:pt idx="34">
                <c:v>-7.6006000000000004E-2</c:v>
              </c:pt>
              <c:pt idx="35">
                <c:v>-0.11139499999999999</c:v>
              </c:pt>
              <c:pt idx="36">
                <c:v>-0.10227</c:v>
              </c:pt>
              <c:pt idx="37">
                <c:v>0.13495799999999999</c:v>
              </c:pt>
              <c:pt idx="38">
                <c:v>5.2261000000000002E-2</c:v>
              </c:pt>
              <c:pt idx="39">
                <c:v>-0.120252</c:v>
              </c:pt>
              <c:pt idx="40">
                <c:v>-1.4708000000000001E-2</c:v>
              </c:pt>
              <c:pt idx="41">
                <c:v>-2.1954000000000001E-2</c:v>
              </c:pt>
              <c:pt idx="42">
                <c:v>-1.0102E-2</c:v>
              </c:pt>
              <c:pt idx="43">
                <c:v>0.12357700000000001</c:v>
              </c:pt>
              <c:pt idx="44">
                <c:v>0.20954200000000001</c:v>
              </c:pt>
              <c:pt idx="45">
                <c:v>2.6317E-2</c:v>
              </c:pt>
              <c:pt idx="46">
                <c:v>2.6084E-2</c:v>
              </c:pt>
              <c:pt idx="47">
                <c:v>-0.23558899999999999</c:v>
              </c:pt>
              <c:pt idx="48">
                <c:v>-0.17612700000000001</c:v>
              </c:pt>
              <c:pt idx="49">
                <c:v>-0.11665</c:v>
              </c:pt>
              <c:pt idx="50">
                <c:v>0.13148699999999999</c:v>
              </c:pt>
              <c:pt idx="51">
                <c:v>0.11708</c:v>
              </c:pt>
              <c:pt idx="52">
                <c:v>-0.154167</c:v>
              </c:pt>
              <c:pt idx="53">
                <c:v>-0.23463000000000001</c:v>
              </c:pt>
              <c:pt idx="54">
                <c:v>0.168822</c:v>
              </c:pt>
              <c:pt idx="55">
                <c:v>-8.6536000000000002E-2</c:v>
              </c:pt>
              <c:pt idx="56">
                <c:v>-7.1551000000000003E-2</c:v>
              </c:pt>
              <c:pt idx="57">
                <c:v>4.4753000000000001E-2</c:v>
              </c:pt>
              <c:pt idx="58">
                <c:v>0.219361</c:v>
              </c:pt>
              <c:pt idx="59">
                <c:v>0.33431100000000002</c:v>
              </c:pt>
              <c:pt idx="60">
                <c:v>-0.27380500000000002</c:v>
              </c:pt>
              <c:pt idx="61">
                <c:v>-0.68847599999999998</c:v>
              </c:pt>
              <c:pt idx="62">
                <c:v>-0.51975099999999996</c:v>
              </c:pt>
              <c:pt idx="63">
                <c:v>0.28167999999999999</c:v>
              </c:pt>
              <c:pt idx="64">
                <c:v>0.19874600000000001</c:v>
              </c:pt>
              <c:pt idx="65">
                <c:v>-0.218338</c:v>
              </c:pt>
              <c:pt idx="66">
                <c:v>0.171268</c:v>
              </c:pt>
              <c:pt idx="67">
                <c:v>-0.29828900000000003</c:v>
              </c:pt>
              <c:pt idx="68">
                <c:v>-0.14535999999999999</c:v>
              </c:pt>
              <c:pt idx="69">
                <c:v>-7.1672E-2</c:v>
              </c:pt>
              <c:pt idx="70">
                <c:v>-4.5280000000000001E-2</c:v>
              </c:pt>
              <c:pt idx="71">
                <c:v>-4.7659E-2</c:v>
              </c:pt>
              <c:pt idx="72">
                <c:v>-6.5407999999999994E-2</c:v>
              </c:pt>
              <c:pt idx="73">
                <c:v>-0.16556699999999999</c:v>
              </c:pt>
              <c:pt idx="74">
                <c:v>0.146314</c:v>
              </c:pt>
              <c:pt idx="75">
                <c:v>0.101148</c:v>
              </c:pt>
              <c:pt idx="76">
                <c:v>-0.105847</c:v>
              </c:pt>
              <c:pt idx="77">
                <c:v>-7.2512999999999994E-2</c:v>
              </c:pt>
              <c:pt idx="78">
                <c:v>0.58316400000000002</c:v>
              </c:pt>
              <c:pt idx="79">
                <c:v>0.80295099999999997</c:v>
              </c:pt>
              <c:pt idx="80">
                <c:v>0.52676999999999996</c:v>
              </c:pt>
              <c:pt idx="81">
                <c:v>-0.90499300000000005</c:v>
              </c:pt>
              <c:pt idx="82">
                <c:v>-0.355653</c:v>
              </c:pt>
              <c:pt idx="83">
                <c:v>0.26585900000000001</c:v>
              </c:pt>
              <c:pt idx="84">
                <c:v>0.111134</c:v>
              </c:pt>
              <c:pt idx="85">
                <c:v>0.122866</c:v>
              </c:pt>
              <c:pt idx="86">
                <c:v>0.14425499999999999</c:v>
              </c:pt>
              <c:pt idx="87">
                <c:v>-0.109929</c:v>
              </c:pt>
              <c:pt idx="88">
                <c:v>-4.7855000000000002E-2</c:v>
              </c:pt>
              <c:pt idx="89">
                <c:v>-0.112581</c:v>
              </c:pt>
              <c:pt idx="90">
                <c:v>8.4633E-2</c:v>
              </c:pt>
              <c:pt idx="91">
                <c:v>-0.12152499999999999</c:v>
              </c:pt>
              <c:pt idx="92">
                <c:v>-7.2839000000000001E-2</c:v>
              </c:pt>
              <c:pt idx="93">
                <c:v>-0.213064</c:v>
              </c:pt>
              <c:pt idx="94">
                <c:v>-0.19364899999999999</c:v>
              </c:pt>
              <c:pt idx="95">
                <c:v>-0.53863499999999997</c:v>
              </c:pt>
              <c:pt idx="96">
                <c:v>0.52987799999999996</c:v>
              </c:pt>
              <c:pt idx="97">
                <c:v>0.34500500000000001</c:v>
              </c:pt>
              <c:pt idx="98">
                <c:v>-0.32581399999999999</c:v>
              </c:pt>
              <c:pt idx="99">
                <c:v>0.172263</c:v>
              </c:pt>
              <c:pt idx="100">
                <c:v>0.322272</c:v>
              </c:pt>
              <c:pt idx="101">
                <c:v>0.11032599999999999</c:v>
              </c:pt>
              <c:pt idx="102">
                <c:v>-0.15492600000000001</c:v>
              </c:pt>
              <c:pt idx="103">
                <c:v>0.19642999999999999</c:v>
              </c:pt>
              <c:pt idx="104">
                <c:v>8.6542999999999995E-2</c:v>
              </c:pt>
              <c:pt idx="105">
                <c:v>-0.121666</c:v>
              </c:pt>
              <c:pt idx="106">
                <c:v>-0.10785699999999999</c:v>
              </c:pt>
              <c:pt idx="107">
                <c:v>0.12726899999999999</c:v>
              </c:pt>
              <c:pt idx="108">
                <c:v>-0.12805800000000001</c:v>
              </c:pt>
              <c:pt idx="109">
                <c:v>-0.11373900000000001</c:v>
              </c:pt>
              <c:pt idx="110">
                <c:v>-5.7939999999999998E-2</c:v>
              </c:pt>
              <c:pt idx="111">
                <c:v>-1.4670000000000001E-2</c:v>
              </c:pt>
              <c:pt idx="112">
                <c:v>-1.6752E-2</c:v>
              </c:pt>
              <c:pt idx="113">
                <c:v>4.4531000000000001E-2</c:v>
              </c:pt>
              <c:pt idx="114">
                <c:v>0.19686400000000001</c:v>
              </c:pt>
              <c:pt idx="115">
                <c:v>-0.10036100000000001</c:v>
              </c:pt>
              <c:pt idx="116">
                <c:v>-2.6960000000000001E-2</c:v>
              </c:pt>
              <c:pt idx="117">
                <c:v>-1.0245000000000001E-2</c:v>
              </c:pt>
              <c:pt idx="118">
                <c:v>-0.23511899999999999</c:v>
              </c:pt>
              <c:pt idx="119">
                <c:v>-0.17779200000000001</c:v>
              </c:pt>
              <c:pt idx="120">
                <c:v>0.133716</c:v>
              </c:pt>
              <c:pt idx="121">
                <c:v>0.104509</c:v>
              </c:pt>
              <c:pt idx="122">
                <c:v>0.17924200000000001</c:v>
              </c:pt>
              <c:pt idx="123">
                <c:v>-0.13885500000000001</c:v>
              </c:pt>
              <c:pt idx="124">
                <c:v>0.18091599999999999</c:v>
              </c:pt>
              <c:pt idx="125">
                <c:v>-0.10423300000000001</c:v>
              </c:pt>
              <c:pt idx="126">
                <c:v>-6.8293000000000006E-2</c:v>
              </c:pt>
              <c:pt idx="127">
                <c:v>-5.2306999999999999E-2</c:v>
              </c:pt>
              <c:pt idx="128">
                <c:v>-0.16320899999999999</c:v>
              </c:pt>
              <c:pt idx="129">
                <c:v>0.33652799999999999</c:v>
              </c:pt>
              <c:pt idx="130">
                <c:v>-0.27073900000000001</c:v>
              </c:pt>
              <c:pt idx="131">
                <c:v>-0.52832699999999999</c:v>
              </c:pt>
              <c:pt idx="132">
                <c:v>-0.535219</c:v>
              </c:pt>
              <c:pt idx="133">
                <c:v>0.30601800000000001</c:v>
              </c:pt>
              <c:pt idx="134">
                <c:v>0.18709300000000001</c:v>
              </c:pt>
              <c:pt idx="135">
                <c:v>-0.22864699999999999</c:v>
              </c:pt>
              <c:pt idx="136">
                <c:v>0.17465</c:v>
              </c:pt>
              <c:pt idx="137">
                <c:v>-0.28429700000000002</c:v>
              </c:pt>
              <c:pt idx="138">
                <c:v>-0.186533</c:v>
              </c:pt>
              <c:pt idx="139">
                <c:v>-7.1126999999999996E-2</c:v>
              </c:pt>
              <c:pt idx="140">
                <c:v>-4.8009999999999997E-2</c:v>
              </c:pt>
              <c:pt idx="141">
                <c:v>4.6002000000000001E-2</c:v>
              </c:pt>
              <c:pt idx="142">
                <c:v>-3.8635999999999997E-2</c:v>
              </c:pt>
              <c:pt idx="143">
                <c:v>0.149175</c:v>
              </c:pt>
              <c:pt idx="144">
                <c:v>-0.15962599999999999</c:v>
              </c:pt>
              <c:pt idx="145">
                <c:v>8.4208000000000005E-2</c:v>
              </c:pt>
              <c:pt idx="146">
                <c:v>-0.106124</c:v>
              </c:pt>
              <c:pt idx="147">
                <c:v>6.9266999999999995E-2</c:v>
              </c:pt>
              <c:pt idx="148">
                <c:v>0.26566000000000001</c:v>
              </c:pt>
              <c:pt idx="149">
                <c:v>0.79684200000000005</c:v>
              </c:pt>
              <c:pt idx="150">
                <c:v>-0.17870800000000001</c:v>
              </c:pt>
              <c:pt idx="151">
                <c:v>-0.92790300000000003</c:v>
              </c:pt>
              <c:pt idx="152">
                <c:v>0.91701900000000003</c:v>
              </c:pt>
              <c:pt idx="153">
                <c:v>0.27727099999999999</c:v>
              </c:pt>
              <c:pt idx="154">
                <c:v>-0.13847699999999999</c:v>
              </c:pt>
              <c:pt idx="155">
                <c:v>0.13100300000000001</c:v>
              </c:pt>
              <c:pt idx="156">
                <c:v>-0.112788</c:v>
              </c:pt>
              <c:pt idx="157">
                <c:v>0.144729</c:v>
              </c:pt>
              <c:pt idx="158">
                <c:v>-5.5589E-2</c:v>
              </c:pt>
              <c:pt idx="159">
                <c:v>-8.6555000000000007E-2</c:v>
              </c:pt>
              <c:pt idx="160">
                <c:v>-0.114328</c:v>
              </c:pt>
              <c:pt idx="161">
                <c:v>-0.11865299999999999</c:v>
              </c:pt>
              <c:pt idx="162">
                <c:v>-7.1513999999999994E-2</c:v>
              </c:pt>
              <c:pt idx="163">
                <c:v>-0.19119900000000001</c:v>
              </c:pt>
              <c:pt idx="164">
                <c:v>-0.23703299999999999</c:v>
              </c:pt>
              <c:pt idx="165">
                <c:v>0.395565</c:v>
              </c:pt>
              <c:pt idx="166">
                <c:v>0.53717400000000004</c:v>
              </c:pt>
              <c:pt idx="167">
                <c:v>0.33735900000000002</c:v>
              </c:pt>
              <c:pt idx="168">
                <c:v>-0.33501199999999998</c:v>
              </c:pt>
              <c:pt idx="169">
                <c:v>0.169323</c:v>
              </c:pt>
              <c:pt idx="170">
                <c:v>0.346306</c:v>
              </c:pt>
              <c:pt idx="171">
                <c:v>-0.10997800000000001</c:v>
              </c:pt>
              <c:pt idx="172">
                <c:v>-0.144287</c:v>
              </c:pt>
              <c:pt idx="173">
                <c:v>0.20582900000000001</c:v>
              </c:pt>
              <c:pt idx="174">
                <c:v>8.1985000000000002E-2</c:v>
              </c:pt>
              <c:pt idx="175">
                <c:v>-8.6423E-2</c:v>
              </c:pt>
              <c:pt idx="176">
                <c:v>-0.107429</c:v>
              </c:pt>
              <c:pt idx="177">
                <c:v>9.0247999999999995E-2</c:v>
              </c:pt>
              <c:pt idx="178">
                <c:v>-0.13461400000000001</c:v>
              </c:pt>
              <c:pt idx="179">
                <c:v>7.7397999999999995E-2</c:v>
              </c:pt>
              <c:pt idx="180">
                <c:v>-0.117686</c:v>
              </c:pt>
              <c:pt idx="181">
                <c:v>-1.6338999999999999E-2</c:v>
              </c:pt>
              <c:pt idx="182">
                <c:v>-1.9165999999999999E-2</c:v>
              </c:pt>
              <c:pt idx="183">
                <c:v>3.5125999999999998E-2</c:v>
              </c:pt>
              <c:pt idx="184">
                <c:v>0.214003</c:v>
              </c:pt>
              <c:pt idx="185">
                <c:v>-0.194772</c:v>
              </c:pt>
              <c:pt idx="186">
                <c:v>-2.7359999999999999E-2</c:v>
              </c:pt>
              <c:pt idx="187">
                <c:v>3.6627E-2</c:v>
              </c:pt>
              <c:pt idx="188">
                <c:v>-0.22706999999999999</c:v>
              </c:pt>
              <c:pt idx="189">
                <c:v>-0.18176899999999999</c:v>
              </c:pt>
              <c:pt idx="190">
                <c:v>-0.119411</c:v>
              </c:pt>
              <c:pt idx="191">
                <c:v>0.13650699999999999</c:v>
              </c:pt>
              <c:pt idx="192">
                <c:v>0.17995700000000001</c:v>
              </c:pt>
              <c:pt idx="193">
                <c:v>-0.15565999999999999</c:v>
              </c:pt>
              <c:pt idx="194">
                <c:v>-0.20399500000000001</c:v>
              </c:pt>
              <c:pt idx="195">
                <c:v>0.165327</c:v>
              </c:pt>
              <c:pt idx="196">
                <c:v>-7.7324000000000004E-2</c:v>
              </c:pt>
              <c:pt idx="197">
                <c:v>-6.3683000000000003E-2</c:v>
              </c:pt>
              <c:pt idx="198">
                <c:v>4.0869999999999997E-2</c:v>
              </c:pt>
              <c:pt idx="199">
                <c:v>-0.29117700000000002</c:v>
              </c:pt>
              <c:pt idx="200">
                <c:v>0.34501700000000002</c:v>
              </c:pt>
              <c:pt idx="201">
                <c:v>0.17862700000000001</c:v>
              </c:pt>
              <c:pt idx="202">
                <c:v>-0.702569</c:v>
              </c:pt>
              <c:pt idx="203">
                <c:v>-0.55432400000000004</c:v>
              </c:pt>
              <c:pt idx="204">
                <c:v>-0.24631600000000001</c:v>
              </c:pt>
              <c:pt idx="205">
                <c:v>0.144395</c:v>
              </c:pt>
              <c:pt idx="206">
                <c:v>-0.236961</c:v>
              </c:pt>
              <c:pt idx="207">
                <c:v>0.211226</c:v>
              </c:pt>
              <c:pt idx="208">
                <c:v>-0.29934100000000002</c:v>
              </c:pt>
              <c:pt idx="209">
                <c:v>-0.12804499999999999</c:v>
              </c:pt>
              <c:pt idx="210">
                <c:v>-7.0689000000000002E-2</c:v>
              </c:pt>
              <c:pt idx="211">
                <c:v>-3.9440999999999997E-2</c:v>
              </c:pt>
              <c:pt idx="212">
                <c:v>4.1614999999999999E-2</c:v>
              </c:pt>
              <c:pt idx="213">
                <c:v>7.6525999999999997E-2</c:v>
              </c:pt>
              <c:pt idx="214">
                <c:v>0.173125</c:v>
              </c:pt>
              <c:pt idx="215">
                <c:v>-0.125004</c:v>
              </c:pt>
              <c:pt idx="216">
                <c:v>-0.11136</c:v>
              </c:pt>
              <c:pt idx="217">
                <c:v>7.5744000000000006E-2</c:v>
              </c:pt>
              <c:pt idx="218">
                <c:v>0.26367699999999999</c:v>
              </c:pt>
              <c:pt idx="219">
                <c:v>0.59858100000000003</c:v>
              </c:pt>
              <c:pt idx="220">
                <c:v>0.79656700000000003</c:v>
              </c:pt>
              <c:pt idx="221">
                <c:v>0.536022</c:v>
              </c:pt>
              <c:pt idx="222">
                <c:v>-0.92631699999999995</c:v>
              </c:pt>
              <c:pt idx="223">
                <c:v>-0.35082799999999997</c:v>
              </c:pt>
              <c:pt idx="224">
                <c:v>-0.15003900000000001</c:v>
              </c:pt>
              <c:pt idx="225">
                <c:v>0.110112</c:v>
              </c:pt>
              <c:pt idx="226">
                <c:v>0.137655</c:v>
              </c:pt>
              <c:pt idx="227">
                <c:v>0.13667299999999999</c:v>
              </c:pt>
              <c:pt idx="228">
                <c:v>-5.4746999999999997E-2</c:v>
              </c:pt>
              <c:pt idx="229">
                <c:v>6.1044000000000001E-2</c:v>
              </c:pt>
              <c:pt idx="230">
                <c:v>-0.105132</c:v>
              </c:pt>
              <c:pt idx="231">
                <c:v>-0.106972</c:v>
              </c:pt>
              <c:pt idx="232">
                <c:v>-6.1936999999999999E-2</c:v>
              </c:pt>
              <c:pt idx="233">
                <c:v>-6.0738E-2</c:v>
              </c:pt>
              <c:pt idx="234">
                <c:v>-0.216445</c:v>
              </c:pt>
              <c:pt idx="235">
                <c:v>0.25903300000000001</c:v>
              </c:pt>
              <c:pt idx="236">
                <c:v>-0.53182099999999999</c:v>
              </c:pt>
              <c:pt idx="237">
                <c:v>-0.49002400000000002</c:v>
              </c:pt>
              <c:pt idx="238">
                <c:v>0.334953</c:v>
              </c:pt>
              <c:pt idx="239">
                <c:v>-0.308583</c:v>
              </c:pt>
              <c:pt idx="240">
                <c:v>0.31030600000000003</c:v>
              </c:pt>
              <c:pt idx="241">
                <c:v>-0.228238</c:v>
              </c:pt>
              <c:pt idx="242">
                <c:v>0.128078</c:v>
              </c:pt>
              <c:pt idx="243">
                <c:v>0.200351</c:v>
              </c:pt>
              <c:pt idx="244">
                <c:v>0.15784999999999999</c:v>
              </c:pt>
              <c:pt idx="245">
                <c:v>-7.3581999999999995E-2</c:v>
              </c:pt>
              <c:pt idx="246">
                <c:v>-0.105655</c:v>
              </c:pt>
              <c:pt idx="247">
                <c:v>-6.4569000000000001E-2</c:v>
              </c:pt>
              <c:pt idx="248">
                <c:v>0.124504</c:v>
              </c:pt>
              <c:pt idx="249">
                <c:v>-0.12325999999999999</c:v>
              </c:pt>
              <c:pt idx="250">
                <c:v>-0.12174</c:v>
              </c:pt>
              <c:pt idx="251">
                <c:v>3.0376E-2</c:v>
              </c:pt>
              <c:pt idx="252">
                <c:v>-2.5014999999999999E-2</c:v>
              </c:pt>
              <c:pt idx="253">
                <c:v>-2.0795999999999999E-2</c:v>
              </c:pt>
              <c:pt idx="254">
                <c:v>-8.7718000000000004E-2</c:v>
              </c:pt>
              <c:pt idx="255">
                <c:v>0.202544</c:v>
              </c:pt>
              <c:pt idx="256">
                <c:v>-9.9894999999999998E-2</c:v>
              </c:pt>
              <c:pt idx="257">
                <c:v>-4.3004000000000001E-2</c:v>
              </c:pt>
              <c:pt idx="258">
                <c:v>1.0593999999999999E-2</c:v>
              </c:pt>
              <c:pt idx="259">
                <c:v>-0.23100999999999999</c:v>
              </c:pt>
              <c:pt idx="260">
                <c:v>-0.18400900000000001</c:v>
              </c:pt>
              <c:pt idx="261">
                <c:v>0.126718</c:v>
              </c:pt>
              <c:pt idx="262">
                <c:v>0.13712299999999999</c:v>
              </c:pt>
              <c:pt idx="263">
                <c:v>-0.17344300000000001</c:v>
              </c:pt>
              <c:pt idx="264">
                <c:v>-0.104411</c:v>
              </c:pt>
              <c:pt idx="265">
                <c:v>0.17929300000000001</c:v>
              </c:pt>
              <c:pt idx="266">
                <c:v>-0.102381</c:v>
              </c:pt>
              <c:pt idx="267">
                <c:v>-8.1162999999999999E-2</c:v>
              </c:pt>
              <c:pt idx="268">
                <c:v>7.6499999999999999E-2</c:v>
              </c:pt>
              <c:pt idx="269">
                <c:v>-3.4479000000000003E-2</c:v>
              </c:pt>
              <c:pt idx="270">
                <c:v>0.31113600000000002</c:v>
              </c:pt>
              <c:pt idx="271">
                <c:v>0.28350799999999998</c:v>
              </c:pt>
              <c:pt idx="272">
                <c:v>0.27465000000000001</c:v>
              </c:pt>
              <c:pt idx="273">
                <c:v>-0.44403599999999999</c:v>
              </c:pt>
              <c:pt idx="274">
                <c:v>-0.53719099999999997</c:v>
              </c:pt>
              <c:pt idx="275">
                <c:v>0.19431000000000001</c:v>
              </c:pt>
              <c:pt idx="276">
                <c:v>0.209007</c:v>
              </c:pt>
              <c:pt idx="277">
                <c:v>-0.24199499999999999</c:v>
              </c:pt>
              <c:pt idx="278">
                <c:v>-0.30173499999999998</c:v>
              </c:pt>
              <c:pt idx="279">
                <c:v>-0.20092199999999999</c:v>
              </c:pt>
              <c:pt idx="280">
                <c:v>8.8572999999999999E-2</c:v>
              </c:pt>
              <c:pt idx="281">
                <c:v>4.2054000000000001E-2</c:v>
              </c:pt>
              <c:pt idx="282">
                <c:v>-3.4799999999999998E-2</c:v>
              </c:pt>
              <c:pt idx="283">
                <c:v>4.1667000000000003E-2</c:v>
              </c:pt>
              <c:pt idx="284">
                <c:v>-0.11627800000000001</c:v>
              </c:pt>
              <c:pt idx="285">
                <c:v>-0.15362899999999999</c:v>
              </c:pt>
              <c:pt idx="286">
                <c:v>9.9332000000000004E-2</c:v>
              </c:pt>
              <c:pt idx="287">
                <c:v>-0.104739</c:v>
              </c:pt>
              <c:pt idx="288">
                <c:v>-7.4796000000000001E-2</c:v>
              </c:pt>
              <c:pt idx="289">
                <c:v>-0.26575799999999999</c:v>
              </c:pt>
              <c:pt idx="290">
                <c:v>-0.766544</c:v>
              </c:pt>
              <c:pt idx="291">
                <c:v>0.80667599999999995</c:v>
              </c:pt>
              <c:pt idx="292">
                <c:v>-0.938558</c:v>
              </c:pt>
              <c:pt idx="293">
                <c:v>0.902555</c:v>
              </c:pt>
              <c:pt idx="294">
                <c:v>-0.35345100000000002</c:v>
              </c:pt>
              <c:pt idx="295">
                <c:v>-0.142818</c:v>
              </c:pt>
              <c:pt idx="296">
                <c:v>0.130274</c:v>
              </c:pt>
              <c:pt idx="297">
                <c:v>0.118593</c:v>
              </c:pt>
              <c:pt idx="298">
                <c:v>0.14288699999999999</c:v>
              </c:pt>
              <c:pt idx="299">
                <c:v>-5.8567000000000001E-2</c:v>
              </c:pt>
              <c:pt idx="300">
                <c:v>-8.0878000000000005E-2</c:v>
              </c:pt>
              <c:pt idx="301">
                <c:v>-0.112752</c:v>
              </c:pt>
              <c:pt idx="302">
                <c:v>-0.111665</c:v>
              </c:pt>
              <c:pt idx="303">
                <c:v>-7.1667999999999996E-2</c:v>
              </c:pt>
              <c:pt idx="304">
                <c:v>0.15998999999999999</c:v>
              </c:pt>
              <c:pt idx="305">
                <c:v>-0.240033</c:v>
              </c:pt>
              <c:pt idx="306">
                <c:v>0.36891000000000002</c:v>
              </c:pt>
              <c:pt idx="307">
                <c:v>0.56770799999999999</c:v>
              </c:pt>
              <c:pt idx="308">
                <c:v>0.43660500000000002</c:v>
              </c:pt>
              <c:pt idx="309">
                <c:v>0.329258</c:v>
              </c:pt>
              <c:pt idx="310">
                <c:v>0.19683200000000001</c:v>
              </c:pt>
              <c:pt idx="311">
                <c:v>0.324656</c:v>
              </c:pt>
              <c:pt idx="312">
                <c:v>-0.136685</c:v>
              </c:pt>
              <c:pt idx="313">
                <c:v>-0.13873099999999999</c:v>
              </c:pt>
              <c:pt idx="314">
                <c:v>0.22694300000000001</c:v>
              </c:pt>
              <c:pt idx="315">
                <c:v>-8.8095999999999994E-2</c:v>
              </c:pt>
              <c:pt idx="316">
                <c:v>-9.1736999999999999E-2</c:v>
              </c:pt>
              <c:pt idx="317">
                <c:v>-0.110846</c:v>
              </c:pt>
              <c:pt idx="318">
                <c:v>6.7171999999999996E-2</c:v>
              </c:pt>
              <c:pt idx="319">
                <c:v>-0.13542699999999999</c:v>
              </c:pt>
              <c:pt idx="320">
                <c:v>4.7317999999999999E-2</c:v>
              </c:pt>
              <c:pt idx="321">
                <c:v>-0.11210299999999999</c:v>
              </c:pt>
              <c:pt idx="322">
                <c:v>-1.5436999999999999E-2</c:v>
              </c:pt>
              <c:pt idx="323">
                <c:v>-2.5339E-2</c:v>
              </c:pt>
              <c:pt idx="324">
                <c:v>-3.3361000000000002E-2</c:v>
              </c:pt>
              <c:pt idx="325">
                <c:v>0.18396699999999999</c:v>
              </c:pt>
              <c:pt idx="326">
                <c:v>0.20326</c:v>
              </c:pt>
              <c:pt idx="327">
                <c:v>2.5257000000000002E-2</c:v>
              </c:pt>
              <c:pt idx="328">
                <c:v>-3.8102999999999998E-2</c:v>
              </c:pt>
              <c:pt idx="329">
                <c:v>-0.23774500000000001</c:v>
              </c:pt>
              <c:pt idx="330">
                <c:v>-0.18750900000000001</c:v>
              </c:pt>
              <c:pt idx="331">
                <c:v>-0.119994</c:v>
              </c:pt>
              <c:pt idx="332">
                <c:v>0.13717799999999999</c:v>
              </c:pt>
              <c:pt idx="333">
                <c:v>0.16521</c:v>
              </c:pt>
              <c:pt idx="334">
                <c:v>-0.158635</c:v>
              </c:pt>
              <c:pt idx="335">
                <c:v>-0.33158300000000002</c:v>
              </c:pt>
              <c:pt idx="336">
                <c:v>0.17413799999999999</c:v>
              </c:pt>
              <c:pt idx="337">
                <c:v>-9.9636000000000002E-2</c:v>
              </c:pt>
              <c:pt idx="338">
                <c:v>7.2506000000000001E-2</c:v>
              </c:pt>
              <c:pt idx="339">
                <c:v>5.1884E-2</c:v>
              </c:pt>
              <c:pt idx="340">
                <c:v>-0.26951799999999998</c:v>
              </c:pt>
              <c:pt idx="341">
                <c:v>0.32092700000000002</c:v>
              </c:pt>
              <c:pt idx="342">
                <c:v>-0.187252</c:v>
              </c:pt>
              <c:pt idx="343">
                <c:v>0.43709599999999998</c:v>
              </c:pt>
              <c:pt idx="344">
                <c:v>0.57203300000000001</c:v>
              </c:pt>
              <c:pt idx="345">
                <c:v>-0.24584400000000001</c:v>
              </c:pt>
              <c:pt idx="346">
                <c:v>0.147647</c:v>
              </c:pt>
              <c:pt idx="347">
                <c:v>-0.231823</c:v>
              </c:pt>
              <c:pt idx="348">
                <c:v>0.215534</c:v>
              </c:pt>
              <c:pt idx="349">
                <c:v>-0.29960399999999998</c:v>
              </c:pt>
              <c:pt idx="350">
                <c:v>-0.12967400000000001</c:v>
              </c:pt>
              <c:pt idx="351">
                <c:v>-7.4566999999999994E-2</c:v>
              </c:pt>
              <c:pt idx="352">
                <c:v>-3.9870000000000003E-2</c:v>
              </c:pt>
              <c:pt idx="353">
                <c:v>-4.8009999999999997E-2</c:v>
              </c:pt>
              <c:pt idx="354">
                <c:v>8.4434999999999996E-2</c:v>
              </c:pt>
              <c:pt idx="355">
                <c:v>0.167349</c:v>
              </c:pt>
              <c:pt idx="356">
                <c:v>-0.135627</c:v>
              </c:pt>
              <c:pt idx="357">
                <c:v>0.11618299999999999</c:v>
              </c:pt>
              <c:pt idx="358">
                <c:v>-0.110568</c:v>
              </c:pt>
              <c:pt idx="359">
                <c:v>0.16997000000000001</c:v>
              </c:pt>
              <c:pt idx="360">
                <c:v>0.60943000000000003</c:v>
              </c:pt>
              <c:pt idx="361">
                <c:v>0.80408199999999996</c:v>
              </c:pt>
              <c:pt idx="362">
                <c:v>-0.53407199999999999</c:v>
              </c:pt>
              <c:pt idx="363">
                <c:v>-0.94931299999999996</c:v>
              </c:pt>
              <c:pt idx="364">
                <c:v>-0.35241699999999998</c:v>
              </c:pt>
              <c:pt idx="365">
                <c:v>0.166687</c:v>
              </c:pt>
              <c:pt idx="366">
                <c:v>9.9338999999999997E-2</c:v>
              </c:pt>
              <c:pt idx="367">
                <c:v>0.14027800000000001</c:v>
              </c:pt>
              <c:pt idx="368">
                <c:v>0.14446300000000001</c:v>
              </c:pt>
              <c:pt idx="369">
                <c:v>-7.2871000000000005E-2</c:v>
              </c:pt>
              <c:pt idx="370">
                <c:v>-5.1204E-2</c:v>
              </c:pt>
              <c:pt idx="371">
                <c:v>-0.114804</c:v>
              </c:pt>
              <c:pt idx="372">
                <c:v>-0.11705400000000001</c:v>
              </c:pt>
              <c:pt idx="373">
                <c:v>-7.9394999999999993E-2</c:v>
              </c:pt>
              <c:pt idx="374">
                <c:v>-6.1885000000000003E-2</c:v>
              </c:pt>
              <c:pt idx="375">
                <c:v>-0.22984099999999999</c:v>
              </c:pt>
              <c:pt idx="376">
                <c:v>0.255579</c:v>
              </c:pt>
              <c:pt idx="377">
                <c:v>0.56322300000000003</c:v>
              </c:pt>
              <c:pt idx="378">
                <c:v>0.53490000000000004</c:v>
              </c:pt>
              <c:pt idx="379">
                <c:v>-0.31107099999999999</c:v>
              </c:pt>
              <c:pt idx="380">
                <c:v>-0.32562200000000002</c:v>
              </c:pt>
              <c:pt idx="381">
                <c:v>0.33493099999999998</c:v>
              </c:pt>
              <c:pt idx="382">
                <c:v>-0.20258799999999999</c:v>
              </c:pt>
              <c:pt idx="383">
                <c:v>9.9802000000000002E-2</c:v>
              </c:pt>
              <c:pt idx="384">
                <c:v>0.20372499999999999</c:v>
              </c:pt>
              <c:pt idx="385">
                <c:v>0.155359</c:v>
              </c:pt>
              <c:pt idx="386">
                <c:v>-9.1997999999999996E-2</c:v>
              </c:pt>
              <c:pt idx="387">
                <c:v>-0.113549</c:v>
              </c:pt>
              <c:pt idx="388">
                <c:v>6.2392999999999997E-2</c:v>
              </c:pt>
              <c:pt idx="389">
                <c:v>0.145231</c:v>
              </c:pt>
              <c:pt idx="390">
                <c:v>-0.139206</c:v>
              </c:pt>
              <c:pt idx="391">
                <c:v>-0.106643</c:v>
              </c:pt>
              <c:pt idx="392">
                <c:v>-5.0391999999999999E-2</c:v>
              </c:pt>
              <c:pt idx="393">
                <c:v>-2.2530999999999999E-2</c:v>
              </c:pt>
              <c:pt idx="394">
                <c:v>-2.1451000000000001E-2</c:v>
              </c:pt>
              <c:pt idx="395">
                <c:v>-0.110322</c:v>
              </c:pt>
              <c:pt idx="396">
                <c:v>0.203543</c:v>
              </c:pt>
              <c:pt idx="397">
                <c:v>-0.109308</c:v>
              </c:pt>
              <c:pt idx="398">
                <c:v>-3.2939000000000003E-2</c:v>
              </c:pt>
              <c:pt idx="399">
                <c:v>-1.5462E-2</c:v>
              </c:pt>
              <c:pt idx="400">
                <c:v>-0.23508599999999999</c:v>
              </c:pt>
              <c:pt idx="401">
                <c:v>-0.186556</c:v>
              </c:pt>
              <c:pt idx="402">
                <c:v>0.14371400000000001</c:v>
              </c:pt>
              <c:pt idx="403">
                <c:v>-9.9243999999999999E-2</c:v>
              </c:pt>
              <c:pt idx="404">
                <c:v>0.16189500000000001</c:v>
              </c:pt>
              <c:pt idx="405">
                <c:v>-0.25778699999999999</c:v>
              </c:pt>
              <c:pt idx="406">
                <c:v>0.170353</c:v>
              </c:pt>
              <c:pt idx="407">
                <c:v>-9.0174000000000004E-2</c:v>
              </c:pt>
              <c:pt idx="408">
                <c:v>-7.6716000000000006E-2</c:v>
              </c:pt>
              <c:pt idx="409">
                <c:v>6.8199999999999997E-2</c:v>
              </c:pt>
              <c:pt idx="410">
                <c:v>-0.15221199999999999</c:v>
              </c:pt>
              <c:pt idx="411">
                <c:v>0.30564999999999998</c:v>
              </c:pt>
              <c:pt idx="412">
                <c:v>-0.25364900000000001</c:v>
              </c:pt>
              <c:pt idx="413">
                <c:v>0.264816</c:v>
              </c:pt>
              <c:pt idx="414">
                <c:v>0.53300400000000003</c:v>
              </c:pt>
              <c:pt idx="415">
                <c:v>-0.48458400000000001</c:v>
              </c:pt>
              <c:pt idx="416">
                <c:v>0.188829</c:v>
              </c:pt>
              <c:pt idx="417">
                <c:v>-0.23974300000000001</c:v>
              </c:pt>
              <c:pt idx="418">
                <c:v>-0.178592</c:v>
              </c:pt>
              <c:pt idx="419">
                <c:v>-0.29684500000000003</c:v>
              </c:pt>
              <c:pt idx="420">
                <c:v>-0.188972</c:v>
              </c:pt>
              <c:pt idx="421">
                <c:v>-9.3724000000000002E-2</c:v>
              </c:pt>
              <c:pt idx="422">
                <c:v>4.0987000000000003E-2</c:v>
              </c:pt>
              <c:pt idx="423">
                <c:v>4.2182999999999998E-2</c:v>
              </c:pt>
              <c:pt idx="424">
                <c:v>-4.1238999999999998E-2</c:v>
              </c:pt>
              <c:pt idx="425">
                <c:v>-0.11852799999999999</c:v>
              </c:pt>
              <c:pt idx="426">
                <c:v>-0.17313799999999999</c:v>
              </c:pt>
              <c:pt idx="427">
                <c:v>9.8926E-2</c:v>
              </c:pt>
              <c:pt idx="428">
                <c:v>-9.7075999999999996E-2</c:v>
              </c:pt>
              <c:pt idx="429">
                <c:v>-6.8158999999999997E-2</c:v>
              </c:pt>
              <c:pt idx="430">
                <c:v>-0.25758300000000001</c:v>
              </c:pt>
              <c:pt idx="431">
                <c:v>-0.75864299999999996</c:v>
              </c:pt>
              <c:pt idx="432">
                <c:v>0.81495899999999999</c:v>
              </c:pt>
              <c:pt idx="433">
                <c:v>-0.96131100000000003</c:v>
              </c:pt>
              <c:pt idx="434">
                <c:v>0.87370599999999998</c:v>
              </c:pt>
              <c:pt idx="435">
                <c:v>-0.373004</c:v>
              </c:pt>
              <c:pt idx="436">
                <c:v>-0.13828799999999999</c:v>
              </c:pt>
              <c:pt idx="437">
                <c:v>0.137992</c:v>
              </c:pt>
              <c:pt idx="438">
                <c:v>0.114747</c:v>
              </c:pt>
              <c:pt idx="439">
                <c:v>0.16162699999999999</c:v>
              </c:pt>
              <c:pt idx="440">
                <c:v>-6.7810999999999996E-2</c:v>
              </c:pt>
              <c:pt idx="441">
                <c:v>9.6907999999999994E-2</c:v>
              </c:pt>
              <c:pt idx="442">
                <c:v>-0.10524600000000001</c:v>
              </c:pt>
              <c:pt idx="443">
                <c:v>-0.112957</c:v>
              </c:pt>
              <c:pt idx="444">
                <c:v>-6.6810999999999995E-2</c:v>
              </c:pt>
              <c:pt idx="445">
                <c:v>0.15614700000000001</c:v>
              </c:pt>
              <c:pt idx="446">
                <c:v>-0.22530900000000001</c:v>
              </c:pt>
              <c:pt idx="447">
                <c:v>0.309367</c:v>
              </c:pt>
              <c:pt idx="448">
                <c:v>0.558226</c:v>
              </c:pt>
              <c:pt idx="449">
                <c:v>0.43566700000000003</c:v>
              </c:pt>
              <c:pt idx="450">
                <c:v>-0.31802399999999997</c:v>
              </c:pt>
              <c:pt idx="451">
                <c:v>0.19042799999999999</c:v>
              </c:pt>
              <c:pt idx="452">
                <c:v>0.33581299999999997</c:v>
              </c:pt>
              <c:pt idx="453">
                <c:v>-0.15094199999999999</c:v>
              </c:pt>
              <c:pt idx="454">
                <c:v>9.3397999999999995E-2</c:v>
              </c:pt>
              <c:pt idx="455">
                <c:v>0.194915</c:v>
              </c:pt>
              <c:pt idx="456">
                <c:v>-0.124779</c:v>
              </c:pt>
              <c:pt idx="457">
                <c:v>-7.2336999999999999E-2</c:v>
              </c:pt>
              <c:pt idx="458">
                <c:v>-0.114327</c:v>
              </c:pt>
              <c:pt idx="459">
                <c:v>7.2052000000000005E-2</c:v>
              </c:pt>
              <c:pt idx="460">
                <c:v>-0.10853400000000001</c:v>
              </c:pt>
              <c:pt idx="461">
                <c:v>-0.142203</c:v>
              </c:pt>
              <c:pt idx="462">
                <c:v>-0.108706</c:v>
              </c:pt>
              <c:pt idx="463">
                <c:v>2.2880999999999999E-2</c:v>
              </c:pt>
              <c:pt idx="464">
                <c:v>-2.1860000000000001E-2</c:v>
              </c:pt>
              <c:pt idx="465">
                <c:v>-2.7189999999999999E-2</c:v>
              </c:pt>
              <c:pt idx="466">
                <c:v>0.12956200000000001</c:v>
              </c:pt>
              <c:pt idx="467">
                <c:v>0.202793</c:v>
              </c:pt>
              <c:pt idx="468">
                <c:v>3.6628000000000001E-2</c:v>
              </c:pt>
              <c:pt idx="469">
                <c:v>4.4031000000000001E-2</c:v>
              </c:pt>
              <c:pt idx="470">
                <c:v>-2.1208000000000001E-2</c:v>
              </c:pt>
              <c:pt idx="471">
                <c:v>-0.223048</c:v>
              </c:pt>
              <c:pt idx="472">
                <c:v>-0.156635</c:v>
              </c:pt>
              <c:pt idx="473">
                <c:v>0.138345</c:v>
              </c:pt>
              <c:pt idx="474">
                <c:v>0.111779</c:v>
              </c:pt>
              <c:pt idx="475">
                <c:v>-0.16742199999999999</c:v>
              </c:pt>
              <c:pt idx="476">
                <c:v>-0.203906</c:v>
              </c:pt>
              <c:pt idx="477">
                <c:v>0.15756000000000001</c:v>
              </c:pt>
              <c:pt idx="478">
                <c:v>9.3768000000000004E-2</c:v>
              </c:pt>
              <c:pt idx="479">
                <c:v>6.7698999999999995E-2</c:v>
              </c:pt>
              <c:pt idx="480">
                <c:v>-5.3149000000000002E-2</c:v>
              </c:pt>
              <c:pt idx="481">
                <c:v>-0.14396</c:v>
              </c:pt>
              <c:pt idx="482">
                <c:v>0.30762400000000001</c:v>
              </c:pt>
              <c:pt idx="483">
                <c:v>-0.26309199999999999</c:v>
              </c:pt>
              <c:pt idx="484">
                <c:v>-0.57775500000000002</c:v>
              </c:pt>
              <c:pt idx="485">
                <c:v>0.52334800000000004</c:v>
              </c:pt>
              <c:pt idx="486">
                <c:v>-0.30920999999999998</c:v>
              </c:pt>
              <c:pt idx="487">
                <c:v>0.185228</c:v>
              </c:pt>
              <c:pt idx="488">
                <c:v>-0.214451</c:v>
              </c:pt>
              <c:pt idx="489">
                <c:v>0.15424199999999999</c:v>
              </c:pt>
              <c:pt idx="490">
                <c:v>-0.28795799999999999</c:v>
              </c:pt>
              <c:pt idx="491">
                <c:v>-0.19756099999999999</c:v>
              </c:pt>
              <c:pt idx="492">
                <c:v>-7.7579999999999996E-2</c:v>
              </c:pt>
              <c:pt idx="493">
                <c:v>-4.0906999999999999E-2</c:v>
              </c:pt>
              <c:pt idx="494">
                <c:v>4.5199999999999997E-2</c:v>
              </c:pt>
              <c:pt idx="495">
                <c:v>-3.6602000000000003E-2</c:v>
              </c:pt>
              <c:pt idx="496">
                <c:v>0.16966300000000001</c:v>
              </c:pt>
              <c:pt idx="497">
                <c:v>0.15981899999999999</c:v>
              </c:pt>
              <c:pt idx="498">
                <c:v>9.9207000000000004E-2</c:v>
              </c:pt>
              <c:pt idx="499">
                <c:v>-9.9794999999999995E-2</c:v>
              </c:pt>
              <c:pt idx="500">
                <c:v>-6.93E-2</c:v>
              </c:pt>
              <c:pt idx="501">
                <c:v>0.28915000000000002</c:v>
              </c:pt>
              <c:pt idx="502">
                <c:v>0.80966099999999996</c:v>
              </c:pt>
              <c:pt idx="503">
                <c:v>-0.17518700000000001</c:v>
              </c:pt>
              <c:pt idx="504">
                <c:v>-0.92866199999999999</c:v>
              </c:pt>
              <c:pt idx="505">
                <c:v>0.88743799999999995</c:v>
              </c:pt>
              <c:pt idx="506">
                <c:v>-0.26995000000000002</c:v>
              </c:pt>
              <c:pt idx="507">
                <c:v>-0.16753499999999999</c:v>
              </c:pt>
              <c:pt idx="508">
                <c:v>0.141092</c:v>
              </c:pt>
              <c:pt idx="509">
                <c:v>-0.13223799999999999</c:v>
              </c:pt>
              <c:pt idx="510">
                <c:v>0.149808</c:v>
              </c:pt>
              <c:pt idx="511">
                <c:v>-7.2858999999999993E-2</c:v>
              </c:pt>
              <c:pt idx="512">
                <c:v>8.8039999999999993E-2</c:v>
              </c:pt>
              <c:pt idx="513">
                <c:v>-0.112663</c:v>
              </c:pt>
              <c:pt idx="514">
                <c:v>-0.113868</c:v>
              </c:pt>
              <c:pt idx="515">
                <c:v>-6.7382999999999998E-2</c:v>
              </c:pt>
              <c:pt idx="516">
                <c:v>-0.23241500000000001</c:v>
              </c:pt>
              <c:pt idx="517">
                <c:v>-0.202934</c:v>
              </c:pt>
              <c:pt idx="518">
                <c:v>0.39474599999999999</c:v>
              </c:pt>
              <c:pt idx="519">
                <c:v>0.57480100000000001</c:v>
              </c:pt>
              <c:pt idx="520">
                <c:v>-0.30030200000000001</c:v>
              </c:pt>
              <c:pt idx="521">
                <c:v>-0.30210100000000001</c:v>
              </c:pt>
              <c:pt idx="522">
                <c:v>0.18116299999999999</c:v>
              </c:pt>
              <c:pt idx="523">
                <c:v>0.32378699999999999</c:v>
              </c:pt>
              <c:pt idx="524">
                <c:v>-0.156975</c:v>
              </c:pt>
              <c:pt idx="525">
                <c:v>-0.135712</c:v>
              </c:pt>
              <c:pt idx="526">
                <c:v>0.188495</c:v>
              </c:pt>
              <c:pt idx="527">
                <c:v>8.1492999999999996E-2</c:v>
              </c:pt>
              <c:pt idx="528">
                <c:v>-9.0621999999999994E-2</c:v>
              </c:pt>
              <c:pt idx="529">
                <c:v>-0.109067</c:v>
              </c:pt>
              <c:pt idx="530">
                <c:v>-7.1778999999999996E-2</c:v>
              </c:pt>
              <c:pt idx="531">
                <c:v>-0.12848399999999999</c:v>
              </c:pt>
              <c:pt idx="532">
                <c:v>-5.0462E-2</c:v>
              </c:pt>
              <c:pt idx="533">
                <c:v>-0.111225</c:v>
              </c:pt>
              <c:pt idx="534">
                <c:v>-1.2376E-2</c:v>
              </c:pt>
              <c:pt idx="535">
                <c:v>-2.4038E-2</c:v>
              </c:pt>
              <c:pt idx="536">
                <c:v>2.1638999999999999E-2</c:v>
              </c:pt>
              <c:pt idx="537">
                <c:v>0.128417</c:v>
              </c:pt>
              <c:pt idx="538">
                <c:v>0.19325400000000001</c:v>
              </c:pt>
              <c:pt idx="539">
                <c:v>2.6259999999999999E-2</c:v>
              </c:pt>
              <c:pt idx="540">
                <c:v>3.6018000000000001E-2</c:v>
              </c:pt>
              <c:pt idx="541">
                <c:v>-0.22722000000000001</c:v>
              </c:pt>
              <c:pt idx="542">
                <c:v>-0.179895</c:v>
              </c:pt>
              <c:pt idx="543">
                <c:v>-0.112694</c:v>
              </c:pt>
              <c:pt idx="544">
                <c:v>0.138239</c:v>
              </c:pt>
              <c:pt idx="545">
                <c:v>0.12209299999999999</c:v>
              </c:pt>
              <c:pt idx="546">
                <c:v>-0.19060199999999999</c:v>
              </c:pt>
              <c:pt idx="547">
                <c:v>0.15743599999999999</c:v>
              </c:pt>
              <c:pt idx="548">
                <c:v>0.16023399999999999</c:v>
              </c:pt>
              <c:pt idx="549">
                <c:v>-9.0927999999999995E-2</c:v>
              </c:pt>
              <c:pt idx="550">
                <c:v>7.5607999999999995E-2</c:v>
              </c:pt>
              <c:pt idx="551">
                <c:v>-4.8668000000000003E-2</c:v>
              </c:pt>
              <c:pt idx="552">
                <c:v>0.19980300000000001</c:v>
              </c:pt>
              <c:pt idx="553">
                <c:v>-0.31032900000000002</c:v>
              </c:pt>
              <c:pt idx="554">
                <c:v>-0.26801799999999998</c:v>
              </c:pt>
              <c:pt idx="555">
                <c:v>0.49913299999999999</c:v>
              </c:pt>
              <c:pt idx="556">
                <c:v>-0.55536399999999997</c:v>
              </c:pt>
              <c:pt idx="557">
                <c:v>0.28582999999999997</c:v>
              </c:pt>
              <c:pt idx="558">
                <c:v>0.15446399999999999</c:v>
              </c:pt>
              <c:pt idx="559">
                <c:v>-0.23341000000000001</c:v>
              </c:pt>
              <c:pt idx="560">
                <c:v>0.15618199999999999</c:v>
              </c:pt>
              <c:pt idx="561">
                <c:v>-0.29716199999999998</c:v>
              </c:pt>
              <c:pt idx="562">
                <c:v>-0.19755900000000001</c:v>
              </c:pt>
              <c:pt idx="563">
                <c:v>-7.2737999999999997E-2</c:v>
              </c:pt>
              <c:pt idx="564">
                <c:v>-4.8115999999999999E-2</c:v>
              </c:pt>
              <c:pt idx="565">
                <c:v>-4.1755E-2</c:v>
              </c:pt>
              <c:pt idx="566">
                <c:v>-4.0231000000000003E-2</c:v>
              </c:pt>
              <c:pt idx="567">
                <c:v>0.130525</c:v>
              </c:pt>
              <c:pt idx="568">
                <c:v>0.176094</c:v>
              </c:pt>
              <c:pt idx="569">
                <c:v>0.10580199999999999</c:v>
              </c:pt>
              <c:pt idx="570">
                <c:v>-9.8333000000000004E-2</c:v>
              </c:pt>
              <c:pt idx="571">
                <c:v>-6.7391000000000006E-2</c:v>
              </c:pt>
              <c:pt idx="572">
                <c:v>0.299433</c:v>
              </c:pt>
              <c:pt idx="573">
                <c:v>0.78994799999999998</c:v>
              </c:pt>
              <c:pt idx="574">
                <c:v>-0.17382</c:v>
              </c:pt>
              <c:pt idx="575">
                <c:v>-0.91277600000000003</c:v>
              </c:pt>
              <c:pt idx="576">
                <c:v>0.91447299999999998</c:v>
              </c:pt>
              <c:pt idx="577">
                <c:v>-0.308529</c:v>
              </c:pt>
              <c:pt idx="578">
                <c:v>-0.14091200000000001</c:v>
              </c:pt>
              <c:pt idx="579">
                <c:v>0.15399299999999999</c:v>
              </c:pt>
              <c:pt idx="580">
                <c:v>-0.113818</c:v>
              </c:pt>
              <c:pt idx="581">
                <c:v>0.141736</c:v>
              </c:pt>
              <c:pt idx="582">
                <c:v>5.5577000000000001E-2</c:v>
              </c:pt>
              <c:pt idx="583">
                <c:v>8.7318999999999994E-2</c:v>
              </c:pt>
              <c:pt idx="584">
                <c:v>-0.106201</c:v>
              </c:pt>
              <c:pt idx="585">
                <c:v>-0.116229</c:v>
              </c:pt>
              <c:pt idx="586">
                <c:v>-6.7336999999999994E-2</c:v>
              </c:pt>
              <c:pt idx="587">
                <c:v>0.15984499999999999</c:v>
              </c:pt>
              <c:pt idx="588">
                <c:v>-0.22667699999999999</c:v>
              </c:pt>
              <c:pt idx="589">
                <c:v>0.38408500000000001</c:v>
              </c:pt>
              <c:pt idx="590">
                <c:v>0.57534600000000002</c:v>
              </c:pt>
              <c:pt idx="591">
                <c:v>0.43624499999999999</c:v>
              </c:pt>
              <c:pt idx="592">
                <c:v>-0.301514</c:v>
              </c:pt>
              <c:pt idx="593">
                <c:v>0.18911</c:v>
              </c:pt>
              <c:pt idx="594">
                <c:v>0.32623200000000002</c:v>
              </c:pt>
              <c:pt idx="595">
                <c:v>-0.12647900000000001</c:v>
              </c:pt>
              <c:pt idx="596">
                <c:v>-0.12873899999999999</c:v>
              </c:pt>
              <c:pt idx="597">
                <c:v>0.18151100000000001</c:v>
              </c:pt>
              <c:pt idx="598">
                <c:v>-0.126584</c:v>
              </c:pt>
              <c:pt idx="599">
                <c:v>-9.3612000000000001E-2</c:v>
              </c:pt>
              <c:pt idx="600">
                <c:v>-0.10112400000000001</c:v>
              </c:pt>
              <c:pt idx="601">
                <c:v>6.4305000000000001E-2</c:v>
              </c:pt>
              <c:pt idx="602">
                <c:v>-0.122617</c:v>
              </c:pt>
              <c:pt idx="603">
                <c:v>-0.113987</c:v>
              </c:pt>
              <c:pt idx="604">
                <c:v>-0.12784100000000001</c:v>
              </c:pt>
              <c:pt idx="605">
                <c:v>-2.0976000000000002E-2</c:v>
              </c:pt>
              <c:pt idx="606">
                <c:v>-2.2957000000000002E-2</c:v>
              </c:pt>
              <c:pt idx="607">
                <c:v>3.3273999999999998E-2</c:v>
              </c:pt>
              <c:pt idx="608">
                <c:v>0.116858</c:v>
              </c:pt>
              <c:pt idx="609">
                <c:v>-0.192136</c:v>
              </c:pt>
              <c:pt idx="610">
                <c:v>5.1868999999999998E-2</c:v>
              </c:pt>
              <c:pt idx="611">
                <c:v>-6.7915000000000003E-2</c:v>
              </c:pt>
              <c:pt idx="612">
                <c:v>-2.4792000000000002E-2</c:v>
              </c:pt>
              <c:pt idx="613">
                <c:v>-0.22425600000000001</c:v>
              </c:pt>
              <c:pt idx="614">
                <c:v>-0.18545900000000001</c:v>
              </c:pt>
              <c:pt idx="615">
                <c:v>0.13500599999999999</c:v>
              </c:pt>
              <c:pt idx="616">
                <c:v>0.10521800000000001</c:v>
              </c:pt>
              <c:pt idx="617">
                <c:v>-0.179061</c:v>
              </c:pt>
              <c:pt idx="618">
                <c:v>0.168771</c:v>
              </c:pt>
              <c:pt idx="619">
                <c:v>0.19056899999999999</c:v>
              </c:pt>
              <c:pt idx="620">
                <c:v>-9.1864000000000001E-2</c:v>
              </c:pt>
              <c:pt idx="621">
                <c:v>-7.5864000000000001E-2</c:v>
              </c:pt>
              <c:pt idx="622">
                <c:v>6.5953999999999999E-2</c:v>
              </c:pt>
              <c:pt idx="623">
                <c:v>-0.14057</c:v>
              </c:pt>
              <c:pt idx="624">
                <c:v>0.31570199999999998</c:v>
              </c:pt>
              <c:pt idx="625">
                <c:v>-0.296236</c:v>
              </c:pt>
              <c:pt idx="626">
                <c:v>0.30996499999999999</c:v>
              </c:pt>
              <c:pt idx="627">
                <c:v>-0.58233900000000005</c:v>
              </c:pt>
              <c:pt idx="628">
                <c:v>0.54498199999999997</c:v>
              </c:pt>
              <c:pt idx="629">
                <c:v>0.16348099999999999</c:v>
              </c:pt>
              <c:pt idx="630">
                <c:v>-0.20524400000000001</c:v>
              </c:pt>
              <c:pt idx="631">
                <c:v>-0.22321299999999999</c:v>
              </c:pt>
              <c:pt idx="632">
                <c:v>-0.29558299999999998</c:v>
              </c:pt>
              <c:pt idx="633">
                <c:v>-0.20382</c:v>
              </c:pt>
              <c:pt idx="634">
                <c:v>0.101685</c:v>
              </c:pt>
              <c:pt idx="635">
                <c:v>4.4814E-2</c:v>
              </c:pt>
              <c:pt idx="636">
                <c:v>-3.7331000000000003E-2</c:v>
              </c:pt>
              <c:pt idx="637">
                <c:v>-4.6283999999999999E-2</c:v>
              </c:pt>
              <c:pt idx="638">
                <c:v>-0.11976199999999999</c:v>
              </c:pt>
              <c:pt idx="639">
                <c:v>0.170935</c:v>
              </c:pt>
              <c:pt idx="640">
                <c:v>-9.7620999999999999E-2</c:v>
              </c:pt>
              <c:pt idx="641">
                <c:v>-9.4756000000000007E-2</c:v>
              </c:pt>
              <c:pt idx="642">
                <c:v>-6.9940000000000002E-2</c:v>
              </c:pt>
              <c:pt idx="643">
                <c:v>0.263324</c:v>
              </c:pt>
              <c:pt idx="644">
                <c:v>-0.73585199999999995</c:v>
              </c:pt>
              <c:pt idx="645">
                <c:v>0.80765600000000004</c:v>
              </c:pt>
              <c:pt idx="646">
                <c:v>0.52456599999999998</c:v>
              </c:pt>
              <c:pt idx="647">
                <c:v>0.92054499999999995</c:v>
              </c:pt>
              <c:pt idx="648">
                <c:v>-0.40022000000000002</c:v>
              </c:pt>
              <c:pt idx="649">
                <c:v>-0.14205899999999999</c:v>
              </c:pt>
              <c:pt idx="650">
                <c:v>0.124838</c:v>
              </c:pt>
              <c:pt idx="651">
                <c:v>0.15448600000000001</c:v>
              </c:pt>
              <c:pt idx="652">
                <c:v>0.15299299999999999</c:v>
              </c:pt>
              <c:pt idx="653">
                <c:v>-7.2985999999999995E-2</c:v>
              </c:pt>
              <c:pt idx="654">
                <c:v>8.8180999999999995E-2</c:v>
              </c:pt>
              <c:pt idx="655">
                <c:v>-9.7269999999999995E-2</c:v>
              </c:pt>
              <c:pt idx="656">
                <c:v>-0.118793</c:v>
              </c:pt>
              <c:pt idx="657">
                <c:v>-6.1829000000000002E-2</c:v>
              </c:pt>
              <c:pt idx="658">
                <c:v>-6.2405000000000002E-2</c:v>
              </c:pt>
              <c:pt idx="659">
                <c:v>-0.231296</c:v>
              </c:pt>
              <c:pt idx="660">
                <c:v>-0.19594300000000001</c:v>
              </c:pt>
              <c:pt idx="661">
                <c:v>0.55355600000000005</c:v>
              </c:pt>
              <c:pt idx="662">
                <c:v>0.53933399999999998</c:v>
              </c:pt>
              <c:pt idx="663">
                <c:v>0.32266899999999998</c:v>
              </c:pt>
              <c:pt idx="664">
                <c:v>-0.28564499999999998</c:v>
              </c:pt>
              <c:pt idx="665">
                <c:v>0.32838899999999999</c:v>
              </c:pt>
              <c:pt idx="666">
                <c:v>-0.20576900000000001</c:v>
              </c:pt>
              <c:pt idx="667">
                <c:v>0.109074</c:v>
              </c:pt>
              <c:pt idx="668">
                <c:v>0.17619899999999999</c:v>
              </c:pt>
              <c:pt idx="669">
                <c:v>0.14748800000000001</c:v>
              </c:pt>
              <c:pt idx="670">
                <c:v>-9.3736E-2</c:v>
              </c:pt>
              <c:pt idx="671">
                <c:v>-0.11395</c:v>
              </c:pt>
              <c:pt idx="672">
                <c:v>-7.7506000000000005E-2</c:v>
              </c:pt>
              <c:pt idx="673">
                <c:v>0.101937</c:v>
              </c:pt>
              <c:pt idx="674">
                <c:v>-0.120988</c:v>
              </c:pt>
              <c:pt idx="675">
                <c:v>-0.111261</c:v>
              </c:pt>
              <c:pt idx="676">
                <c:v>-8.8331999999999994E-2</c:v>
              </c:pt>
              <c:pt idx="677">
                <c:v>-1.4716999999999999E-2</c:v>
              </c:pt>
              <c:pt idx="678">
                <c:v>-1.9064000000000001E-2</c:v>
              </c:pt>
              <c:pt idx="679">
                <c:v>4.6793000000000001E-2</c:v>
              </c:pt>
              <c:pt idx="680">
                <c:v>0.19257199999999999</c:v>
              </c:pt>
              <c:pt idx="681">
                <c:v>-0.10209600000000001</c:v>
              </c:pt>
              <c:pt idx="682">
                <c:v>3.3603000000000001E-2</c:v>
              </c:pt>
              <c:pt idx="683">
                <c:v>1.8561999999999999E-2</c:v>
              </c:pt>
              <c:pt idx="684">
                <c:v>-0.207179</c:v>
              </c:pt>
              <c:pt idx="685">
                <c:v>-0.18379300000000001</c:v>
              </c:pt>
              <c:pt idx="686">
                <c:v>-0.11736000000000001</c:v>
              </c:pt>
              <c:pt idx="687">
                <c:v>0.14047799999999999</c:v>
              </c:pt>
              <c:pt idx="688">
                <c:v>-0.16641</c:v>
              </c:pt>
              <c:pt idx="689">
                <c:v>-0.17466400000000001</c:v>
              </c:pt>
              <c:pt idx="690">
                <c:v>0.16284599999999999</c:v>
              </c:pt>
              <c:pt idx="691">
                <c:v>0.142017</c:v>
              </c:pt>
              <c:pt idx="692">
                <c:v>-9.3433000000000002E-2</c:v>
              </c:pt>
              <c:pt idx="693">
                <c:v>-8.0286999999999997E-2</c:v>
              </c:pt>
              <c:pt idx="694">
                <c:v>3.8575999999999999E-2</c:v>
              </c:pt>
              <c:pt idx="695">
                <c:v>-0.30572899999999997</c:v>
              </c:pt>
              <c:pt idx="696">
                <c:v>0.316888</c:v>
              </c:pt>
              <c:pt idx="697">
                <c:v>-0.18703</c:v>
              </c:pt>
              <c:pt idx="698">
                <c:v>0.53006900000000001</c:v>
              </c:pt>
              <c:pt idx="699">
                <c:v>0.55935500000000005</c:v>
              </c:pt>
              <c:pt idx="700">
                <c:v>-0.25071199999999999</c:v>
              </c:pt>
              <c:pt idx="701">
                <c:v>0.15482299999999999</c:v>
              </c:pt>
              <c:pt idx="702">
                <c:v>-0.23535400000000001</c:v>
              </c:pt>
              <c:pt idx="703">
                <c:v>0.17099</c:v>
              </c:pt>
              <c:pt idx="704">
                <c:v>-0.29169400000000001</c:v>
              </c:pt>
              <c:pt idx="705">
                <c:v>-0.128581</c:v>
              </c:pt>
              <c:pt idx="706">
                <c:v>-7.0735999999999993E-2</c:v>
              </c:pt>
              <c:pt idx="707">
                <c:v>-4.3709999999999999E-2</c:v>
              </c:pt>
              <c:pt idx="708">
                <c:v>-3.9208E-2</c:v>
              </c:pt>
              <c:pt idx="709">
                <c:v>-4.2724999999999999E-2</c:v>
              </c:pt>
              <c:pt idx="710">
                <c:v>0.17871100000000001</c:v>
              </c:pt>
              <c:pt idx="711">
                <c:v>-0.159326</c:v>
              </c:pt>
              <c:pt idx="712">
                <c:v>7.7498999999999998E-2</c:v>
              </c:pt>
              <c:pt idx="713">
                <c:v>8.0819000000000002E-2</c:v>
              </c:pt>
              <c:pt idx="714">
                <c:v>7.3335999999999998E-2</c:v>
              </c:pt>
              <c:pt idx="715">
                <c:v>0.33494099999999999</c:v>
              </c:pt>
              <c:pt idx="716">
                <c:v>0.78862200000000005</c:v>
              </c:pt>
              <c:pt idx="717">
                <c:v>0.25274200000000002</c:v>
              </c:pt>
              <c:pt idx="718">
                <c:v>0.92936300000000005</c:v>
              </c:pt>
              <c:pt idx="719">
                <c:v>-0.44903500000000002</c:v>
              </c:pt>
              <c:pt idx="720">
                <c:v>0.248061</c:v>
              </c:pt>
              <c:pt idx="721">
                <c:v>0.117912</c:v>
              </c:pt>
              <c:pt idx="722">
                <c:v>0.16853899999999999</c:v>
              </c:pt>
              <c:pt idx="723">
                <c:v>0.14235400000000001</c:v>
              </c:pt>
              <c:pt idx="724">
                <c:v>0.143979</c:v>
              </c:pt>
              <c:pt idx="725">
                <c:v>-5.2096000000000003E-2</c:v>
              </c:pt>
              <c:pt idx="726">
                <c:v>9.8680000000000004E-2</c:v>
              </c:pt>
              <c:pt idx="727">
                <c:v>-0.100769</c:v>
              </c:pt>
              <c:pt idx="728">
                <c:v>-0.11949</c:v>
              </c:pt>
              <c:pt idx="729">
                <c:v>-7.2355000000000003E-2</c:v>
              </c:pt>
              <c:pt idx="730">
                <c:v>0.15284200000000001</c:v>
              </c:pt>
              <c:pt idx="731">
                <c:v>-0.22608900000000001</c:v>
              </c:pt>
              <c:pt idx="732">
                <c:v>0.45351999999999998</c:v>
              </c:pt>
              <c:pt idx="733">
                <c:v>0.59027399999999997</c:v>
              </c:pt>
              <c:pt idx="734">
                <c:v>0.37854300000000002</c:v>
              </c:pt>
              <c:pt idx="735">
                <c:v>-0.29051100000000002</c:v>
              </c:pt>
              <c:pt idx="736">
                <c:v>0.16267899999999999</c:v>
              </c:pt>
              <c:pt idx="737">
                <c:v>0.328681</c:v>
              </c:pt>
              <c:pt idx="738">
                <c:v>-0.12809599999999999</c:v>
              </c:pt>
              <c:pt idx="739">
                <c:v>-0.13331000000000001</c:v>
              </c:pt>
              <c:pt idx="740">
                <c:v>0.170988</c:v>
              </c:pt>
              <c:pt idx="741">
                <c:v>-0.120226</c:v>
              </c:pt>
              <c:pt idx="742">
                <c:v>-7.3462E-2</c:v>
              </c:pt>
              <c:pt idx="743">
                <c:v>-8.6721999999999994E-2</c:v>
              </c:pt>
              <c:pt idx="744">
                <c:v>6.5035999999999997E-2</c:v>
              </c:pt>
              <c:pt idx="745">
                <c:v>0.15587899999999999</c:v>
              </c:pt>
              <c:pt idx="746">
                <c:v>-0.121378</c:v>
              </c:pt>
              <c:pt idx="747">
                <c:v>-0.11988500000000001</c:v>
              </c:pt>
              <c:pt idx="748">
                <c:v>-1.7423000000000001E-2</c:v>
              </c:pt>
              <c:pt idx="749">
                <c:v>-2.3855000000000001E-2</c:v>
              </c:pt>
              <c:pt idx="750">
                <c:v>-2.6311000000000001E-2</c:v>
              </c:pt>
              <c:pt idx="751">
                <c:v>0.111405</c:v>
              </c:pt>
              <c:pt idx="752">
                <c:v>0.195433</c:v>
              </c:pt>
              <c:pt idx="753">
                <c:v>-0.12138699999999999</c:v>
              </c:pt>
              <c:pt idx="754">
                <c:v>-4.8099000000000003E-2</c:v>
              </c:pt>
              <c:pt idx="755">
                <c:v>-1.3074000000000001E-2</c:v>
              </c:pt>
              <c:pt idx="756">
                <c:v>-0.22895399999999999</c:v>
              </c:pt>
              <c:pt idx="757">
                <c:v>-0.169459</c:v>
              </c:pt>
              <c:pt idx="758">
                <c:v>0.13830000000000001</c:v>
              </c:pt>
              <c:pt idx="759">
                <c:v>0.10176</c:v>
              </c:pt>
              <c:pt idx="760">
                <c:v>-0.15458</c:v>
              </c:pt>
              <c:pt idx="761">
                <c:v>0.127888</c:v>
              </c:pt>
              <c:pt idx="762">
                <c:v>0.19133800000000001</c:v>
              </c:pt>
              <c:pt idx="763">
                <c:v>-9.3238000000000001E-2</c:v>
              </c:pt>
              <c:pt idx="764">
                <c:v>6.9875000000000007E-2</c:v>
              </c:pt>
              <c:pt idx="765">
                <c:v>7.1166999999999994E-2</c:v>
              </c:pt>
              <c:pt idx="766">
                <c:v>-3.2960000000000003E-2</c:v>
              </c:pt>
              <c:pt idx="767">
                <c:v>0.31415599999999999</c:v>
              </c:pt>
              <c:pt idx="768">
                <c:v>-0.31178899999999998</c:v>
              </c:pt>
              <c:pt idx="769">
                <c:v>0.23400499999999999</c:v>
              </c:pt>
              <c:pt idx="770">
                <c:v>0.53416200000000003</c:v>
              </c:pt>
              <c:pt idx="771">
                <c:v>0.52619400000000005</c:v>
              </c:pt>
              <c:pt idx="772">
                <c:v>-0.25844</c:v>
              </c:pt>
              <c:pt idx="773">
                <c:v>0.158743</c:v>
              </c:pt>
              <c:pt idx="774">
                <c:v>-0.23411399999999999</c:v>
              </c:pt>
              <c:pt idx="775">
                <c:v>-0.28880899999999998</c:v>
              </c:pt>
              <c:pt idx="776">
                <c:v>-0.183725</c:v>
              </c:pt>
              <c:pt idx="777">
                <c:v>0.11877500000000001</c:v>
              </c:pt>
              <c:pt idx="778">
                <c:v>-5.3351999999999997E-2</c:v>
              </c:pt>
              <c:pt idx="779">
                <c:v>-4.4838000000000003E-2</c:v>
              </c:pt>
              <c:pt idx="780">
                <c:v>4.9747E-2</c:v>
              </c:pt>
              <c:pt idx="781">
                <c:v>8.8523000000000004E-2</c:v>
              </c:pt>
              <c:pt idx="782">
                <c:v>0.178643</c:v>
              </c:pt>
              <c:pt idx="783">
                <c:v>-0.13231999999999999</c:v>
              </c:pt>
              <c:pt idx="784">
                <c:v>-8.6068000000000006E-2</c:v>
              </c:pt>
              <c:pt idx="785">
                <c:v>8.4704000000000002E-2</c:v>
              </c:pt>
              <c:pt idx="786">
                <c:v>6.2383000000000001E-2</c:v>
              </c:pt>
              <c:pt idx="787">
                <c:v>0.64109799999999995</c:v>
              </c:pt>
              <c:pt idx="788">
                <c:v>0.77551800000000004</c:v>
              </c:pt>
              <c:pt idx="789">
                <c:v>0.52204799999999996</c:v>
              </c:pt>
              <c:pt idx="790">
                <c:v>0.92594799999999999</c:v>
              </c:pt>
              <c:pt idx="791">
                <c:v>-0.40663199999999999</c:v>
              </c:pt>
              <c:pt idx="792">
                <c:v>0.22932900000000001</c:v>
              </c:pt>
              <c:pt idx="793">
                <c:v>0.10911800000000001</c:v>
              </c:pt>
              <c:pt idx="794">
                <c:v>0.164106</c:v>
              </c:pt>
              <c:pt idx="795">
                <c:v>0.14266200000000001</c:v>
              </c:pt>
              <c:pt idx="796">
                <c:v>6.9059999999999996E-2</c:v>
              </c:pt>
              <c:pt idx="797">
                <c:v>4.6461000000000002E-2</c:v>
              </c:pt>
              <c:pt idx="798">
                <c:v>-8.8109999999999994E-2</c:v>
              </c:pt>
              <c:pt idx="799">
                <c:v>7.3604000000000003E-2</c:v>
              </c:pt>
              <c:pt idx="800">
                <c:v>-0.118434</c:v>
              </c:pt>
              <c:pt idx="801">
                <c:v>-7.0626999999999995E-2</c:v>
              </c:pt>
              <c:pt idx="802">
                <c:v>-0.24277599999999999</c:v>
              </c:pt>
              <c:pt idx="803">
                <c:v>-0.18865899999999999</c:v>
              </c:pt>
              <c:pt idx="804">
                <c:v>-0.53725000000000001</c:v>
              </c:pt>
              <c:pt idx="805">
                <c:v>-0.57235000000000003</c:v>
              </c:pt>
              <c:pt idx="806">
                <c:v>-0.31809999999999999</c:v>
              </c:pt>
              <c:pt idx="807">
                <c:v>-0.29837900000000001</c:v>
              </c:pt>
              <c:pt idx="808">
                <c:v>0.15123800000000001</c:v>
              </c:pt>
              <c:pt idx="809">
                <c:v>0.306309</c:v>
              </c:pt>
              <c:pt idx="810">
                <c:v>0.123762</c:v>
              </c:pt>
              <c:pt idx="811">
                <c:v>0.14652799999999999</c:v>
              </c:pt>
              <c:pt idx="812">
                <c:v>0.159918</c:v>
              </c:pt>
              <c:pt idx="813">
                <c:v>8.0487000000000003E-2</c:v>
              </c:pt>
              <c:pt idx="814">
                <c:v>9.4697000000000003E-2</c:v>
              </c:pt>
              <c:pt idx="815">
                <c:v>-8.2526000000000002E-2</c:v>
              </c:pt>
              <c:pt idx="816">
                <c:v>-0.10241500000000001</c:v>
              </c:pt>
              <c:pt idx="817">
                <c:v>0.110474</c:v>
              </c:pt>
              <c:pt idx="818">
                <c:v>4.5915999999999998E-2</c:v>
              </c:pt>
              <c:pt idx="819">
                <c:v>-0.12472999999999999</c:v>
              </c:pt>
              <c:pt idx="820">
                <c:v>9.8960000000000003E-3</c:v>
              </c:pt>
              <c:pt idx="821">
                <c:v>-2.4271000000000001E-2</c:v>
              </c:pt>
              <c:pt idx="822">
                <c:v>-3.6949999999999997E-2</c:v>
              </c:pt>
              <c:pt idx="823">
                <c:v>0.182836</c:v>
              </c:pt>
              <c:pt idx="824">
                <c:v>-0.20133499999999999</c:v>
              </c:pt>
              <c:pt idx="825">
                <c:v>-4.0994000000000003E-2</c:v>
              </c:pt>
              <c:pt idx="826">
                <c:v>2.3229E-2</c:v>
              </c:pt>
              <c:pt idx="827">
                <c:v>-0.20641300000000001</c:v>
              </c:pt>
              <c:pt idx="828">
                <c:v>-0.18529100000000001</c:v>
              </c:pt>
              <c:pt idx="829">
                <c:v>-0.115054</c:v>
              </c:pt>
              <c:pt idx="830">
                <c:v>0.135577</c:v>
              </c:pt>
              <c:pt idx="831">
                <c:v>-0.157169</c:v>
              </c:pt>
              <c:pt idx="832">
                <c:v>-0.165655</c:v>
              </c:pt>
              <c:pt idx="833">
                <c:v>0.15975700000000001</c:v>
              </c:pt>
              <c:pt idx="834">
                <c:v>-0.150422</c:v>
              </c:pt>
              <c:pt idx="835">
                <c:v>-0.103711</c:v>
              </c:pt>
              <c:pt idx="836">
                <c:v>-8.0390000000000003E-2</c:v>
              </c:pt>
              <c:pt idx="837">
                <c:v>-4.4810999999999997E-2</c:v>
              </c:pt>
              <c:pt idx="838">
                <c:v>0.19380900000000001</c:v>
              </c:pt>
              <c:pt idx="839">
                <c:v>0.29003800000000002</c:v>
              </c:pt>
              <c:pt idx="840">
                <c:v>-0.33135900000000001</c:v>
              </c:pt>
              <c:pt idx="841">
                <c:v>0.856209</c:v>
              </c:pt>
              <c:pt idx="842">
                <c:v>0.58081400000000005</c:v>
              </c:pt>
              <c:pt idx="843">
                <c:v>0.299207</c:v>
              </c:pt>
              <c:pt idx="844">
                <c:v>0.19631499999999999</c:v>
              </c:pt>
              <c:pt idx="845">
                <c:v>-0.23117599999999999</c:v>
              </c:pt>
              <c:pt idx="846">
                <c:v>-0.15901199999999999</c:v>
              </c:pt>
              <c:pt idx="847">
                <c:v>-0.29420000000000002</c:v>
              </c:pt>
              <c:pt idx="848">
                <c:v>-0.127245</c:v>
              </c:pt>
              <c:pt idx="849">
                <c:v>-7.3927000000000007E-2</c:v>
              </c:pt>
              <c:pt idx="850">
                <c:v>-4.4519000000000003E-2</c:v>
              </c:pt>
              <c:pt idx="851">
                <c:v>4.1487000000000003E-2</c:v>
              </c:pt>
              <c:pt idx="852">
                <c:v>-4.7413999999999998E-2</c:v>
              </c:pt>
              <c:pt idx="853">
                <c:v>0.16954</c:v>
              </c:pt>
              <c:pt idx="854">
                <c:v>0.15845000000000001</c:v>
              </c:pt>
              <c:pt idx="855">
                <c:v>0.103738</c:v>
              </c:pt>
              <c:pt idx="856">
                <c:v>8.9727000000000001E-2</c:v>
              </c:pt>
              <c:pt idx="857">
                <c:v>8.4692000000000003E-2</c:v>
              </c:pt>
              <c:pt idx="858">
                <c:v>-0.273453</c:v>
              </c:pt>
              <c:pt idx="859">
                <c:v>0.72045800000000004</c:v>
              </c:pt>
              <c:pt idx="860">
                <c:v>0.76234900000000005</c:v>
              </c:pt>
              <c:pt idx="861">
                <c:v>-0.84905799999999998</c:v>
              </c:pt>
              <c:pt idx="862">
                <c:v>0.95243</c:v>
              </c:pt>
              <c:pt idx="863">
                <c:v>-0.41683700000000001</c:v>
              </c:pt>
              <c:pt idx="864">
                <c:v>-0.13420799999999999</c:v>
              </c:pt>
              <c:pt idx="865">
                <c:v>0.15846299999999999</c:v>
              </c:pt>
              <c:pt idx="866">
                <c:v>-0.115574</c:v>
              </c:pt>
              <c:pt idx="867">
                <c:v>0.15112400000000001</c:v>
              </c:pt>
              <c:pt idx="868">
                <c:v>5.1913000000000001E-2</c:v>
              </c:pt>
              <c:pt idx="869">
                <c:v>0.10684299999999999</c:v>
              </c:pt>
              <c:pt idx="870">
                <c:v>-0.107265</c:v>
              </c:pt>
              <c:pt idx="871">
                <c:v>-0.12295200000000001</c:v>
              </c:pt>
              <c:pt idx="872">
                <c:v>5.4813000000000001E-2</c:v>
              </c:pt>
              <c:pt idx="873">
                <c:v>-6.9564000000000001E-2</c:v>
              </c:pt>
              <c:pt idx="874">
                <c:v>-0.22806999999999999</c:v>
              </c:pt>
              <c:pt idx="875">
                <c:v>0.171014</c:v>
              </c:pt>
              <c:pt idx="876">
                <c:v>8.0527000000000001E-2</c:v>
              </c:pt>
              <c:pt idx="877">
                <c:v>3.2738000000000003E-2</c:v>
              </c:pt>
              <c:pt idx="878">
                <c:v>1.6872000000000002E-2</c:v>
              </c:pt>
              <c:pt idx="879">
                <c:v>-1.2988E-2</c:v>
              </c:pt>
              <c:pt idx="880">
                <c:v>-0.12113699999999999</c:v>
              </c:pt>
              <c:pt idx="881">
                <c:v>-0.16036</c:v>
              </c:pt>
              <c:pt idx="882">
                <c:v>0.16162699999999999</c:v>
              </c:pt>
              <c:pt idx="883">
                <c:v>-0.11473899999999999</c:v>
              </c:pt>
              <c:pt idx="884">
                <c:v>0.136964</c:v>
              </c:pt>
              <c:pt idx="885">
                <c:v>0.186224</c:v>
              </c:pt>
              <c:pt idx="886">
                <c:v>6.0928000000000003E-2</c:v>
              </c:pt>
              <c:pt idx="887">
                <c:v>-9.2068999999999998E-2</c:v>
              </c:pt>
              <c:pt idx="888">
                <c:v>-5.1639999999999998E-2</c:v>
              </c:pt>
              <c:pt idx="889">
                <c:v>-4.0943E-2</c:v>
              </c:pt>
              <c:pt idx="890">
                <c:v>0.108155</c:v>
              </c:pt>
              <c:pt idx="891">
                <c:v>-0.128189</c:v>
              </c:pt>
              <c:pt idx="892">
                <c:v>8.3134E-2</c:v>
              </c:pt>
              <c:pt idx="893">
                <c:v>-6.5504999999999994E-2</c:v>
              </c:pt>
              <c:pt idx="894">
                <c:v>4.5813E-2</c:v>
              </c:pt>
              <c:pt idx="895">
                <c:v>-0.25430799999999998</c:v>
              </c:pt>
              <c:pt idx="896">
                <c:v>0.32997399999999999</c:v>
              </c:pt>
              <c:pt idx="897">
                <c:v>-0.25650899999999999</c:v>
              </c:pt>
              <c:pt idx="898">
                <c:v>0.16315199999999999</c:v>
              </c:pt>
              <c:pt idx="899">
                <c:v>0.55960500000000002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6871-664C-9B39-A5C4B0CE18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24435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Acceleration (g)</a:t>
                </a:r>
              </a:p>
            </c:rich>
          </c:tx>
          <c:overlay val="1"/>
        </c:title>
        <c:numFmt formatCode="0.0" sourceLinked="1"/>
        <c:majorTickMark val="none"/>
        <c:minorTickMark val="none"/>
        <c:tickLblPos val="nextTo"/>
        <c:spPr>
          <a:ln w="0">
            <a:solidFill>
              <a:srgbClr val="06121D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366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Time (s)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244358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72768"/>
        <c:crosses val="autoZero"/>
        <c:crossBetween val="midCat"/>
        <c:majorUnit val="60"/>
      </c:valAx>
      <c:spPr>
        <a:solidFill>
          <a:srgbClr val="06121D"/>
        </a:solidFill>
        <a:ln w="0">
          <a:solidFill>
            <a:srgbClr val="06121D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900">
              <a:solidFill>
                <a:srgbClr val="91A9BA"/>
              </a:solidFill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06121D"/>
    </a:solidFill>
    <a:ln w="0">
      <a:solidFill>
        <a:srgbClr val="06121D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上手</c:v>
          </c:tx>
          <c:spPr>
            <a:ln w="14288">
              <a:solidFill>
                <a:srgbClr val="23D5E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900"/>
              <c:pt idx="0">
                <c:v>0.35546875</c:v>
              </c:pt>
              <c:pt idx="1">
                <c:v>0.771484375</c:v>
              </c:pt>
              <c:pt idx="2">
                <c:v>1.135742187</c:v>
              </c:pt>
              <c:pt idx="3">
                <c:v>1.219726562</c:v>
              </c:pt>
              <c:pt idx="4">
                <c:v>1.665039062</c:v>
              </c:pt>
              <c:pt idx="5">
                <c:v>2.145507812</c:v>
              </c:pt>
              <c:pt idx="6">
                <c:v>2.787109375</c:v>
              </c:pt>
              <c:pt idx="7">
                <c:v>3.241210937</c:v>
              </c:pt>
              <c:pt idx="8">
                <c:v>3.55078125</c:v>
              </c:pt>
              <c:pt idx="9">
                <c:v>3.708007812</c:v>
              </c:pt>
              <c:pt idx="10">
                <c:v>4.408203125</c:v>
              </c:pt>
              <c:pt idx="11">
                <c:v>4.512695312</c:v>
              </c:pt>
              <c:pt idx="12">
                <c:v>5.017578125</c:v>
              </c:pt>
              <c:pt idx="13">
                <c:v>5.57421875</c:v>
              </c:pt>
              <c:pt idx="14">
                <c:v>5.926757812</c:v>
              </c:pt>
              <c:pt idx="15">
                <c:v>6.202148437</c:v>
              </c:pt>
              <c:pt idx="16">
                <c:v>6.526367187</c:v>
              </c:pt>
              <c:pt idx="17">
                <c:v>7.283203125</c:v>
              </c:pt>
              <c:pt idx="18">
                <c:v>7.421875</c:v>
              </c:pt>
              <c:pt idx="19">
                <c:v>7.8515625</c:v>
              </c:pt>
              <c:pt idx="20">
                <c:v>8.514648437</c:v>
              </c:pt>
              <c:pt idx="21">
                <c:v>8.940429687</c:v>
              </c:pt>
              <c:pt idx="22">
                <c:v>8.953125</c:v>
              </c:pt>
              <c:pt idx="23">
                <c:v>9.366210937</c:v>
              </c:pt>
              <c:pt idx="24">
                <c:v>9.9375</c:v>
              </c:pt>
              <c:pt idx="25">
                <c:v>10.16796875</c:v>
              </c:pt>
              <c:pt idx="26">
                <c:v>10.951171875</c:v>
              </c:pt>
              <c:pt idx="27">
                <c:v>11.049804687</c:v>
              </c:pt>
              <c:pt idx="28">
                <c:v>11.7890625</c:v>
              </c:pt>
              <c:pt idx="29">
                <c:v>12.115234375</c:v>
              </c:pt>
              <c:pt idx="30">
                <c:v>12.35546875</c:v>
              </c:pt>
              <c:pt idx="31">
                <c:v>12.8515625</c:v>
              </c:pt>
              <c:pt idx="32">
                <c:v>13.244140625</c:v>
              </c:pt>
              <c:pt idx="33">
                <c:v>13.463867187</c:v>
              </c:pt>
              <c:pt idx="34">
                <c:v>13.991210937</c:v>
              </c:pt>
              <c:pt idx="35">
                <c:v>14.342773437</c:v>
              </c:pt>
              <c:pt idx="36">
                <c:v>14.797851562</c:v>
              </c:pt>
              <c:pt idx="37">
                <c:v>15.060546875</c:v>
              </c:pt>
              <c:pt idx="38">
                <c:v>15.841796875</c:v>
              </c:pt>
              <c:pt idx="39">
                <c:v>15.971679687</c:v>
              </c:pt>
              <c:pt idx="40">
                <c:v>16.6015625</c:v>
              </c:pt>
              <c:pt idx="41">
                <c:v>16.8515625</c:v>
              </c:pt>
              <c:pt idx="42">
                <c:v>17.079101562000002</c:v>
              </c:pt>
              <c:pt idx="43">
                <c:v>17.626953125</c:v>
              </c:pt>
              <c:pt idx="44">
                <c:v>17.916015625</c:v>
              </c:pt>
              <c:pt idx="45">
                <c:v>18.400390625</c:v>
              </c:pt>
              <c:pt idx="46">
                <c:v>18.803710937000002</c:v>
              </c:pt>
              <c:pt idx="47">
                <c:v>19.479492187000002</c:v>
              </c:pt>
              <c:pt idx="48">
                <c:v>19.903320312000002</c:v>
              </c:pt>
              <c:pt idx="49">
                <c:v>20.109375</c:v>
              </c:pt>
              <c:pt idx="50">
                <c:v>20.690429687000002</c:v>
              </c:pt>
              <c:pt idx="51">
                <c:v>20.948242187000002</c:v>
              </c:pt>
              <c:pt idx="52">
                <c:v>21.216796875</c:v>
              </c:pt>
              <c:pt idx="53">
                <c:v>21.646484375</c:v>
              </c:pt>
              <c:pt idx="54">
                <c:v>22.01171875</c:v>
              </c:pt>
              <c:pt idx="55">
                <c:v>22.755859375</c:v>
              </c:pt>
              <c:pt idx="56">
                <c:v>23.02734375</c:v>
              </c:pt>
              <c:pt idx="57">
                <c:v>23.2265625</c:v>
              </c:pt>
              <c:pt idx="58">
                <c:v>23.983398437000002</c:v>
              </c:pt>
              <c:pt idx="59">
                <c:v>24.008789062000002</c:v>
              </c:pt>
              <c:pt idx="60">
                <c:v>24.415039062000002</c:v>
              </c:pt>
              <c:pt idx="61">
                <c:v>25.204101562000002</c:v>
              </c:pt>
              <c:pt idx="62">
                <c:v>25.5</c:v>
              </c:pt>
              <c:pt idx="63">
                <c:v>25.630859375</c:v>
              </c:pt>
              <c:pt idx="64">
                <c:v>26.249023437000002</c:v>
              </c:pt>
              <c:pt idx="65">
                <c:v>26.493164062000002</c:v>
              </c:pt>
              <c:pt idx="66">
                <c:v>26.987304687000002</c:v>
              </c:pt>
              <c:pt idx="67">
                <c:v>27.443359375</c:v>
              </c:pt>
              <c:pt idx="68">
                <c:v>27.6796875</c:v>
              </c:pt>
              <c:pt idx="69">
                <c:v>28.217773437000002</c:v>
              </c:pt>
              <c:pt idx="70">
                <c:v>28.862304687000002</c:v>
              </c:pt>
              <c:pt idx="71">
                <c:v>29.002929687000002</c:v>
              </c:pt>
              <c:pt idx="72">
                <c:v>29.452148437000002</c:v>
              </c:pt>
              <c:pt idx="73">
                <c:v>29.873046875</c:v>
              </c:pt>
              <c:pt idx="74">
                <c:v>30.1015625</c:v>
              </c:pt>
              <c:pt idx="75">
                <c:v>30.725585937000002</c:v>
              </c:pt>
              <c:pt idx="76">
                <c:v>31.2578125</c:v>
              </c:pt>
              <c:pt idx="77">
                <c:v>31.698242187000002</c:v>
              </c:pt>
              <c:pt idx="78">
                <c:v>32.038085936999998</c:v>
              </c:pt>
              <c:pt idx="79">
                <c:v>32.145507811999998</c:v>
              </c:pt>
              <c:pt idx="80">
                <c:v>32.701171875</c:v>
              </c:pt>
              <c:pt idx="81">
                <c:v>33.034179686999998</c:v>
              </c:pt>
              <c:pt idx="82">
                <c:v>33.443359375</c:v>
              </c:pt>
              <c:pt idx="83">
                <c:v>34.104492186999998</c:v>
              </c:pt>
              <c:pt idx="84">
                <c:v>34.198242186999998</c:v>
              </c:pt>
              <c:pt idx="85">
                <c:v>34.596679686999998</c:v>
              </c:pt>
              <c:pt idx="86">
                <c:v>35.1484375</c:v>
              </c:pt>
              <c:pt idx="87">
                <c:v>35.654296875</c:v>
              </c:pt>
              <c:pt idx="88">
                <c:v>35.900390625</c:v>
              </c:pt>
              <c:pt idx="89">
                <c:v>36.471679686999998</c:v>
              </c:pt>
              <c:pt idx="90">
                <c:v>36.970703125</c:v>
              </c:pt>
              <c:pt idx="91">
                <c:v>37.165039061999998</c:v>
              </c:pt>
              <c:pt idx="92">
                <c:v>37.603515625</c:v>
              </c:pt>
              <c:pt idx="93">
                <c:v>38.016601561999998</c:v>
              </c:pt>
              <c:pt idx="94">
                <c:v>38.390625</c:v>
              </c:pt>
              <c:pt idx="95">
                <c:v>38.850585936999998</c:v>
              </c:pt>
              <c:pt idx="96">
                <c:v>39.096679686999998</c:v>
              </c:pt>
              <c:pt idx="97">
                <c:v>39.6328125</c:v>
              </c:pt>
              <c:pt idx="98">
                <c:v>40.038085936999998</c:v>
              </c:pt>
              <c:pt idx="99">
                <c:v>40.650390625</c:v>
              </c:pt>
              <c:pt idx="100">
                <c:v>40.797851561999998</c:v>
              </c:pt>
              <c:pt idx="101">
                <c:v>41.477539061999998</c:v>
              </c:pt>
              <c:pt idx="102">
                <c:v>41.479492186999998</c:v>
              </c:pt>
              <c:pt idx="103">
                <c:v>41.927734375</c:v>
              </c:pt>
              <c:pt idx="104">
                <c:v>42.6875</c:v>
              </c:pt>
              <c:pt idx="105">
                <c:v>43.020507811999998</c:v>
              </c:pt>
              <c:pt idx="106">
                <c:v>43.481445311999998</c:v>
              </c:pt>
              <c:pt idx="107">
                <c:v>43.540039061999998</c:v>
              </c:pt>
              <c:pt idx="108">
                <c:v>44.096679686999998</c:v>
              </c:pt>
              <c:pt idx="109">
                <c:v>44.379882811999998</c:v>
              </c:pt>
              <c:pt idx="110">
                <c:v>45.108398436999998</c:v>
              </c:pt>
              <c:pt idx="111">
                <c:v>45.481445311999998</c:v>
              </c:pt>
              <c:pt idx="112">
                <c:v>45.5546875</c:v>
              </c:pt>
              <c:pt idx="113">
                <c:v>46.012695311999998</c:v>
              </c:pt>
              <c:pt idx="114">
                <c:v>46.451171875</c:v>
              </c:pt>
              <c:pt idx="115">
                <c:v>46.938476561999998</c:v>
              </c:pt>
              <c:pt idx="116">
                <c:v>47.33984375</c:v>
              </c:pt>
              <c:pt idx="117">
                <c:v>47.723632811999998</c:v>
              </c:pt>
              <c:pt idx="118">
                <c:v>48.013671875</c:v>
              </c:pt>
              <c:pt idx="119">
                <c:v>48.6484375</c:v>
              </c:pt>
              <c:pt idx="120">
                <c:v>48.90625</c:v>
              </c:pt>
              <c:pt idx="121">
                <c:v>49.576171875</c:v>
              </c:pt>
              <c:pt idx="122">
                <c:v>49.858398436999998</c:v>
              </c:pt>
              <c:pt idx="123">
                <c:v>50.034179686999998</c:v>
              </c:pt>
              <c:pt idx="124">
                <c:v>50.552734375</c:v>
              </c:pt>
              <c:pt idx="125">
                <c:v>51.047851561999998</c:v>
              </c:pt>
              <c:pt idx="126">
                <c:v>51.543945311999998</c:v>
              </c:pt>
              <c:pt idx="127">
                <c:v>51.7421875</c:v>
              </c:pt>
              <c:pt idx="128">
                <c:v>52.448242186999998</c:v>
              </c:pt>
              <c:pt idx="129">
                <c:v>52.524414061999998</c:v>
              </c:pt>
              <c:pt idx="130">
                <c:v>52.9296875</c:v>
              </c:pt>
              <c:pt idx="131">
                <c:v>53.274414061999998</c:v>
              </c:pt>
              <c:pt idx="132">
                <c:v>54.016601561999998</c:v>
              </c:pt>
              <c:pt idx="133">
                <c:v>54.145507811999998</c:v>
              </c:pt>
              <c:pt idx="134">
                <c:v>54.765625</c:v>
              </c:pt>
              <c:pt idx="135">
                <c:v>55.010742186999998</c:v>
              </c:pt>
              <c:pt idx="136">
                <c:v>55.506835936999998</c:v>
              </c:pt>
              <c:pt idx="137">
                <c:v>55.965820311999998</c:v>
              </c:pt>
              <c:pt idx="138">
                <c:v>56.174804686999998</c:v>
              </c:pt>
              <c:pt idx="139">
                <c:v>56.732421875</c:v>
              </c:pt>
              <c:pt idx="140">
                <c:v>57.29296875</c:v>
              </c:pt>
              <c:pt idx="141">
                <c:v>57.377929686999998</c:v>
              </c:pt>
              <c:pt idx="142">
                <c:v>57.950195311999998</c:v>
              </c:pt>
              <c:pt idx="143">
                <c:v>58.38671875</c:v>
              </c:pt>
              <c:pt idx="144">
                <c:v>58.614257811999998</c:v>
              </c:pt>
              <c:pt idx="145">
                <c:v>59.240234375</c:v>
              </c:pt>
              <c:pt idx="146">
                <c:v>59.772460936999998</c:v>
              </c:pt>
              <c:pt idx="147">
                <c:v>59.779296875</c:v>
              </c:pt>
              <c:pt idx="148">
                <c:v>60.551757811999998</c:v>
              </c:pt>
              <c:pt idx="149">
                <c:v>60.657226561999998</c:v>
              </c:pt>
              <c:pt idx="150">
                <c:v>61.004882811999998</c:v>
              </c:pt>
              <c:pt idx="151">
                <c:v>61.549804686999998</c:v>
              </c:pt>
              <c:pt idx="152">
                <c:v>61.9609375</c:v>
              </c:pt>
              <c:pt idx="153">
                <c:v>62.463867186999998</c:v>
              </c:pt>
              <c:pt idx="154">
                <c:v>62.713867186999998</c:v>
              </c:pt>
              <c:pt idx="155">
                <c:v>63.0625</c:v>
              </c:pt>
              <c:pt idx="156">
                <c:v>63.681640625</c:v>
              </c:pt>
              <c:pt idx="157">
                <c:v>64.166015625</c:v>
              </c:pt>
              <c:pt idx="158">
                <c:v>64.415039062000005</c:v>
              </c:pt>
              <c:pt idx="159">
                <c:v>64.985351562000005</c:v>
              </c:pt>
              <c:pt idx="160">
                <c:v>65.37890625</c:v>
              </c:pt>
              <c:pt idx="161">
                <c:v>65.587890625</c:v>
              </c:pt>
              <c:pt idx="162">
                <c:v>66.147460937000005</c:v>
              </c:pt>
              <c:pt idx="163">
                <c:v>66.53515625</c:v>
              </c:pt>
              <c:pt idx="164">
                <c:v>66.717773437000005</c:v>
              </c:pt>
              <c:pt idx="165">
                <c:v>67.36328125</c:v>
              </c:pt>
              <c:pt idx="166">
                <c:v>67.612304687000005</c:v>
              </c:pt>
              <c:pt idx="167">
                <c:v>68.1484375</c:v>
              </c:pt>
              <c:pt idx="168">
                <c:v>68.326171875</c:v>
              </c:pt>
              <c:pt idx="169">
                <c:v>69.118164062000005</c:v>
              </c:pt>
              <c:pt idx="170">
                <c:v>69.313476562000005</c:v>
              </c:pt>
              <c:pt idx="171">
                <c:v>69.805664062000005</c:v>
              </c:pt>
              <c:pt idx="172">
                <c:v>69.987304687000005</c:v>
              </c:pt>
              <c:pt idx="173">
                <c:v>70.4453125</c:v>
              </c:pt>
              <c:pt idx="174">
                <c:v>71.147460937000005</c:v>
              </c:pt>
              <c:pt idx="175">
                <c:v>71.541015625</c:v>
              </c:pt>
              <c:pt idx="176">
                <c:v>71.975585937000005</c:v>
              </c:pt>
              <c:pt idx="177">
                <c:v>71.999023437000005</c:v>
              </c:pt>
              <c:pt idx="178">
                <c:v>72.737304687000005</c:v>
              </c:pt>
              <c:pt idx="179">
                <c:v>72.97265625</c:v>
              </c:pt>
              <c:pt idx="180">
                <c:v>73.584960937000005</c:v>
              </c:pt>
              <c:pt idx="181">
                <c:v>73.994140625</c:v>
              </c:pt>
              <c:pt idx="182">
                <c:v>74.05078125</c:v>
              </c:pt>
              <c:pt idx="183">
                <c:v>74.516601562000005</c:v>
              </c:pt>
              <c:pt idx="184">
                <c:v>74.943359375</c:v>
              </c:pt>
              <c:pt idx="185">
                <c:v>75.536132812000005</c:v>
              </c:pt>
              <c:pt idx="186">
                <c:v>75.94140625</c:v>
              </c:pt>
              <c:pt idx="187">
                <c:v>76.322265625</c:v>
              </c:pt>
              <c:pt idx="188">
                <c:v>76.61328125</c:v>
              </c:pt>
              <c:pt idx="189">
                <c:v>77.24609375</c:v>
              </c:pt>
              <c:pt idx="190">
                <c:v>77.3359375</c:v>
              </c:pt>
              <c:pt idx="191">
                <c:v>77.823242187000005</c:v>
              </c:pt>
              <c:pt idx="192">
                <c:v>78.08203125</c:v>
              </c:pt>
              <c:pt idx="193">
                <c:v>78.530273437000005</c:v>
              </c:pt>
              <c:pt idx="194">
                <c:v>79.150390625</c:v>
              </c:pt>
              <c:pt idx="195">
                <c:v>79.321289062000005</c:v>
              </c:pt>
              <c:pt idx="196">
                <c:v>79.89453125</c:v>
              </c:pt>
              <c:pt idx="197">
                <c:v>80.166992187000005</c:v>
              </c:pt>
              <c:pt idx="198">
                <c:v>80.854492187000005</c:v>
              </c:pt>
              <c:pt idx="199">
                <c:v>81.1171875</c:v>
              </c:pt>
              <c:pt idx="200">
                <c:v>81.552734375</c:v>
              </c:pt>
              <c:pt idx="201">
                <c:v>81.8203125</c:v>
              </c:pt>
              <c:pt idx="202">
                <c:v>82.345703125</c:v>
              </c:pt>
              <c:pt idx="203">
                <c:v>82.635742187000005</c:v>
              </c:pt>
              <c:pt idx="204">
                <c:v>83.3125</c:v>
              </c:pt>
              <c:pt idx="205">
                <c:v>83.38671875</c:v>
              </c:pt>
              <c:pt idx="206">
                <c:v>83.809570312000005</c:v>
              </c:pt>
              <c:pt idx="207">
                <c:v>84.194335937000005</c:v>
              </c:pt>
              <c:pt idx="208">
                <c:v>84.600585937000005</c:v>
              </c:pt>
              <c:pt idx="209">
                <c:v>85.353515625</c:v>
              </c:pt>
              <c:pt idx="210">
                <c:v>85.788085937000005</c:v>
              </c:pt>
              <c:pt idx="211">
                <c:v>85.999023437000005</c:v>
              </c:pt>
              <c:pt idx="212">
                <c:v>86.571289062000005</c:v>
              </c:pt>
              <c:pt idx="213">
                <c:v>86.942382812000005</c:v>
              </c:pt>
              <c:pt idx="214">
                <c:v>87.104492187000005</c:v>
              </c:pt>
              <c:pt idx="215">
                <c:v>87.838867187000005</c:v>
              </c:pt>
              <c:pt idx="216">
                <c:v>88.108398437000005</c:v>
              </c:pt>
              <c:pt idx="217">
                <c:v>88.400390625</c:v>
              </c:pt>
              <c:pt idx="218">
                <c:v>88.983398437000005</c:v>
              </c:pt>
              <c:pt idx="219">
                <c:v>89.180664062000005</c:v>
              </c:pt>
              <c:pt idx="220">
                <c:v>89.474609375</c:v>
              </c:pt>
              <c:pt idx="221">
                <c:v>90.170898437000005</c:v>
              </c:pt>
              <c:pt idx="222">
                <c:v>90.280273437000005</c:v>
              </c:pt>
              <c:pt idx="223">
                <c:v>90.780273437000005</c:v>
              </c:pt>
              <c:pt idx="224">
                <c:v>91.336914062000005</c:v>
              </c:pt>
              <c:pt idx="225">
                <c:v>91.520507812000005</c:v>
              </c:pt>
              <c:pt idx="226">
                <c:v>92.28515625</c:v>
              </c:pt>
              <c:pt idx="227">
                <c:v>92.427734375</c:v>
              </c:pt>
              <c:pt idx="228">
                <c:v>93.072265625</c:v>
              </c:pt>
              <c:pt idx="229">
                <c:v>93.178710937000005</c:v>
              </c:pt>
              <c:pt idx="230">
                <c:v>93.607421875</c:v>
              </c:pt>
              <c:pt idx="231">
                <c:v>94.3046875</c:v>
              </c:pt>
              <c:pt idx="232">
                <c:v>94.744140625</c:v>
              </c:pt>
              <c:pt idx="233">
                <c:v>94.76953125</c:v>
              </c:pt>
              <c:pt idx="234">
                <c:v>95.159179687000005</c:v>
              </c:pt>
              <c:pt idx="235">
                <c:v>95.762695312000005</c:v>
              </c:pt>
              <c:pt idx="236">
                <c:v>95.990234375</c:v>
              </c:pt>
              <c:pt idx="237">
                <c:v>96.775390625</c:v>
              </c:pt>
              <c:pt idx="238">
                <c:v>96.90234375</c:v>
              </c:pt>
              <c:pt idx="239">
                <c:v>97.266601562000005</c:v>
              </c:pt>
              <c:pt idx="240">
                <c:v>97.940429687000005</c:v>
              </c:pt>
              <c:pt idx="241">
                <c:v>98.19140625</c:v>
              </c:pt>
              <c:pt idx="242">
                <c:v>98.682617187000005</c:v>
              </c:pt>
              <c:pt idx="243">
                <c:v>99.07421875</c:v>
              </c:pt>
              <c:pt idx="244">
                <c:v>99.29296875</c:v>
              </c:pt>
              <c:pt idx="245">
                <c:v>99.837890625</c:v>
              </c:pt>
              <c:pt idx="246">
                <c:v>100.171875</c:v>
              </c:pt>
              <c:pt idx="247">
                <c:v>100.630859375</c:v>
              </c:pt>
              <c:pt idx="248">
                <c:v>100.85839843700001</c:v>
              </c:pt>
              <c:pt idx="249">
                <c:v>101.642578125</c:v>
              </c:pt>
              <c:pt idx="250">
                <c:v>101.67578125</c:v>
              </c:pt>
              <c:pt idx="251">
                <c:v>102.47265625</c:v>
              </c:pt>
              <c:pt idx="252">
                <c:v>102.68066406200001</c:v>
              </c:pt>
              <c:pt idx="253">
                <c:v>102.904296875</c:v>
              </c:pt>
              <c:pt idx="254">
                <c:v>103.42675781200001</c:v>
              </c:pt>
              <c:pt idx="255">
                <c:v>103.703125</c:v>
              </c:pt>
              <c:pt idx="256">
                <c:v>104.22558593700001</c:v>
              </c:pt>
              <c:pt idx="257">
                <c:v>104.63574218700001</c:v>
              </c:pt>
              <c:pt idx="258">
                <c:v>105.30175781200001</c:v>
              </c:pt>
              <c:pt idx="259">
                <c:v>105.72753906200001</c:v>
              </c:pt>
              <c:pt idx="260">
                <c:v>105.93652343700001</c:v>
              </c:pt>
              <c:pt idx="261">
                <c:v>106.51660156200001</c:v>
              </c:pt>
              <c:pt idx="262">
                <c:v>106.775390625</c:v>
              </c:pt>
              <c:pt idx="263">
                <c:v>107.25488281200001</c:v>
              </c:pt>
              <c:pt idx="264">
                <c:v>107.40234375</c:v>
              </c:pt>
              <c:pt idx="265">
                <c:v>107.84375</c:v>
              </c:pt>
              <c:pt idx="266">
                <c:v>108.56933593700001</c:v>
              </c:pt>
              <c:pt idx="267">
                <c:v>108.865234375</c:v>
              </c:pt>
              <c:pt idx="268">
                <c:v>109.037109375</c:v>
              </c:pt>
              <c:pt idx="269">
                <c:v>109.794921875</c:v>
              </c:pt>
              <c:pt idx="270">
                <c:v>109.8671875</c:v>
              </c:pt>
              <c:pt idx="271">
                <c:v>110.2421875</c:v>
              </c:pt>
              <c:pt idx="272">
                <c:v>110.787109375</c:v>
              </c:pt>
              <c:pt idx="273">
                <c:v>111.32421875</c:v>
              </c:pt>
              <c:pt idx="274">
                <c:v>111.60644531200001</c:v>
              </c:pt>
              <c:pt idx="275">
                <c:v>112.07421875</c:v>
              </c:pt>
              <c:pt idx="276">
                <c:v>112.31933593700001</c:v>
              </c:pt>
              <c:pt idx="277">
                <c:v>112.81542968700001</c:v>
              </c:pt>
              <c:pt idx="278">
                <c:v>113.291015625</c:v>
              </c:pt>
              <c:pt idx="279">
                <c:v>113.484375</c:v>
              </c:pt>
              <c:pt idx="280">
                <c:v>114.04296875</c:v>
              </c:pt>
              <c:pt idx="281">
                <c:v>114.634765625</c:v>
              </c:pt>
              <c:pt idx="282">
                <c:v>114.68359375</c:v>
              </c:pt>
              <c:pt idx="283">
                <c:v>115.45214843700001</c:v>
              </c:pt>
              <c:pt idx="284">
                <c:v>115.69433593700001</c:v>
              </c:pt>
              <c:pt idx="285">
                <c:v>115.923828125</c:v>
              </c:pt>
              <c:pt idx="286">
                <c:v>116.552734375</c:v>
              </c:pt>
              <c:pt idx="287">
                <c:v>117.0859375</c:v>
              </c:pt>
              <c:pt idx="288">
                <c:v>117.52441406200001</c:v>
              </c:pt>
              <c:pt idx="289">
                <c:v>117.86425781200001</c:v>
              </c:pt>
              <c:pt idx="290">
                <c:v>117.96972656200001</c:v>
              </c:pt>
              <c:pt idx="291">
                <c:v>118.53417968700001</c:v>
              </c:pt>
              <c:pt idx="292">
                <c:v>118.861328125</c:v>
              </c:pt>
              <c:pt idx="293">
                <c:v>119.2734375</c:v>
              </c:pt>
              <c:pt idx="294">
                <c:v>119.947265625</c:v>
              </c:pt>
              <c:pt idx="295">
                <c:v>120.03027343700001</c:v>
              </c:pt>
              <c:pt idx="296">
                <c:v>120.376953125</c:v>
              </c:pt>
              <c:pt idx="297">
                <c:v>121.00097656200001</c:v>
              </c:pt>
              <c:pt idx="298">
                <c:v>121.48925781200001</c:v>
              </c:pt>
              <c:pt idx="299">
                <c:v>121.73535156200001</c:v>
              </c:pt>
              <c:pt idx="300">
                <c:v>122.28125</c:v>
              </c:pt>
              <c:pt idx="301">
                <c:v>122.77246093700001</c:v>
              </c:pt>
              <c:pt idx="302">
                <c:v>122.96777343700001</c:v>
              </c:pt>
              <c:pt idx="303">
                <c:v>123.431640625</c:v>
              </c:pt>
              <c:pt idx="304">
                <c:v>123.822265625</c:v>
              </c:pt>
              <c:pt idx="305">
                <c:v>124.2109375</c:v>
              </c:pt>
              <c:pt idx="306">
                <c:v>124.609375</c:v>
              </c:pt>
              <c:pt idx="307">
                <c:v>124.859375</c:v>
              </c:pt>
              <c:pt idx="308">
                <c:v>125.392578125</c:v>
              </c:pt>
              <c:pt idx="309">
                <c:v>125.70996093700001</c:v>
              </c:pt>
              <c:pt idx="310">
                <c:v>126.36328125</c:v>
              </c:pt>
              <c:pt idx="311">
                <c:v>126.55761718700001</c:v>
              </c:pt>
              <c:pt idx="312">
                <c:v>127.23535156200001</c:v>
              </c:pt>
              <c:pt idx="313">
                <c:v>127.69140625</c:v>
              </c:pt>
              <c:pt idx="314">
                <c:v>127.69433593700001</c:v>
              </c:pt>
              <c:pt idx="315">
                <c:v>128.46582031200001</c:v>
              </c:pt>
              <c:pt idx="316">
                <c:v>128.802734375</c:v>
              </c:pt>
              <c:pt idx="317">
                <c:v>129.25683593700001</c:v>
              </c:pt>
              <c:pt idx="318">
                <c:v>129.32324218700001</c:v>
              </c:pt>
              <c:pt idx="319">
                <c:v>130.07324218700001</c:v>
              </c:pt>
              <c:pt idx="320">
                <c:v>130.32128906200001</c:v>
              </c:pt>
              <c:pt idx="321">
                <c:v>130.83300781200001</c:v>
              </c:pt>
              <c:pt idx="322">
                <c:v>131.24121093700001</c:v>
              </c:pt>
              <c:pt idx="323">
                <c:v>131.46875</c:v>
              </c:pt>
              <c:pt idx="324">
                <c:v>131.76953125</c:v>
              </c:pt>
              <c:pt idx="325">
                <c:v>132.25878906200001</c:v>
              </c:pt>
              <c:pt idx="326">
                <c:v>132.78417968700001</c:v>
              </c:pt>
              <c:pt idx="327">
                <c:v>133.01464843700001</c:v>
              </c:pt>
              <c:pt idx="328">
                <c:v>133.5703125</c:v>
              </c:pt>
              <c:pt idx="329">
                <c:v>133.85839843700001</c:v>
              </c:pt>
              <c:pt idx="330">
                <c:v>134.49609375</c:v>
              </c:pt>
              <c:pt idx="331">
                <c:v>134.75</c:v>
              </c:pt>
              <c:pt idx="332">
                <c:v>135.08105468700001</c:v>
              </c:pt>
              <c:pt idx="333">
                <c:v>135.43261718700001</c:v>
              </c:pt>
              <c:pt idx="334">
                <c:v>135.826171875</c:v>
              </c:pt>
              <c:pt idx="335">
                <c:v>136.41113281200001</c:v>
              </c:pt>
              <c:pt idx="336">
                <c:v>136.68652343700001</c:v>
              </c:pt>
              <c:pt idx="337">
                <c:v>137.42675781200001</c:v>
              </c:pt>
              <c:pt idx="338">
                <c:v>137.59667968700001</c:v>
              </c:pt>
              <c:pt idx="339">
                <c:v>138.25878906200001</c:v>
              </c:pt>
              <c:pt idx="340">
                <c:v>138.427734375</c:v>
              </c:pt>
              <c:pt idx="341">
                <c:v>138.79980468700001</c:v>
              </c:pt>
              <c:pt idx="342">
                <c:v>139.07910156200001</c:v>
              </c:pt>
              <c:pt idx="343">
                <c:v>139.88769531200001</c:v>
              </c:pt>
              <c:pt idx="344">
                <c:v>140.17285156200001</c:v>
              </c:pt>
              <c:pt idx="345">
                <c:v>140.63574218700001</c:v>
              </c:pt>
              <c:pt idx="346">
                <c:v>140.880859375</c:v>
              </c:pt>
              <c:pt idx="347">
                <c:v>141.14453125</c:v>
              </c:pt>
              <c:pt idx="348">
                <c:v>141.818359375</c:v>
              </c:pt>
              <c:pt idx="349">
                <c:v>142.04785156200001</c:v>
              </c:pt>
              <c:pt idx="350">
                <c:v>142.607421875</c:v>
              </c:pt>
              <c:pt idx="351">
                <c:v>143.11035156200001</c:v>
              </c:pt>
              <c:pt idx="352">
                <c:v>143.263671875</c:v>
              </c:pt>
              <c:pt idx="353">
                <c:v>143.84375</c:v>
              </c:pt>
              <c:pt idx="354">
                <c:v>144.02050781200001</c:v>
              </c:pt>
              <c:pt idx="355">
                <c:v>144.36621093700001</c:v>
              </c:pt>
              <c:pt idx="356">
                <c:v>145.11328125</c:v>
              </c:pt>
              <c:pt idx="357">
                <c:v>145.5</c:v>
              </c:pt>
              <c:pt idx="358">
                <c:v>145.6484375</c:v>
              </c:pt>
              <c:pt idx="359">
                <c:v>146.384765625</c:v>
              </c:pt>
              <c:pt idx="360">
                <c:v>146.42871093700001</c:v>
              </c:pt>
              <c:pt idx="361">
                <c:v>147.09863281200001</c:v>
              </c:pt>
              <c:pt idx="362">
                <c:v>147.42089843700001</c:v>
              </c:pt>
              <c:pt idx="363">
                <c:v>147.662109375</c:v>
              </c:pt>
              <c:pt idx="364">
                <c:v>148.033203125</c:v>
              </c:pt>
              <c:pt idx="365">
                <c:v>148.59472656200001</c:v>
              </c:pt>
              <c:pt idx="366">
                <c:v>148.94433593700001</c:v>
              </c:pt>
              <c:pt idx="367">
                <c:v>149.568359375</c:v>
              </c:pt>
              <c:pt idx="368">
                <c:v>150.05761718700001</c:v>
              </c:pt>
              <c:pt idx="369">
                <c:v>150.3046875</c:v>
              </c:pt>
              <c:pt idx="370">
                <c:v>150.482421875</c:v>
              </c:pt>
              <c:pt idx="371">
                <c:v>151.25390625</c:v>
              </c:pt>
              <c:pt idx="372">
                <c:v>151.55859375</c:v>
              </c:pt>
              <c:pt idx="373">
                <c:v>151.99707031200001</c:v>
              </c:pt>
              <c:pt idx="374">
                <c:v>152.15917968700001</c:v>
              </c:pt>
              <c:pt idx="375">
                <c:v>152.56640625</c:v>
              </c:pt>
              <c:pt idx="376">
                <c:v>153.240234375</c:v>
              </c:pt>
              <c:pt idx="377">
                <c:v>153.48730468700001</c:v>
              </c:pt>
              <c:pt idx="378">
                <c:v>154.02636718700001</c:v>
              </c:pt>
              <c:pt idx="379">
                <c:v>154.150390625</c:v>
              </c:pt>
              <c:pt idx="380">
                <c:v>154.87011718700001</c:v>
              </c:pt>
              <c:pt idx="381">
                <c:v>155.189453125</c:v>
              </c:pt>
              <c:pt idx="382">
                <c:v>155.44140625</c:v>
              </c:pt>
              <c:pt idx="383">
                <c:v>155.87109375</c:v>
              </c:pt>
              <c:pt idx="384">
                <c:v>156.330078125</c:v>
              </c:pt>
              <c:pt idx="385">
                <c:v>156.60253906200001</c:v>
              </c:pt>
              <c:pt idx="386">
                <c:v>157.09375</c:v>
              </c:pt>
              <c:pt idx="387">
                <c:v>157.4453125</c:v>
              </c:pt>
              <c:pt idx="388">
                <c:v>157.89941406200001</c:v>
              </c:pt>
              <c:pt idx="389">
                <c:v>158.22265625</c:v>
              </c:pt>
              <c:pt idx="390">
                <c:v>158.81152343700001</c:v>
              </c:pt>
              <c:pt idx="391">
                <c:v>159.13671875</c:v>
              </c:pt>
              <c:pt idx="392">
                <c:v>159.76953125</c:v>
              </c:pt>
              <c:pt idx="393">
                <c:v>159.90625</c:v>
              </c:pt>
              <c:pt idx="394">
                <c:v>160.43847656200001</c:v>
              </c:pt>
              <c:pt idx="395">
                <c:v>160.72558593700001</c:v>
              </c:pt>
              <c:pt idx="396">
                <c:v>161.39453125</c:v>
              </c:pt>
              <c:pt idx="397">
                <c:v>161.80566406200001</c:v>
              </c:pt>
              <c:pt idx="398">
                <c:v>162.18066406200001</c:v>
              </c:pt>
              <c:pt idx="399">
                <c:v>162.47167968700001</c:v>
              </c:pt>
              <c:pt idx="400">
                <c:v>163.005859375</c:v>
              </c:pt>
              <c:pt idx="401">
                <c:v>163.20019531200001</c:v>
              </c:pt>
              <c:pt idx="402">
                <c:v>163.703125</c:v>
              </c:pt>
              <c:pt idx="403">
                <c:v>164.05371093700001</c:v>
              </c:pt>
              <c:pt idx="404">
                <c:v>164.33886718700001</c:v>
              </c:pt>
              <c:pt idx="405">
                <c:v>165.03125</c:v>
              </c:pt>
              <c:pt idx="406">
                <c:v>165.10644531200001</c:v>
              </c:pt>
              <c:pt idx="407">
                <c:v>165.75292968700001</c:v>
              </c:pt>
              <c:pt idx="408">
                <c:v>166.037109375</c:v>
              </c:pt>
              <c:pt idx="409">
                <c:v>166.70800781200001</c:v>
              </c:pt>
              <c:pt idx="410">
                <c:v>167.04003906200001</c:v>
              </c:pt>
              <c:pt idx="411">
                <c:v>167.412109375</c:v>
              </c:pt>
              <c:pt idx="412">
                <c:v>167.568359375</c:v>
              </c:pt>
              <c:pt idx="413">
                <c:v>168.20703125</c:v>
              </c:pt>
              <c:pt idx="414">
                <c:v>168.47167968700001</c:v>
              </c:pt>
              <c:pt idx="415">
                <c:v>169.171875</c:v>
              </c:pt>
              <c:pt idx="416">
                <c:v>169.24511718700001</c:v>
              </c:pt>
              <c:pt idx="417">
                <c:v>169.666015625</c:v>
              </c:pt>
              <c:pt idx="418">
                <c:v>170.05566406200001</c:v>
              </c:pt>
              <c:pt idx="419">
                <c:v>170.466796875</c:v>
              </c:pt>
              <c:pt idx="420">
                <c:v>171.01660156200001</c:v>
              </c:pt>
              <c:pt idx="421">
                <c:v>171.21875</c:v>
              </c:pt>
              <c:pt idx="422">
                <c:v>171.87792968700001</c:v>
              </c:pt>
              <c:pt idx="423">
                <c:v>172.15332031200001</c:v>
              </c:pt>
              <c:pt idx="424">
                <c:v>172.44140625</c:v>
              </c:pt>
              <c:pt idx="425">
                <c:v>172.87402343700001</c:v>
              </c:pt>
              <c:pt idx="426">
                <c:v>173.408203125</c:v>
              </c:pt>
              <c:pt idx="427">
                <c:v>174.02050781200001</c:v>
              </c:pt>
              <c:pt idx="428">
                <c:v>174.31347656200001</c:v>
              </c:pt>
              <c:pt idx="429">
                <c:v>174.85644531200001</c:v>
              </c:pt>
              <c:pt idx="430">
                <c:v>175.09375</c:v>
              </c:pt>
              <c:pt idx="431">
                <c:v>175.35644531200001</c:v>
              </c:pt>
              <c:pt idx="432">
                <c:v>175.77734375</c:v>
              </c:pt>
              <c:pt idx="433">
                <c:v>176.091796875</c:v>
              </c:pt>
              <c:pt idx="434">
                <c:v>176.50390625</c:v>
              </c:pt>
              <c:pt idx="435">
                <c:v>177.251953125</c:v>
              </c:pt>
              <c:pt idx="436">
                <c:v>177.615234375</c:v>
              </c:pt>
              <c:pt idx="437">
                <c:v>177.83300781200001</c:v>
              </c:pt>
              <c:pt idx="438">
                <c:v>178.3671875</c:v>
              </c:pt>
              <c:pt idx="439">
                <c:v>178.73535156200001</c:v>
              </c:pt>
              <c:pt idx="440">
                <c:v>179.048828125</c:v>
              </c:pt>
              <c:pt idx="441">
                <c:v>179.525390625</c:v>
              </c:pt>
              <c:pt idx="442">
                <c:v>180.14160156200001</c:v>
              </c:pt>
              <c:pt idx="443">
                <c:v>180.23730468700001</c:v>
              </c:pt>
              <c:pt idx="444">
                <c:v>180.701171875</c:v>
              </c:pt>
              <c:pt idx="445">
                <c:v>181.091796875</c:v>
              </c:pt>
              <c:pt idx="446">
                <c:v>181.47753906200001</c:v>
              </c:pt>
              <c:pt idx="447">
                <c:v>181.93066406200001</c:v>
              </c:pt>
              <c:pt idx="448">
                <c:v>182.22558593700001</c:v>
              </c:pt>
              <c:pt idx="449">
                <c:v>182.7109375</c:v>
              </c:pt>
              <c:pt idx="450">
                <c:v>183.025390625</c:v>
              </c:pt>
              <c:pt idx="451">
                <c:v>183.68359375</c:v>
              </c:pt>
              <c:pt idx="452">
                <c:v>184.12597656200001</c:v>
              </c:pt>
              <c:pt idx="453">
                <c:v>184.3671875</c:v>
              </c:pt>
              <c:pt idx="454">
                <c:v>185.02246093700001</c:v>
              </c:pt>
              <c:pt idx="455">
                <c:v>185.08300781200001</c:v>
              </c:pt>
              <c:pt idx="456">
                <c:v>185.83984375</c:v>
              </c:pt>
              <c:pt idx="457">
                <c:v>186.140625</c:v>
              </c:pt>
              <c:pt idx="458">
                <c:v>186.599609375</c:v>
              </c:pt>
              <c:pt idx="459">
                <c:v>186.662109375</c:v>
              </c:pt>
              <c:pt idx="460">
                <c:v>187.412109375</c:v>
              </c:pt>
              <c:pt idx="461">
                <c:v>187.49316406200001</c:v>
              </c:pt>
              <c:pt idx="462">
                <c:v>188.244140625</c:v>
              </c:pt>
              <c:pt idx="463">
                <c:v>188.61035156200001</c:v>
              </c:pt>
              <c:pt idx="464">
                <c:v>188.83496093700001</c:v>
              </c:pt>
              <c:pt idx="465">
                <c:v>189.142578125</c:v>
              </c:pt>
              <c:pt idx="466">
                <c:v>189.58496093700001</c:v>
              </c:pt>
              <c:pt idx="467">
                <c:v>190.15527343700001</c:v>
              </c:pt>
              <c:pt idx="468">
                <c:v>190.56640625</c:v>
              </c:pt>
              <c:pt idx="469">
                <c:v>190.94238281200001</c:v>
              </c:pt>
              <c:pt idx="470">
                <c:v>191.23339843700001</c:v>
              </c:pt>
              <c:pt idx="471">
                <c:v>191.8671875</c:v>
              </c:pt>
              <c:pt idx="472">
                <c:v>191.96582031200001</c:v>
              </c:pt>
              <c:pt idx="473">
                <c:v>192.54003906200001</c:v>
              </c:pt>
              <c:pt idx="474">
                <c:v>192.83105468700001</c:v>
              </c:pt>
              <c:pt idx="475">
                <c:v>193.22363281200001</c:v>
              </c:pt>
              <c:pt idx="476">
                <c:v>193.810546875</c:v>
              </c:pt>
              <c:pt idx="477">
                <c:v>193.98730468700001</c:v>
              </c:pt>
              <c:pt idx="478">
                <c:v>194.541015625</c:v>
              </c:pt>
              <c:pt idx="479">
                <c:v>194.82519531200001</c:v>
              </c:pt>
              <c:pt idx="480">
                <c:v>195.49609375</c:v>
              </c:pt>
              <c:pt idx="481">
                <c:v>195.771484375</c:v>
              </c:pt>
              <c:pt idx="482">
                <c:v>196.205078125</c:v>
              </c:pt>
              <c:pt idx="483">
                <c:v>196.48046875</c:v>
              </c:pt>
              <c:pt idx="484">
                <c:v>196.99609375</c:v>
              </c:pt>
              <c:pt idx="485">
                <c:v>197.2890625</c:v>
              </c:pt>
              <c:pt idx="486">
                <c:v>198.037109375</c:v>
              </c:pt>
              <c:pt idx="487">
                <c:v>198.05761718700001</c:v>
              </c:pt>
              <c:pt idx="488">
                <c:v>198.46191406200001</c:v>
              </c:pt>
              <c:pt idx="489">
                <c:v>199.25683593700001</c:v>
              </c:pt>
              <c:pt idx="490">
                <c:v>199.53027343700001</c:v>
              </c:pt>
              <c:pt idx="491">
                <c:v>200.017578125</c:v>
              </c:pt>
              <c:pt idx="492">
                <c:v>200.453125</c:v>
              </c:pt>
              <c:pt idx="493">
                <c:v>200.673828125</c:v>
              </c:pt>
              <c:pt idx="494">
                <c:v>201.23828125</c:v>
              </c:pt>
              <c:pt idx="495">
                <c:v>201.43359375</c:v>
              </c:pt>
              <c:pt idx="496">
                <c:v>201.77441406200001</c:v>
              </c:pt>
              <c:pt idx="497">
                <c:v>202.509765625</c:v>
              </c:pt>
              <c:pt idx="498">
                <c:v>202.91796875</c:v>
              </c:pt>
              <c:pt idx="499">
                <c:v>203.06738281200001</c:v>
              </c:pt>
              <c:pt idx="500">
                <c:v>203.6484375</c:v>
              </c:pt>
              <c:pt idx="501">
                <c:v>203.845703125</c:v>
              </c:pt>
              <c:pt idx="502">
                <c:v>204.2734375</c:v>
              </c:pt>
              <c:pt idx="503">
                <c:v>204.787109375</c:v>
              </c:pt>
              <c:pt idx="504">
                <c:v>204.96777343700001</c:v>
              </c:pt>
              <c:pt idx="505">
                <c:v>205.39941406200001</c:v>
              </c:pt>
              <c:pt idx="506">
                <c:v>205.95703125</c:v>
              </c:pt>
              <c:pt idx="507">
                <c:v>206.31933593700001</c:v>
              </c:pt>
              <c:pt idx="508">
                <c:v>206.95214843700001</c:v>
              </c:pt>
              <c:pt idx="509">
                <c:v>207.05175781200001</c:v>
              </c:pt>
              <c:pt idx="510">
                <c:v>207.693359375</c:v>
              </c:pt>
              <c:pt idx="511">
                <c:v>207.83105468700001</c:v>
              </c:pt>
              <c:pt idx="512">
                <c:v>208.61816406200001</c:v>
              </c:pt>
              <c:pt idx="513">
                <c:v>208.923828125</c:v>
              </c:pt>
              <c:pt idx="514">
                <c:v>209.36230468700001</c:v>
              </c:pt>
              <c:pt idx="515">
                <c:v>209.77832031200001</c:v>
              </c:pt>
              <c:pt idx="516">
                <c:v>209.83984375</c:v>
              </c:pt>
              <c:pt idx="517">
                <c:v>210.61035156200001</c:v>
              </c:pt>
              <c:pt idx="518">
                <c:v>210.86230468700001</c:v>
              </c:pt>
              <c:pt idx="519">
                <c:v>211.39746093700001</c:v>
              </c:pt>
              <c:pt idx="520">
                <c:v>211.521484375</c:v>
              </c:pt>
              <c:pt idx="521">
                <c:v>212.26855468700001</c:v>
              </c:pt>
              <c:pt idx="522">
                <c:v>212.560546875</c:v>
              </c:pt>
              <c:pt idx="523">
                <c:v>212.8125</c:v>
              </c:pt>
              <c:pt idx="524">
                <c:v>213.24511718700001</c:v>
              </c:pt>
              <c:pt idx="525">
                <c:v>213.71582031200001</c:v>
              </c:pt>
              <c:pt idx="526">
                <c:v>213.93847656200001</c:v>
              </c:pt>
              <c:pt idx="527">
                <c:v>214.49902343700001</c:v>
              </c:pt>
              <c:pt idx="528">
                <c:v>214.845703125</c:v>
              </c:pt>
              <c:pt idx="529">
                <c:v>215.302734375</c:v>
              </c:pt>
              <c:pt idx="530">
                <c:v>215.56640625</c:v>
              </c:pt>
              <c:pt idx="531">
                <c:v>216.13574218700001</c:v>
              </c:pt>
              <c:pt idx="532">
                <c:v>216.37988281200001</c:v>
              </c:pt>
              <c:pt idx="533">
                <c:v>217.15722656200001</c:v>
              </c:pt>
              <c:pt idx="534">
                <c:v>217.36328125</c:v>
              </c:pt>
              <c:pt idx="535">
                <c:v>217.591796875</c:v>
              </c:pt>
              <c:pt idx="536">
                <c:v>218.13378906200001</c:v>
              </c:pt>
              <c:pt idx="537">
                <c:v>218.38574218700001</c:v>
              </c:pt>
              <c:pt idx="538">
                <c:v>218.908203125</c:v>
              </c:pt>
              <c:pt idx="539">
                <c:v>219.31347656200001</c:v>
              </c:pt>
              <c:pt idx="540">
                <c:v>219.98046875</c:v>
              </c:pt>
              <c:pt idx="541">
                <c:v>220.32324218700001</c:v>
              </c:pt>
              <c:pt idx="542">
                <c:v>220.71386718700001</c:v>
              </c:pt>
              <c:pt idx="543">
                <c:v>220.89355468700001</c:v>
              </c:pt>
              <c:pt idx="544">
                <c:v>221.599609375</c:v>
              </c:pt>
              <c:pt idx="545">
                <c:v>221.884765625</c:v>
              </c:pt>
              <c:pt idx="546">
                <c:v>222.0625</c:v>
              </c:pt>
              <c:pt idx="547">
                <c:v>222.58203125</c:v>
              </c:pt>
              <c:pt idx="548">
                <c:v>223.12988281200001</c:v>
              </c:pt>
              <c:pt idx="549">
                <c:v>223.615234375</c:v>
              </c:pt>
              <c:pt idx="550">
                <c:v>223.7890625</c:v>
              </c:pt>
              <c:pt idx="551">
                <c:v>224.47265625</c:v>
              </c:pt>
              <c:pt idx="552">
                <c:v>224.591796875</c:v>
              </c:pt>
              <c:pt idx="553">
                <c:v>225.00097656200001</c:v>
              </c:pt>
              <c:pt idx="554">
                <c:v>225.32128906200001</c:v>
              </c:pt>
              <c:pt idx="555">
                <c:v>226.10449218700001</c:v>
              </c:pt>
              <c:pt idx="556">
                <c:v>226.10839843700001</c:v>
              </c:pt>
              <c:pt idx="557">
                <c:v>226.85839843700001</c:v>
              </c:pt>
              <c:pt idx="558">
                <c:v>227.1015625</c:v>
              </c:pt>
              <c:pt idx="559">
                <c:v>227.359375</c:v>
              </c:pt>
              <c:pt idx="560">
                <c:v>228.08496093700001</c:v>
              </c:pt>
              <c:pt idx="561">
                <c:v>228.197265625</c:v>
              </c:pt>
              <c:pt idx="562">
                <c:v>228.845703125</c:v>
              </c:pt>
              <c:pt idx="563">
                <c:v>229.28027343700001</c:v>
              </c:pt>
              <c:pt idx="564">
                <c:v>229.50097656200001</c:v>
              </c:pt>
              <c:pt idx="565">
                <c:v>230.06640625</c:v>
              </c:pt>
              <c:pt idx="566">
                <c:v>230.26171875</c:v>
              </c:pt>
              <c:pt idx="567">
                <c:v>230.634765625</c:v>
              </c:pt>
              <c:pt idx="568">
                <c:v>231.37207031200001</c:v>
              </c:pt>
              <c:pt idx="569">
                <c:v>231.7578125</c:v>
              </c:pt>
              <c:pt idx="570">
                <c:v>231.90625</c:v>
              </c:pt>
              <c:pt idx="571">
                <c:v>232.48828125</c:v>
              </c:pt>
              <c:pt idx="572">
                <c:v>232.685546875</c:v>
              </c:pt>
              <c:pt idx="573">
                <c:v>233.11816406200001</c:v>
              </c:pt>
              <c:pt idx="574">
                <c:v>233.68652343700001</c:v>
              </c:pt>
              <c:pt idx="575">
                <c:v>233.857421875</c:v>
              </c:pt>
              <c:pt idx="576">
                <c:v>234.2890625</c:v>
              </c:pt>
              <c:pt idx="577">
                <c:v>234.85253906200001</c:v>
              </c:pt>
              <c:pt idx="578">
                <c:v>235.212890625</c:v>
              </c:pt>
              <c:pt idx="579">
                <c:v>235.853515625</c:v>
              </c:pt>
              <c:pt idx="580">
                <c:v>236.177734375</c:v>
              </c:pt>
              <c:pt idx="581">
                <c:v>236.62890625</c:v>
              </c:pt>
              <c:pt idx="582">
                <c:v>236.740234375</c:v>
              </c:pt>
              <c:pt idx="583">
                <c:v>237.14550781200001</c:v>
              </c:pt>
              <c:pt idx="584">
                <c:v>237.82910156200001</c:v>
              </c:pt>
              <c:pt idx="585">
                <c:v>238.29296875</c:v>
              </c:pt>
              <c:pt idx="586">
                <c:v>238.68359375</c:v>
              </c:pt>
              <c:pt idx="587">
                <c:v>238.74511718700001</c:v>
              </c:pt>
              <c:pt idx="588">
                <c:v>239.51855468700001</c:v>
              </c:pt>
              <c:pt idx="589">
                <c:v>239.52636718700001</c:v>
              </c:pt>
              <c:pt idx="590">
                <c:v>240.30175781200001</c:v>
              </c:pt>
              <c:pt idx="591">
                <c:v>240.369140625</c:v>
              </c:pt>
              <c:pt idx="592">
                <c:v>241.07128906200001</c:v>
              </c:pt>
              <c:pt idx="593">
                <c:v>241.27441406200001</c:v>
              </c:pt>
              <c:pt idx="594">
                <c:v>241.72265625</c:v>
              </c:pt>
              <c:pt idx="595">
                <c:v>242.14941406200001</c:v>
              </c:pt>
              <c:pt idx="596">
                <c:v>242.62597656200001</c:v>
              </c:pt>
              <c:pt idx="597">
                <c:v>242.78125</c:v>
              </c:pt>
              <c:pt idx="598">
                <c:v>243.46972656200001</c:v>
              </c:pt>
              <c:pt idx="599">
                <c:v>243.66015625</c:v>
              </c:pt>
              <c:pt idx="600">
                <c:v>244.22753906200001</c:v>
              </c:pt>
              <c:pt idx="601">
                <c:v>244.4921875</c:v>
              </c:pt>
              <c:pt idx="602">
                <c:v>245.13964843700001</c:v>
              </c:pt>
              <c:pt idx="603">
                <c:v>245.28515625</c:v>
              </c:pt>
              <c:pt idx="604">
                <c:v>246.01855468700001</c:v>
              </c:pt>
              <c:pt idx="605">
                <c:v>246.26464843700001</c:v>
              </c:pt>
              <c:pt idx="606">
                <c:v>246.49609375</c:v>
              </c:pt>
              <c:pt idx="607">
                <c:v>247.099609375</c:v>
              </c:pt>
              <c:pt idx="608">
                <c:v>247.32519531200001</c:v>
              </c:pt>
              <c:pt idx="609">
                <c:v>247.810546875</c:v>
              </c:pt>
              <c:pt idx="610">
                <c:v>248.220703125</c:v>
              </c:pt>
              <c:pt idx="611">
                <c:v>248.87792968700001</c:v>
              </c:pt>
              <c:pt idx="612">
                <c:v>248.88671875</c:v>
              </c:pt>
              <c:pt idx="613">
                <c:v>249.623046875</c:v>
              </c:pt>
              <c:pt idx="614">
                <c:v>249.80566406200001</c:v>
              </c:pt>
              <c:pt idx="615">
                <c:v>250.23925781200001</c:v>
              </c:pt>
              <c:pt idx="616">
                <c:v>250.51660156200001</c:v>
              </c:pt>
              <c:pt idx="617">
                <c:v>250.91503906200001</c:v>
              </c:pt>
              <c:pt idx="618">
                <c:v>251.50683593700001</c:v>
              </c:pt>
              <c:pt idx="619">
                <c:v>251.73339843700001</c:v>
              </c:pt>
              <c:pt idx="620">
                <c:v>252.51269531200001</c:v>
              </c:pt>
              <c:pt idx="621">
                <c:v>252.666015625</c:v>
              </c:pt>
              <c:pt idx="622">
                <c:v>253.35058593700001</c:v>
              </c:pt>
              <c:pt idx="623">
                <c:v>253.48828125</c:v>
              </c:pt>
              <c:pt idx="624">
                <c:v>253.90234375</c:v>
              </c:pt>
              <c:pt idx="625">
                <c:v>254.17578125</c:v>
              </c:pt>
              <c:pt idx="626">
                <c:v>254.97753906200001</c:v>
              </c:pt>
              <c:pt idx="627">
                <c:v>255.01171875</c:v>
              </c:pt>
              <c:pt idx="628">
                <c:v>255.76464843700001</c:v>
              </c:pt>
              <c:pt idx="629">
                <c:v>256.00683593700001</c:v>
              </c:pt>
              <c:pt idx="630">
                <c:v>256.20800781200001</c:v>
              </c:pt>
              <c:pt idx="631">
                <c:v>256.95800781200001</c:v>
              </c:pt>
              <c:pt idx="632">
                <c:v>257.029296875</c:v>
              </c:pt>
              <c:pt idx="633">
                <c:v>257.75488281200001</c:v>
              </c:pt>
              <c:pt idx="634">
                <c:v>258.19433593700001</c:v>
              </c:pt>
              <c:pt idx="635">
                <c:v>258.41503906200001</c:v>
              </c:pt>
              <c:pt idx="636">
                <c:v>258.97949218700001</c:v>
              </c:pt>
              <c:pt idx="637">
                <c:v>259.17578125</c:v>
              </c:pt>
              <c:pt idx="638">
                <c:v>259.513671875</c:v>
              </c:pt>
              <c:pt idx="639">
                <c:v>259.93261718700001</c:v>
              </c:pt>
              <c:pt idx="640">
                <c:v>260.568359375</c:v>
              </c:pt>
              <c:pt idx="641">
                <c:v>260.861328125</c:v>
              </c:pt>
              <c:pt idx="642">
                <c:v>261.443359375</c:v>
              </c:pt>
              <c:pt idx="643">
                <c:v>261.74511718700001</c:v>
              </c:pt>
              <c:pt idx="644">
                <c:v>261.904296875</c:v>
              </c:pt>
              <c:pt idx="645">
                <c:v>262.32324218700001</c:v>
              </c:pt>
              <c:pt idx="646">
                <c:v>262.740234375</c:v>
              </c:pt>
              <c:pt idx="647">
                <c:v>263.23925781200001</c:v>
              </c:pt>
              <c:pt idx="648">
                <c:v>263.80175781200001</c:v>
              </c:pt>
              <c:pt idx="649">
                <c:v>263.99609375</c:v>
              </c:pt>
              <c:pt idx="650">
                <c:v>264.41699218700001</c:v>
              </c:pt>
              <c:pt idx="651">
                <c:v>264.79980468700001</c:v>
              </c:pt>
              <c:pt idx="652">
                <c:v>265.31640625</c:v>
              </c:pt>
              <c:pt idx="653">
                <c:v>265.56347656200001</c:v>
              </c:pt>
              <c:pt idx="654">
                <c:v>266.12792968700001</c:v>
              </c:pt>
              <c:pt idx="655">
                <c:v>266.73144531200001</c:v>
              </c:pt>
              <c:pt idx="656">
                <c:v>266.82910156200001</c:v>
              </c:pt>
              <c:pt idx="657">
                <c:v>267.29296875</c:v>
              </c:pt>
              <c:pt idx="658">
                <c:v>267.68457031200001</c:v>
              </c:pt>
              <c:pt idx="659">
                <c:v>268.28613281200001</c:v>
              </c:pt>
              <c:pt idx="660">
                <c:v>268.51660156200001</c:v>
              </c:pt>
              <c:pt idx="661">
                <c:v>268.833984375</c:v>
              </c:pt>
              <c:pt idx="662">
                <c:v>269.30371093700001</c:v>
              </c:pt>
              <c:pt idx="663">
                <c:v>269.62109375</c:v>
              </c:pt>
              <c:pt idx="664">
                <c:v>270.27441406200001</c:v>
              </c:pt>
              <c:pt idx="665">
                <c:v>270.72265625</c:v>
              </c:pt>
              <c:pt idx="666">
                <c:v>271.15722656200001</c:v>
              </c:pt>
              <c:pt idx="667">
                <c:v>271.63574218700001</c:v>
              </c:pt>
              <c:pt idx="668">
                <c:v>271.69824218700001</c:v>
              </c:pt>
              <c:pt idx="669">
                <c:v>272.45800781200001</c:v>
              </c:pt>
              <c:pt idx="670">
                <c:v>272.791015625</c:v>
              </c:pt>
              <c:pt idx="671">
                <c:v>273.25</c:v>
              </c:pt>
              <c:pt idx="672">
                <c:v>273.310546875</c:v>
              </c:pt>
              <c:pt idx="673">
                <c:v>274.08203125</c:v>
              </c:pt>
              <c:pt idx="674">
                <c:v>274.20703125</c:v>
              </c:pt>
              <c:pt idx="675">
                <c:v>274.890625</c:v>
              </c:pt>
              <c:pt idx="676">
                <c:v>275.263671875</c:v>
              </c:pt>
              <c:pt idx="677">
                <c:v>275.32128906200001</c:v>
              </c:pt>
              <c:pt idx="678">
                <c:v>275.791015625</c:v>
              </c:pt>
              <c:pt idx="679">
                <c:v>276.30078125</c:v>
              </c:pt>
              <c:pt idx="680">
                <c:v>276.75</c:v>
              </c:pt>
              <c:pt idx="681">
                <c:v>277.103515625</c:v>
              </c:pt>
              <c:pt idx="682">
                <c:v>277.53613281200001</c:v>
              </c:pt>
              <c:pt idx="683">
                <c:v>277.82324218700001</c:v>
              </c:pt>
              <c:pt idx="684">
                <c:v>278.5078125</c:v>
              </c:pt>
              <c:pt idx="685">
                <c:v>278.61035156200001</c:v>
              </c:pt>
              <c:pt idx="686">
                <c:v>279.20019531200001</c:v>
              </c:pt>
              <c:pt idx="687">
                <c:v>279.47949218700001</c:v>
              </c:pt>
              <c:pt idx="688">
                <c:v>279.875</c:v>
              </c:pt>
              <c:pt idx="689">
                <c:v>280.46191406200001</c:v>
              </c:pt>
              <c:pt idx="690">
                <c:v>280.609375</c:v>
              </c:pt>
              <c:pt idx="691">
                <c:v>281.275390625</c:v>
              </c:pt>
              <c:pt idx="692">
                <c:v>281.515625</c:v>
              </c:pt>
              <c:pt idx="693">
                <c:v>282.18847656200001</c:v>
              </c:pt>
              <c:pt idx="694">
                <c:v>282.49511718700001</c:v>
              </c:pt>
              <c:pt idx="695">
                <c:v>282.90722656200001</c:v>
              </c:pt>
              <c:pt idx="696">
                <c:v>283.0546875</c:v>
              </c:pt>
              <c:pt idx="697">
                <c:v>283.74121093700001</c:v>
              </c:pt>
              <c:pt idx="698">
                <c:v>284.037109375</c:v>
              </c:pt>
              <c:pt idx="699">
                <c:v>284.322265625</c:v>
              </c:pt>
              <c:pt idx="700">
                <c:v>284.78613281200001</c:v>
              </c:pt>
              <c:pt idx="701">
                <c:v>285.21191406200001</c:v>
              </c:pt>
              <c:pt idx="702">
                <c:v>285.53613281200001</c:v>
              </c:pt>
              <c:pt idx="703">
                <c:v>286.02246093700001</c:v>
              </c:pt>
              <c:pt idx="704">
                <c:v>286.580078125</c:v>
              </c:pt>
              <c:pt idx="705">
                <c:v>286.78808593700001</c:v>
              </c:pt>
              <c:pt idx="706">
                <c:v>287.45019531200001</c:v>
              </c:pt>
              <c:pt idx="707">
                <c:v>287.580078125</c:v>
              </c:pt>
              <c:pt idx="708">
                <c:v>288.01660156200001</c:v>
              </c:pt>
              <c:pt idx="709">
                <c:v>288.38378906200001</c:v>
              </c:pt>
              <c:pt idx="710">
                <c:v>288.95800781200001</c:v>
              </c:pt>
              <c:pt idx="711">
                <c:v>289.43457031200001</c:v>
              </c:pt>
              <c:pt idx="712">
                <c:v>289.85839843700001</c:v>
              </c:pt>
              <c:pt idx="713">
                <c:v>290.296875</c:v>
              </c:pt>
              <c:pt idx="714">
                <c:v>290.7421875</c:v>
              </c:pt>
              <c:pt idx="715">
                <c:v>290.767578125</c:v>
              </c:pt>
              <c:pt idx="716">
                <c:v>291.3203125</c:v>
              </c:pt>
              <c:pt idx="717">
                <c:v>291.62597656200001</c:v>
              </c:pt>
              <c:pt idx="718">
                <c:v>292.23828125</c:v>
              </c:pt>
              <c:pt idx="719">
                <c:v>292.79785156200001</c:v>
              </c:pt>
              <c:pt idx="720">
                <c:v>292.806640625</c:v>
              </c:pt>
              <c:pt idx="721">
                <c:v>293.326171875</c:v>
              </c:pt>
              <c:pt idx="722">
                <c:v>293.833984375</c:v>
              </c:pt>
              <c:pt idx="723">
                <c:v>294.33496093700001</c:v>
              </c:pt>
              <c:pt idx="724">
                <c:v>294.580078125</c:v>
              </c:pt>
              <c:pt idx="725">
                <c:v>295.134765625</c:v>
              </c:pt>
              <c:pt idx="726">
                <c:v>295.52246093700001</c:v>
              </c:pt>
              <c:pt idx="727">
                <c:v>295.826171875</c:v>
              </c:pt>
              <c:pt idx="728">
                <c:v>296.26464843700001</c:v>
              </c:pt>
              <c:pt idx="729">
                <c:v>296.681640625</c:v>
              </c:pt>
              <c:pt idx="730">
                <c:v>296.86621093700001</c:v>
              </c:pt>
              <c:pt idx="731">
                <c:v>297.515625</c:v>
              </c:pt>
              <c:pt idx="732">
                <c:v>297.765625</c:v>
              </c:pt>
              <c:pt idx="733">
                <c:v>298.298828125</c:v>
              </c:pt>
              <c:pt idx="734">
                <c:v>298.61621093700001</c:v>
              </c:pt>
              <c:pt idx="735">
                <c:v>299.271484375</c:v>
              </c:pt>
              <c:pt idx="736">
                <c:v>299.46582031200001</c:v>
              </c:pt>
              <c:pt idx="737">
                <c:v>299.91308593700001</c:v>
              </c:pt>
              <c:pt idx="738">
                <c:v>300.14453125</c:v>
              </c:pt>
              <c:pt idx="739">
                <c:v>300.64355468700001</c:v>
              </c:pt>
              <c:pt idx="740">
                <c:v>301.12890625</c:v>
              </c:pt>
              <c:pt idx="741">
                <c:v>301.46582031200001</c:v>
              </c:pt>
              <c:pt idx="742">
                <c:v>301.8125</c:v>
              </c:pt>
              <c:pt idx="743">
                <c:v>302.27246093700001</c:v>
              </c:pt>
              <c:pt idx="744">
                <c:v>302.56738281200001</c:v>
              </c:pt>
              <c:pt idx="745">
                <c:v>303.216796875</c:v>
              </c:pt>
              <c:pt idx="746">
                <c:v>303.625</c:v>
              </c:pt>
              <c:pt idx="747">
                <c:v>304.10449218700001</c:v>
              </c:pt>
              <c:pt idx="748">
                <c:v>304.32714843700001</c:v>
              </c:pt>
              <c:pt idx="749">
                <c:v>304.86035156200001</c:v>
              </c:pt>
              <c:pt idx="750">
                <c:v>305.1015625</c:v>
              </c:pt>
              <c:pt idx="751">
                <c:v>305.61816406200001</c:v>
              </c:pt>
              <c:pt idx="752">
                <c:v>305.84863281200001</c:v>
              </c:pt>
              <c:pt idx="753">
                <c:v>306.25878906200001</c:v>
              </c:pt>
              <c:pt idx="754">
                <c:v>306.92578125</c:v>
              </c:pt>
              <c:pt idx="755">
                <c:v>307.291015625</c:v>
              </c:pt>
              <c:pt idx="756">
                <c:v>307.716796875</c:v>
              </c:pt>
              <c:pt idx="757">
                <c:v>307.84863281200001</c:v>
              </c:pt>
              <c:pt idx="758">
                <c:v>308.60449218700001</c:v>
              </c:pt>
              <c:pt idx="759">
                <c:v>308.89453125</c:v>
              </c:pt>
              <c:pt idx="760">
                <c:v>309.07128906200001</c:v>
              </c:pt>
              <c:pt idx="761">
                <c:v>309.51660156200001</c:v>
              </c:pt>
              <c:pt idx="762">
                <c:v>310.125</c:v>
              </c:pt>
              <c:pt idx="763">
                <c:v>310.61621093700001</c:v>
              </c:pt>
              <c:pt idx="764">
                <c:v>310.765625</c:v>
              </c:pt>
              <c:pt idx="765">
                <c:v>311.28808593700001</c:v>
              </c:pt>
              <c:pt idx="766">
                <c:v>311.63183593700001</c:v>
              </c:pt>
              <c:pt idx="767">
                <c:v>312.01171875</c:v>
              </c:pt>
              <c:pt idx="768">
                <c:v>312.328125</c:v>
              </c:pt>
              <c:pt idx="769">
                <c:v>313.13183593700001</c:v>
              </c:pt>
              <c:pt idx="770">
                <c:v>313.13671875</c:v>
              </c:pt>
              <c:pt idx="771">
                <c:v>313.88671875</c:v>
              </c:pt>
              <c:pt idx="772">
                <c:v>313.998046875</c:v>
              </c:pt>
              <c:pt idx="773">
                <c:v>314.390625</c:v>
              </c:pt>
              <c:pt idx="774">
                <c:v>315.12890625</c:v>
              </c:pt>
              <c:pt idx="775">
                <c:v>315.326171875</c:v>
              </c:pt>
              <c:pt idx="776">
                <c:v>315.896484375</c:v>
              </c:pt>
              <c:pt idx="777">
                <c:v>316.314453125</c:v>
              </c:pt>
              <c:pt idx="778">
                <c:v>316.56542968700001</c:v>
              </c:pt>
              <c:pt idx="779">
                <c:v>317.12988281200001</c:v>
              </c:pt>
              <c:pt idx="780">
                <c:v>317.49609375</c:v>
              </c:pt>
              <c:pt idx="781">
                <c:v>317.63769531200001</c:v>
              </c:pt>
              <c:pt idx="782">
                <c:v>318.408203125</c:v>
              </c:pt>
              <c:pt idx="783">
                <c:v>318.69140625</c:v>
              </c:pt>
              <c:pt idx="784">
                <c:v>318.98535156200001</c:v>
              </c:pt>
              <c:pt idx="785">
                <c:v>319.56542968700001</c:v>
              </c:pt>
              <c:pt idx="786">
                <c:v>319.8671875</c:v>
              </c:pt>
              <c:pt idx="787">
                <c:v>320.416015625</c:v>
              </c:pt>
              <c:pt idx="788">
                <c:v>320.72949218700001</c:v>
              </c:pt>
              <c:pt idx="789">
                <c:v>320.91113281200001</c:v>
              </c:pt>
              <c:pt idx="790">
                <c:v>321.3359375</c:v>
              </c:pt>
              <c:pt idx="791">
                <c:v>321.90625</c:v>
              </c:pt>
              <c:pt idx="792">
                <c:v>322.10253906200001</c:v>
              </c:pt>
              <c:pt idx="793">
                <c:v>322.51953125</c:v>
              </c:pt>
              <c:pt idx="794">
                <c:v>323.24902343700001</c:v>
              </c:pt>
              <c:pt idx="795">
                <c:v>323.70019531200001</c:v>
              </c:pt>
              <c:pt idx="796">
                <c:v>323.84667968700001</c:v>
              </c:pt>
              <c:pt idx="797">
                <c:v>324.25292968700001</c:v>
              </c:pt>
              <c:pt idx="798">
                <c:v>324.919921875</c:v>
              </c:pt>
              <c:pt idx="799">
                <c:v>324.935546875</c:v>
              </c:pt>
              <c:pt idx="800">
                <c:v>325.359375</c:v>
              </c:pt>
              <c:pt idx="801">
                <c:v>325.77441406200001</c:v>
              </c:pt>
              <c:pt idx="802">
                <c:v>326.154296875</c:v>
              </c:pt>
              <c:pt idx="803">
                <c:v>326.59667968700001</c:v>
              </c:pt>
              <c:pt idx="804">
                <c:v>327.33691406200001</c:v>
              </c:pt>
              <c:pt idx="805">
                <c:v>327.37792968700001</c:v>
              </c:pt>
              <c:pt idx="806">
                <c:v>327.77832031200001</c:v>
              </c:pt>
              <c:pt idx="807">
                <c:v>328.498046875</c:v>
              </c:pt>
              <c:pt idx="808">
                <c:v>328.79199218700001</c:v>
              </c:pt>
              <c:pt idx="809">
                <c:v>329.23144531200001</c:v>
              </c:pt>
              <c:pt idx="810">
                <c:v>329.73339843700001</c:v>
              </c:pt>
              <c:pt idx="811">
                <c:v>329.828125</c:v>
              </c:pt>
              <c:pt idx="812">
                <c:v>330.58496093700001</c:v>
              </c:pt>
              <c:pt idx="813">
                <c:v>330.80859375</c:v>
              </c:pt>
              <c:pt idx="814">
                <c:v>331.376953125</c:v>
              </c:pt>
              <c:pt idx="815">
                <c:v>331.43652343700001</c:v>
              </c:pt>
              <c:pt idx="816">
                <c:v>332.193359375</c:v>
              </c:pt>
              <c:pt idx="817">
                <c:v>332.4140625</c:v>
              </c:pt>
              <c:pt idx="818">
                <c:v>332.99121093700001</c:v>
              </c:pt>
              <c:pt idx="819">
                <c:v>333.36035156200001</c:v>
              </c:pt>
              <c:pt idx="820">
                <c:v>333.59082031200001</c:v>
              </c:pt>
              <c:pt idx="821">
                <c:v>333.89550781200001</c:v>
              </c:pt>
              <c:pt idx="822">
                <c:v>334.32714843700001</c:v>
              </c:pt>
              <c:pt idx="823">
                <c:v>334.84863281200001</c:v>
              </c:pt>
              <c:pt idx="824">
                <c:v>335.201171875</c:v>
              </c:pt>
              <c:pt idx="825">
                <c:v>335.63183593700001</c:v>
              </c:pt>
              <c:pt idx="826">
                <c:v>335.92480468700001</c:v>
              </c:pt>
              <c:pt idx="827">
                <c:v>336.61816406200001</c:v>
              </c:pt>
              <c:pt idx="828">
                <c:v>336.72558593700001</c:v>
              </c:pt>
              <c:pt idx="829">
                <c:v>337.34667968700001</c:v>
              </c:pt>
              <c:pt idx="830">
                <c:v>337.62792968700001</c:v>
              </c:pt>
              <c:pt idx="831">
                <c:v>337.99316406200001</c:v>
              </c:pt>
              <c:pt idx="832">
                <c:v>338.37207031200001</c:v>
              </c:pt>
              <c:pt idx="833">
                <c:v>338.80078125</c:v>
              </c:pt>
              <c:pt idx="834">
                <c:v>339.37207031200001</c:v>
              </c:pt>
              <c:pt idx="835">
                <c:v>339.65332031200001</c:v>
              </c:pt>
              <c:pt idx="836">
                <c:v>340.326171875</c:v>
              </c:pt>
              <c:pt idx="837">
                <c:v>340.62109375</c:v>
              </c:pt>
              <c:pt idx="838">
                <c:v>341.05371093700001</c:v>
              </c:pt>
              <c:pt idx="839">
                <c:v>341.20410156200001</c:v>
              </c:pt>
              <c:pt idx="840">
                <c:v>341.83496093700001</c:v>
              </c:pt>
              <c:pt idx="841">
                <c:v>342.12792968700001</c:v>
              </c:pt>
              <c:pt idx="842">
                <c:v>342.802734375</c:v>
              </c:pt>
              <c:pt idx="843">
                <c:v>342.87792968700001</c:v>
              </c:pt>
              <c:pt idx="844">
                <c:v>343.2421875</c:v>
              </c:pt>
              <c:pt idx="845">
                <c:v>343.70703125</c:v>
              </c:pt>
              <c:pt idx="846">
                <c:v>344.10449218700001</c:v>
              </c:pt>
              <c:pt idx="847">
                <c:v>344.6953125</c:v>
              </c:pt>
              <c:pt idx="848">
                <c:v>344.90136718700001</c:v>
              </c:pt>
              <c:pt idx="849">
                <c:v>345.56542968700001</c:v>
              </c:pt>
              <c:pt idx="850">
                <c:v>345.673828125</c:v>
              </c:pt>
              <c:pt idx="851">
                <c:v>346.13183593700001</c:v>
              </c:pt>
              <c:pt idx="852">
                <c:v>346.5</c:v>
              </c:pt>
              <c:pt idx="853">
                <c:v>346.904296875</c:v>
              </c:pt>
              <c:pt idx="854">
                <c:v>347.58886718700001</c:v>
              </c:pt>
              <c:pt idx="855">
                <c:v>348.013671875</c:v>
              </c:pt>
              <c:pt idx="856">
                <c:v>348.50097656200001</c:v>
              </c:pt>
              <c:pt idx="857">
                <c:v>348.8984375</c:v>
              </c:pt>
              <c:pt idx="858">
                <c:v>348.921875</c:v>
              </c:pt>
              <c:pt idx="859">
                <c:v>349.44433593700001</c:v>
              </c:pt>
              <c:pt idx="860">
                <c:v>349.79589843700001</c:v>
              </c:pt>
              <c:pt idx="861">
                <c:v>350.39550781200001</c:v>
              </c:pt>
              <c:pt idx="862">
                <c:v>350.74902343700001</c:v>
              </c:pt>
              <c:pt idx="863">
                <c:v>350.966796875</c:v>
              </c:pt>
              <c:pt idx="864">
                <c:v>351.49609375</c:v>
              </c:pt>
              <c:pt idx="865">
                <c:v>352.03125</c:v>
              </c:pt>
              <c:pt idx="866">
                <c:v>352.537109375</c:v>
              </c:pt>
              <c:pt idx="867">
                <c:v>352.921875</c:v>
              </c:pt>
              <c:pt idx="868">
                <c:v>353.32324218700001</c:v>
              </c:pt>
              <c:pt idx="869">
                <c:v>353.73925781200001</c:v>
              </c:pt>
              <c:pt idx="870">
                <c:v>354.04394531200001</c:v>
              </c:pt>
              <c:pt idx="871">
                <c:v>354.28613281200001</c:v>
              </c:pt>
              <c:pt idx="872">
                <c:v>354.75390625</c:v>
              </c:pt>
              <c:pt idx="873">
                <c:v>355.087890625</c:v>
              </c:pt>
              <c:pt idx="874">
                <c:v>355.68847656200001</c:v>
              </c:pt>
              <c:pt idx="875">
                <c:v>356.06542968700001</c:v>
              </c:pt>
              <c:pt idx="876">
                <c:v>356.642578125</c:v>
              </c:pt>
              <c:pt idx="877">
                <c:v>356.75</c:v>
              </c:pt>
              <c:pt idx="878">
                <c:v>357.30859375</c:v>
              </c:pt>
              <c:pt idx="879">
                <c:v>357.85253906200001</c:v>
              </c:pt>
              <c:pt idx="880">
                <c:v>357.8828125</c:v>
              </c:pt>
              <c:pt idx="881">
                <c:v>358.44824218700001</c:v>
              </c:pt>
              <c:pt idx="882">
                <c:v>358.7109375</c:v>
              </c:pt>
              <c:pt idx="883">
                <c:v>359.1328125</c:v>
              </c:pt>
              <c:pt idx="884">
                <c:v>359.705078125</c:v>
              </c:pt>
              <c:pt idx="885">
                <c:v>360.30175781200001</c:v>
              </c:pt>
              <c:pt idx="886">
                <c:v>360.525390625</c:v>
              </c:pt>
              <c:pt idx="887">
                <c:v>360.79980468700001</c:v>
              </c:pt>
              <c:pt idx="888">
                <c:v>361.22558609299801</c:v>
              </c:pt>
              <c:pt idx="889">
                <c:v>361.62597692299602</c:v>
              </c:pt>
              <c:pt idx="890">
                <c:v>362.225586604993</c:v>
              </c:pt>
              <c:pt idx="891">
                <c:v>362.70117278599002</c:v>
              </c:pt>
              <c:pt idx="892">
                <c:v>362.76855563299</c:v>
              </c:pt>
              <c:pt idx="893">
                <c:v>363.43750128798598</c:v>
              </c:pt>
              <c:pt idx="894">
                <c:v>363.96484530798398</c:v>
              </c:pt>
              <c:pt idx="895">
                <c:v>364.18945479798202</c:v>
              </c:pt>
              <c:pt idx="896">
                <c:v>364.38476739798102</c:v>
              </c:pt>
              <c:pt idx="897">
                <c:v>365.05078336397798</c:v>
              </c:pt>
              <c:pt idx="898">
                <c:v>365.50976797397499</c:v>
              </c:pt>
              <c:pt idx="899">
                <c:v>365.74218996797401</c:v>
              </c:pt>
            </c:numLit>
          </c:xVal>
          <c:yVal>
            <c:numLit>
              <c:formatCode>0.0</c:formatCode>
              <c:ptCount val="900"/>
              <c:pt idx="0">
                <c:v>2.0013E-2</c:v>
              </c:pt>
              <c:pt idx="1">
                <c:v>2.4847000000000001E-2</c:v>
              </c:pt>
              <c:pt idx="2">
                <c:v>-1.6718E-2</c:v>
              </c:pt>
              <c:pt idx="3">
                <c:v>1.7558000000000001E-2</c:v>
              </c:pt>
              <c:pt idx="4">
                <c:v>-1.8842000000000001E-2</c:v>
              </c:pt>
              <c:pt idx="5">
                <c:v>1.8769999999999998E-2</c:v>
              </c:pt>
              <c:pt idx="6">
                <c:v>2.2875E-2</c:v>
              </c:pt>
              <c:pt idx="7">
                <c:v>0.55427999999999999</c:v>
              </c:pt>
              <c:pt idx="8">
                <c:v>0.774729</c:v>
              </c:pt>
              <c:pt idx="9">
                <c:v>0.31755</c:v>
              </c:pt>
              <c:pt idx="10">
                <c:v>-0.26257200000000003</c:v>
              </c:pt>
              <c:pt idx="11">
                <c:v>0.18509700000000001</c:v>
              </c:pt>
              <c:pt idx="12">
                <c:v>0.107394</c:v>
              </c:pt>
              <c:pt idx="13">
                <c:v>0.13986199999999999</c:v>
              </c:pt>
              <c:pt idx="14">
                <c:v>-6.5303E-2</c:v>
              </c:pt>
              <c:pt idx="15">
                <c:v>4.2141999999999999E-2</c:v>
              </c:pt>
              <c:pt idx="16">
                <c:v>-0.12674299999999999</c:v>
              </c:pt>
              <c:pt idx="17">
                <c:v>0.142509</c:v>
              </c:pt>
              <c:pt idx="18">
                <c:v>0.13989399999999999</c:v>
              </c:pt>
              <c:pt idx="19">
                <c:v>-0.13234899999999999</c:v>
              </c:pt>
              <c:pt idx="20">
                <c:v>-0.40004099999999998</c:v>
              </c:pt>
              <c:pt idx="21">
                <c:v>0.26710400000000001</c:v>
              </c:pt>
              <c:pt idx="22">
                <c:v>-0.57209900000000002</c:v>
              </c:pt>
              <c:pt idx="23">
                <c:v>0.49949700000000002</c:v>
              </c:pt>
              <c:pt idx="24">
                <c:v>-0.28748200000000002</c:v>
              </c:pt>
              <c:pt idx="25">
                <c:v>0.30183500000000002</c:v>
              </c:pt>
              <c:pt idx="26">
                <c:v>0.29026000000000002</c:v>
              </c:pt>
              <c:pt idx="27">
                <c:v>-0.12277100000000001</c:v>
              </c:pt>
              <c:pt idx="28">
                <c:v>0.10817300000000001</c:v>
              </c:pt>
              <c:pt idx="29">
                <c:v>-0.14896100000000001</c:v>
              </c:pt>
              <c:pt idx="30">
                <c:v>0.139986</c:v>
              </c:pt>
              <c:pt idx="31">
                <c:v>0.17244000000000001</c:v>
              </c:pt>
              <c:pt idx="32">
                <c:v>0.22864000000000001</c:v>
              </c:pt>
              <c:pt idx="33">
                <c:v>-7.0961999999999997E-2</c:v>
              </c:pt>
              <c:pt idx="34">
                <c:v>0.115254</c:v>
              </c:pt>
              <c:pt idx="35">
                <c:v>9.2111999999999999E-2</c:v>
              </c:pt>
              <c:pt idx="36">
                <c:v>0.18809999999999999</c:v>
              </c:pt>
              <c:pt idx="37">
                <c:v>3.6581000000000002E-2</c:v>
              </c:pt>
              <c:pt idx="38">
                <c:v>-3.0877000000000002E-2</c:v>
              </c:pt>
              <c:pt idx="39">
                <c:v>2.1094999999999999E-2</c:v>
              </c:pt>
              <c:pt idx="40">
                <c:v>-0.11790200000000001</c:v>
              </c:pt>
              <c:pt idx="41">
                <c:v>0.21637300000000001</c:v>
              </c:pt>
              <c:pt idx="42">
                <c:v>-0.11387899999999999</c:v>
              </c:pt>
              <c:pt idx="43">
                <c:v>-4.9313000000000003E-2</c:v>
              </c:pt>
              <c:pt idx="44">
                <c:v>4.4488E-2</c:v>
              </c:pt>
              <c:pt idx="45">
                <c:v>0.19819000000000001</c:v>
              </c:pt>
              <c:pt idx="46">
                <c:v>0.13040099999999999</c:v>
              </c:pt>
              <c:pt idx="47">
                <c:v>-0.13777700000000001</c:v>
              </c:pt>
              <c:pt idx="48">
                <c:v>8.5357000000000002E-2</c:v>
              </c:pt>
              <c:pt idx="49">
                <c:v>-0.17078599999999999</c:v>
              </c:pt>
              <c:pt idx="50">
                <c:v>0.18981400000000001</c:v>
              </c:pt>
              <c:pt idx="51">
                <c:v>-0.17355100000000001</c:v>
              </c:pt>
              <c:pt idx="52">
                <c:v>-0.14985799999999999</c:v>
              </c:pt>
              <c:pt idx="53">
                <c:v>-0.105948</c:v>
              </c:pt>
              <c:pt idx="54">
                <c:v>-0.109699</c:v>
              </c:pt>
              <c:pt idx="55">
                <c:v>-0.27866200000000002</c:v>
              </c:pt>
              <c:pt idx="56">
                <c:v>0.35451899999999997</c:v>
              </c:pt>
              <c:pt idx="57">
                <c:v>0.249255</c:v>
              </c:pt>
              <c:pt idx="58">
                <c:v>0.36363400000000001</c:v>
              </c:pt>
              <c:pt idx="59">
                <c:v>-0.32504</c:v>
              </c:pt>
              <c:pt idx="60">
                <c:v>0.31392100000000001</c:v>
              </c:pt>
              <c:pt idx="61">
                <c:v>0.101036</c:v>
              </c:pt>
              <c:pt idx="62">
                <c:v>0.17231399999999999</c:v>
              </c:pt>
              <c:pt idx="63">
                <c:v>0.14132900000000001</c:v>
              </c:pt>
              <c:pt idx="64">
                <c:v>0.207539</c:v>
              </c:pt>
              <c:pt idx="65">
                <c:v>0.17716599999999999</c:v>
              </c:pt>
              <c:pt idx="66">
                <c:v>8.2932000000000006E-2</c:v>
              </c:pt>
              <c:pt idx="67">
                <c:v>-5.6286000000000003E-2</c:v>
              </c:pt>
              <c:pt idx="68">
                <c:v>-4.1857999999999999E-2</c:v>
              </c:pt>
              <c:pt idx="69">
                <c:v>4.8640999999999997E-2</c:v>
              </c:pt>
              <c:pt idx="70">
                <c:v>0.113332</c:v>
              </c:pt>
              <c:pt idx="71">
                <c:v>0.10299700000000001</c:v>
              </c:pt>
              <c:pt idx="72">
                <c:v>-0.100427</c:v>
              </c:pt>
              <c:pt idx="73">
                <c:v>-9.5375000000000001E-2</c:v>
              </c:pt>
              <c:pt idx="74">
                <c:v>6.8703E-2</c:v>
              </c:pt>
              <c:pt idx="75">
                <c:v>-0.28856700000000002</c:v>
              </c:pt>
              <c:pt idx="76">
                <c:v>0.69173099999999998</c:v>
              </c:pt>
              <c:pt idx="77">
                <c:v>-0.18912300000000001</c:v>
              </c:pt>
              <c:pt idx="78">
                <c:v>-1.097742</c:v>
              </c:pt>
              <c:pt idx="79">
                <c:v>1.0744469999999999</c:v>
              </c:pt>
              <c:pt idx="80">
                <c:v>0.211476</c:v>
              </c:pt>
              <c:pt idx="81">
                <c:v>-0.25836799999999999</c:v>
              </c:pt>
              <c:pt idx="82">
                <c:v>-0.13336000000000001</c:v>
              </c:pt>
              <c:pt idx="83">
                <c:v>-0.10159600000000001</c:v>
              </c:pt>
              <c:pt idx="84">
                <c:v>0.13585700000000001</c:v>
              </c:pt>
              <c:pt idx="85">
                <c:v>-5.1050999999999999E-2</c:v>
              </c:pt>
              <c:pt idx="86">
                <c:v>-0.11022</c:v>
              </c:pt>
              <c:pt idx="87">
                <c:v>0.120114</c:v>
              </c:pt>
              <c:pt idx="88">
                <c:v>0.15095500000000001</c:v>
              </c:pt>
              <c:pt idx="89">
                <c:v>-0.135467</c:v>
              </c:pt>
              <c:pt idx="90">
                <c:v>-0.22575999999999999</c:v>
              </c:pt>
              <c:pt idx="91">
                <c:v>-0.39526099999999997</c:v>
              </c:pt>
              <c:pt idx="92">
                <c:v>-0.59747600000000001</c:v>
              </c:pt>
              <c:pt idx="93">
                <c:v>0.51268000000000002</c:v>
              </c:pt>
              <c:pt idx="94">
                <c:v>0.27656700000000001</c:v>
              </c:pt>
              <c:pt idx="95">
                <c:v>0.28864299999999998</c:v>
              </c:pt>
              <c:pt idx="96">
                <c:v>-0.16212199999999999</c:v>
              </c:pt>
              <c:pt idx="97">
                <c:v>0.2944</c:v>
              </c:pt>
              <c:pt idx="98">
                <c:v>-9.9191000000000001E-2</c:v>
              </c:pt>
              <c:pt idx="99">
                <c:v>0.16093199999999999</c:v>
              </c:pt>
              <c:pt idx="100">
                <c:v>-0.18759200000000001</c:v>
              </c:pt>
              <c:pt idx="101">
                <c:v>0.17216999999999999</c:v>
              </c:pt>
              <c:pt idx="102">
                <c:v>0.16134299999999999</c:v>
              </c:pt>
              <c:pt idx="103">
                <c:v>0.25167200000000001</c:v>
              </c:pt>
              <c:pt idx="104">
                <c:v>0.11515599999999999</c:v>
              </c:pt>
              <c:pt idx="105">
                <c:v>0.113659</c:v>
              </c:pt>
              <c:pt idx="106">
                <c:v>0.20135700000000001</c:v>
              </c:pt>
              <c:pt idx="107">
                <c:v>0.146369</c:v>
              </c:pt>
              <c:pt idx="108">
                <c:v>2.0695999999999999E-2</c:v>
              </c:pt>
              <c:pt idx="109">
                <c:v>-2.946E-2</c:v>
              </c:pt>
              <c:pt idx="110">
                <c:v>7.6331999999999997E-2</c:v>
              </c:pt>
              <c:pt idx="111">
                <c:v>0.200819</c:v>
              </c:pt>
              <c:pt idx="112">
                <c:v>-0.17963499999999999</c:v>
              </c:pt>
              <c:pt idx="113">
                <c:v>6.6829E-2</c:v>
              </c:pt>
              <c:pt idx="114">
                <c:v>3.8602999999999998E-2</c:v>
              </c:pt>
              <c:pt idx="115">
                <c:v>0.20480899999999999</c:v>
              </c:pt>
              <c:pt idx="116">
                <c:v>0.13062099999999999</c:v>
              </c:pt>
              <c:pt idx="117">
                <c:v>0.134488</c:v>
              </c:pt>
              <c:pt idx="118">
                <c:v>-0.130719</c:v>
              </c:pt>
              <c:pt idx="119">
                <c:v>-0.17113500000000001</c:v>
              </c:pt>
              <c:pt idx="120">
                <c:v>-0.10062500000000001</c:v>
              </c:pt>
              <c:pt idx="121">
                <c:v>0.16750599999999999</c:v>
              </c:pt>
              <c:pt idx="122">
                <c:v>0.17597699999999999</c:v>
              </c:pt>
              <c:pt idx="123">
                <c:v>-0.11934599999999999</c:v>
              </c:pt>
              <c:pt idx="124">
                <c:v>-0.120659</c:v>
              </c:pt>
              <c:pt idx="125">
                <c:v>-4.2252999999999999E-2</c:v>
              </c:pt>
              <c:pt idx="126">
                <c:v>0.35560199999999997</c:v>
              </c:pt>
              <c:pt idx="127">
                <c:v>0.25120799999999999</c:v>
              </c:pt>
              <c:pt idx="128">
                <c:v>0.295377</c:v>
              </c:pt>
              <c:pt idx="129">
                <c:v>-0.324961</c:v>
              </c:pt>
              <c:pt idx="130">
                <c:v>0.34968700000000003</c:v>
              </c:pt>
              <c:pt idx="131">
                <c:v>8.5435999999999998E-2</c:v>
              </c:pt>
              <c:pt idx="132">
                <c:v>0.16694400000000001</c:v>
              </c:pt>
              <c:pt idx="133">
                <c:v>0.15983900000000001</c:v>
              </c:pt>
              <c:pt idx="134">
                <c:v>0.194691</c:v>
              </c:pt>
              <c:pt idx="135">
                <c:v>0.15659200000000001</c:v>
              </c:pt>
              <c:pt idx="136">
                <c:v>7.9355999999999996E-2</c:v>
              </c:pt>
              <c:pt idx="137">
                <c:v>-4.6676000000000002E-2</c:v>
              </c:pt>
              <c:pt idx="138">
                <c:v>3.771E-2</c:v>
              </c:pt>
              <c:pt idx="139">
                <c:v>5.0354999999999997E-2</c:v>
              </c:pt>
              <c:pt idx="140">
                <c:v>-6.2981999999999996E-2</c:v>
              </c:pt>
              <c:pt idx="141">
                <c:v>9.5566999999999999E-2</c:v>
              </c:pt>
              <c:pt idx="142">
                <c:v>9.3060000000000004E-2</c:v>
              </c:pt>
              <c:pt idx="143">
                <c:v>-7.7313999999999994E-2</c:v>
              </c:pt>
              <c:pt idx="144">
                <c:v>5.9153999999999998E-2</c:v>
              </c:pt>
              <c:pt idx="145">
                <c:v>-0.28028199999999998</c:v>
              </c:pt>
              <c:pt idx="146">
                <c:v>0.68013199999999996</c:v>
              </c:pt>
              <c:pt idx="147">
                <c:v>0.52088999999999996</c:v>
              </c:pt>
              <c:pt idx="148">
                <c:v>-1.109861</c:v>
              </c:pt>
              <c:pt idx="149">
                <c:v>1.0747549999999999</c:v>
              </c:pt>
              <c:pt idx="150">
                <c:v>-0.22172800000000001</c:v>
              </c:pt>
              <c:pt idx="151">
                <c:v>-0.249532</c:v>
              </c:pt>
              <c:pt idx="152">
                <c:v>-0.12379999999999999</c:v>
              </c:pt>
              <c:pt idx="153">
                <c:v>-0.102974</c:v>
              </c:pt>
              <c:pt idx="154">
                <c:v>0.136874</c:v>
              </c:pt>
              <c:pt idx="155">
                <c:v>-6.2964000000000006E-2</c:v>
              </c:pt>
              <c:pt idx="156">
                <c:v>0.117701</c:v>
              </c:pt>
              <c:pt idx="157">
                <c:v>0.130495</c:v>
              </c:pt>
              <c:pt idx="158">
                <c:v>0.13785900000000001</c:v>
              </c:pt>
              <c:pt idx="159">
                <c:v>-0.12034499999999999</c:v>
              </c:pt>
              <c:pt idx="160">
                <c:v>0.22337199999999999</c:v>
              </c:pt>
              <c:pt idx="161">
                <c:v>0.39050499999999999</c:v>
              </c:pt>
              <c:pt idx="162">
                <c:v>-0.59272800000000003</c:v>
              </c:pt>
              <c:pt idx="163">
                <c:v>0.51279699999999995</c:v>
              </c:pt>
              <c:pt idx="164">
                <c:v>-0.36305500000000002</c:v>
              </c:pt>
              <c:pt idx="165">
                <c:v>0.31196600000000002</c:v>
              </c:pt>
              <c:pt idx="166">
                <c:v>-0.17116799999999999</c:v>
              </c:pt>
              <c:pt idx="167">
                <c:v>0.30799900000000002</c:v>
              </c:pt>
              <c:pt idx="168">
                <c:v>0.12956500000000001</c:v>
              </c:pt>
              <c:pt idx="169">
                <c:v>0.13771700000000001</c:v>
              </c:pt>
              <c:pt idx="170">
                <c:v>-0.16838500000000001</c:v>
              </c:pt>
              <c:pt idx="171">
                <c:v>-0.140323</c:v>
              </c:pt>
              <c:pt idx="172">
                <c:v>0.15722900000000001</c:v>
              </c:pt>
              <c:pt idx="173">
                <c:v>0.24453800000000001</c:v>
              </c:pt>
              <c:pt idx="174">
                <c:v>5.3788999999999997E-2</c:v>
              </c:pt>
              <c:pt idx="175">
                <c:v>0.117282</c:v>
              </c:pt>
              <c:pt idx="176">
                <c:v>-8.4740999999999997E-2</c:v>
              </c:pt>
              <c:pt idx="177">
                <c:v>0.17832200000000001</c:v>
              </c:pt>
              <c:pt idx="178">
                <c:v>-2.5713E-2</c:v>
              </c:pt>
              <c:pt idx="179">
                <c:v>2.4049999999999998E-2</c:v>
              </c:pt>
              <c:pt idx="180">
                <c:v>-6.6416000000000003E-2</c:v>
              </c:pt>
              <c:pt idx="181">
                <c:v>0.21213099999999999</c:v>
              </c:pt>
              <c:pt idx="182">
                <c:v>0.21626000000000001</c:v>
              </c:pt>
              <c:pt idx="183">
                <c:v>7.2302000000000005E-2</c:v>
              </c:pt>
              <c:pt idx="184">
                <c:v>4.0910000000000002E-2</c:v>
              </c:pt>
              <c:pt idx="185">
                <c:v>0.194719</c:v>
              </c:pt>
              <c:pt idx="186">
                <c:v>0.12801999999999999</c:v>
              </c:pt>
              <c:pt idx="187">
                <c:v>0.13222100000000001</c:v>
              </c:pt>
              <c:pt idx="188">
                <c:v>-0.13828099999999999</c:v>
              </c:pt>
              <c:pt idx="189">
                <c:v>-0.16286900000000001</c:v>
              </c:pt>
              <c:pt idx="190">
                <c:v>0.13913200000000001</c:v>
              </c:pt>
              <c:pt idx="191">
                <c:v>0.18826000000000001</c:v>
              </c:pt>
              <c:pt idx="192">
                <c:v>-0.17349400000000001</c:v>
              </c:pt>
              <c:pt idx="193">
                <c:v>0.147979</c:v>
              </c:pt>
              <c:pt idx="194">
                <c:v>-0.11960999999999999</c:v>
              </c:pt>
              <c:pt idx="195">
                <c:v>6.1717000000000001E-2</c:v>
              </c:pt>
              <c:pt idx="196">
                <c:v>-0.27509</c:v>
              </c:pt>
              <c:pt idx="197">
                <c:v>0.34773399999999999</c:v>
              </c:pt>
              <c:pt idx="198">
                <c:v>-0.17077300000000001</c:v>
              </c:pt>
              <c:pt idx="199">
                <c:v>0.38134000000000001</c:v>
              </c:pt>
              <c:pt idx="200">
                <c:v>0.34818399999999999</c:v>
              </c:pt>
              <c:pt idx="201">
                <c:v>0.16150500000000001</c:v>
              </c:pt>
              <c:pt idx="202">
                <c:v>0.104919</c:v>
              </c:pt>
              <c:pt idx="203">
                <c:v>0.15678600000000001</c:v>
              </c:pt>
              <c:pt idx="204">
                <c:v>-0.17077100000000001</c:v>
              </c:pt>
              <c:pt idx="205">
                <c:v>0.205787</c:v>
              </c:pt>
              <c:pt idx="206">
                <c:v>0.116356</c:v>
              </c:pt>
              <c:pt idx="207">
                <c:v>7.9246999999999998E-2</c:v>
              </c:pt>
              <c:pt idx="208">
                <c:v>5.4857000000000003E-2</c:v>
              </c:pt>
              <c:pt idx="209">
                <c:v>4.7025999999999998E-2</c:v>
              </c:pt>
              <c:pt idx="210">
                <c:v>5.1018000000000001E-2</c:v>
              </c:pt>
              <c:pt idx="211">
                <c:v>0.10589700000000001</c:v>
              </c:pt>
              <c:pt idx="212">
                <c:v>9.3699000000000005E-2</c:v>
              </c:pt>
              <c:pt idx="213">
                <c:v>9.9712999999999996E-2</c:v>
              </c:pt>
              <c:pt idx="214">
                <c:v>6.2757999999999994E-2</c:v>
              </c:pt>
              <c:pt idx="215">
                <c:v>0.17321800000000001</c:v>
              </c:pt>
              <c:pt idx="216">
                <c:v>0.48471700000000001</c:v>
              </c:pt>
              <c:pt idx="217">
                <c:v>0.67397799999999997</c:v>
              </c:pt>
              <c:pt idx="218">
                <c:v>0.64044900000000005</c:v>
              </c:pt>
              <c:pt idx="219">
                <c:v>-1.1462969999999999</c:v>
              </c:pt>
              <c:pt idx="220">
                <c:v>0.30438100000000001</c:v>
              </c:pt>
              <c:pt idx="221">
                <c:v>-0.25268600000000002</c:v>
              </c:pt>
              <c:pt idx="222">
                <c:v>0.18640000000000001</c:v>
              </c:pt>
              <c:pt idx="223">
                <c:v>0.135685</c:v>
              </c:pt>
              <c:pt idx="224">
                <c:v>0.127415</c:v>
              </c:pt>
              <c:pt idx="225">
                <c:v>6.6686999999999996E-2</c:v>
              </c:pt>
              <c:pt idx="226">
                <c:v>-0.11096399999999999</c:v>
              </c:pt>
              <c:pt idx="227">
                <c:v>0.130027</c:v>
              </c:pt>
              <c:pt idx="228">
                <c:v>-0.13996</c:v>
              </c:pt>
              <c:pt idx="229">
                <c:v>0.13114500000000001</c:v>
              </c:pt>
              <c:pt idx="230">
                <c:v>-0.112224</c:v>
              </c:pt>
              <c:pt idx="231">
                <c:v>-0.423761</c:v>
              </c:pt>
              <c:pt idx="232">
                <c:v>-0.578596</c:v>
              </c:pt>
              <c:pt idx="233">
                <c:v>-0.55968200000000001</c:v>
              </c:pt>
              <c:pt idx="234">
                <c:v>0.51675700000000002</c:v>
              </c:pt>
              <c:pt idx="235">
                <c:v>-0.27055400000000002</c:v>
              </c:pt>
              <c:pt idx="236">
                <c:v>0.30464200000000002</c:v>
              </c:pt>
              <c:pt idx="237">
                <c:v>0.30904399999999999</c:v>
              </c:pt>
              <c:pt idx="238">
                <c:v>0.14469599999999999</c:v>
              </c:pt>
              <c:pt idx="239">
                <c:v>8.5013000000000005E-2</c:v>
              </c:pt>
              <c:pt idx="240">
                <c:v>-0.16313900000000001</c:v>
              </c:pt>
              <c:pt idx="241">
                <c:v>0.16094</c:v>
              </c:pt>
              <c:pt idx="242">
                <c:v>0.161971</c:v>
              </c:pt>
              <c:pt idx="243">
                <c:v>0.24327799999999999</c:v>
              </c:pt>
              <c:pt idx="244">
                <c:v>-9.5800999999999997E-2</c:v>
              </c:pt>
              <c:pt idx="245">
                <c:v>9.2698000000000003E-2</c:v>
              </c:pt>
              <c:pt idx="246">
                <c:v>0.104195</c:v>
              </c:pt>
              <c:pt idx="247">
                <c:v>0.20430999999999999</c:v>
              </c:pt>
              <c:pt idx="248">
                <c:v>-3.8550000000000001E-2</c:v>
              </c:pt>
              <c:pt idx="249">
                <c:v>2.9231E-2</c:v>
              </c:pt>
              <c:pt idx="250">
                <c:v>-2.7734999999999999E-2</c:v>
              </c:pt>
              <c:pt idx="251">
                <c:v>0.12668199999999999</c:v>
              </c:pt>
              <c:pt idx="252">
                <c:v>0.21847</c:v>
              </c:pt>
              <c:pt idx="253">
                <c:v>-0.118267</c:v>
              </c:pt>
              <c:pt idx="254">
                <c:v>-4.6952000000000001E-2</c:v>
              </c:pt>
              <c:pt idx="255">
                <c:v>3.5303000000000001E-2</c:v>
              </c:pt>
              <c:pt idx="256">
                <c:v>0.19484099999999999</c:v>
              </c:pt>
              <c:pt idx="257">
                <c:v>0.130102</c:v>
              </c:pt>
              <c:pt idx="258">
                <c:v>-0.14253099999999999</c:v>
              </c:pt>
              <c:pt idx="259">
                <c:v>8.9618000000000003E-2</c:v>
              </c:pt>
              <c:pt idx="260">
                <c:v>-0.16347</c:v>
              </c:pt>
              <c:pt idx="261">
                <c:v>0.13122400000000001</c:v>
              </c:pt>
              <c:pt idx="262">
                <c:v>-0.17177999999999999</c:v>
              </c:pt>
              <c:pt idx="263">
                <c:v>-0.16072800000000001</c:v>
              </c:pt>
              <c:pt idx="264">
                <c:v>-0.10173699999999999</c:v>
              </c:pt>
              <c:pt idx="265">
                <c:v>-0.113645</c:v>
              </c:pt>
              <c:pt idx="266">
                <c:v>0.151307</c:v>
              </c:pt>
              <c:pt idx="267">
                <c:v>-0.34830499999999998</c:v>
              </c:pt>
              <c:pt idx="268">
                <c:v>-0.24535799999999999</c:v>
              </c:pt>
              <c:pt idx="269">
                <c:v>0.34953800000000002</c:v>
              </c:pt>
              <c:pt idx="270">
                <c:v>-0.40571600000000002</c:v>
              </c:pt>
              <c:pt idx="271">
                <c:v>0.33732400000000001</c:v>
              </c:pt>
              <c:pt idx="272">
                <c:v>-0.105049</c:v>
              </c:pt>
              <c:pt idx="273">
                <c:v>0.17847099999999999</c:v>
              </c:pt>
              <c:pt idx="274">
                <c:v>-0.14312900000000001</c:v>
              </c:pt>
              <c:pt idx="275">
                <c:v>0.21246799999999999</c:v>
              </c:pt>
              <c:pt idx="276">
                <c:v>0.173675</c:v>
              </c:pt>
              <c:pt idx="277">
                <c:v>7.6461000000000001E-2</c:v>
              </c:pt>
              <c:pt idx="278">
                <c:v>6.3066999999999998E-2</c:v>
              </c:pt>
              <c:pt idx="279">
                <c:v>3.8228999999999999E-2</c:v>
              </c:pt>
              <c:pt idx="280">
                <c:v>5.0167000000000003E-2</c:v>
              </c:pt>
              <c:pt idx="281">
                <c:v>5.6378999999999999E-2</c:v>
              </c:pt>
              <c:pt idx="282">
                <c:v>0.104495</c:v>
              </c:pt>
              <c:pt idx="283">
                <c:v>8.7514999999999996E-2</c:v>
              </c:pt>
              <c:pt idx="284">
                <c:v>-7.7492000000000005E-2</c:v>
              </c:pt>
              <c:pt idx="285">
                <c:v>5.6344999999999999E-2</c:v>
              </c:pt>
              <c:pt idx="286">
                <c:v>-0.26519900000000002</c:v>
              </c:pt>
              <c:pt idx="287">
                <c:v>0.66074500000000003</c:v>
              </c:pt>
              <c:pt idx="288">
                <c:v>-0.19129299999999999</c:v>
              </c:pt>
              <c:pt idx="289">
                <c:v>-1.1242430000000001</c:v>
              </c:pt>
              <c:pt idx="290">
                <c:v>1.0414429999999999</c:v>
              </c:pt>
              <c:pt idx="291">
                <c:v>0.25750499999999998</c:v>
              </c:pt>
              <c:pt idx="292">
                <c:v>-0.24610499999999999</c:v>
              </c:pt>
              <c:pt idx="293">
                <c:v>-0.12959899999999999</c:v>
              </c:pt>
              <c:pt idx="294">
                <c:v>-0.10162400000000001</c:v>
              </c:pt>
              <c:pt idx="295">
                <c:v>0.13036800000000001</c:v>
              </c:pt>
              <c:pt idx="296">
                <c:v>-6.9434999999999997E-2</c:v>
              </c:pt>
              <c:pt idx="297">
                <c:v>0.117622</c:v>
              </c:pt>
              <c:pt idx="298">
                <c:v>0.122962</c:v>
              </c:pt>
              <c:pt idx="299">
                <c:v>0.13406599999999999</c:v>
              </c:pt>
              <c:pt idx="300">
                <c:v>0.17927599999999999</c:v>
              </c:pt>
              <c:pt idx="301">
                <c:v>-0.249109</c:v>
              </c:pt>
              <c:pt idx="302">
                <c:v>-0.38651400000000002</c:v>
              </c:pt>
              <c:pt idx="303">
                <c:v>-0.57714900000000002</c:v>
              </c:pt>
              <c:pt idx="304">
                <c:v>0.52235600000000004</c:v>
              </c:pt>
              <c:pt idx="305">
                <c:v>0.29986200000000002</c:v>
              </c:pt>
              <c:pt idx="306">
                <c:v>0.290468</c:v>
              </c:pt>
              <c:pt idx="307">
                <c:v>-0.16631899999999999</c:v>
              </c:pt>
              <c:pt idx="308">
                <c:v>0.28628300000000001</c:v>
              </c:pt>
              <c:pt idx="309">
                <c:v>0.107128</c:v>
              </c:pt>
              <c:pt idx="310">
                <c:v>0.14862800000000001</c:v>
              </c:pt>
              <c:pt idx="311">
                <c:v>-0.174237</c:v>
              </c:pt>
              <c:pt idx="312">
                <c:v>0.1618</c:v>
              </c:pt>
              <c:pt idx="313">
                <c:v>0.17170199999999999</c:v>
              </c:pt>
              <c:pt idx="314">
                <c:v>0.236098</c:v>
              </c:pt>
              <c:pt idx="315">
                <c:v>8.7773000000000004E-2</c:v>
              </c:pt>
              <c:pt idx="316">
                <c:v>0.107818</c:v>
              </c:pt>
              <c:pt idx="317">
                <c:v>0.18962699999999999</c:v>
              </c:pt>
              <c:pt idx="318">
                <c:v>0.13546</c:v>
              </c:pt>
              <c:pt idx="319">
                <c:v>3.3583000000000002E-2</c:v>
              </c:pt>
              <c:pt idx="320">
                <c:v>2.7959999999999999E-2</c:v>
              </c:pt>
              <c:pt idx="321">
                <c:v>-7.4526999999999996E-2</c:v>
              </c:pt>
              <c:pt idx="322">
                <c:v>0.20294699999999999</c:v>
              </c:pt>
              <c:pt idx="323">
                <c:v>-0.130415</c:v>
              </c:pt>
              <c:pt idx="324">
                <c:v>6.8256999999999998E-2</c:v>
              </c:pt>
              <c:pt idx="325">
                <c:v>4.8023000000000003E-2</c:v>
              </c:pt>
              <c:pt idx="326">
                <c:v>0.193462</c:v>
              </c:pt>
              <c:pt idx="327">
                <c:v>-0.14785899999999999</c:v>
              </c:pt>
              <c:pt idx="328">
                <c:v>0.12673300000000001</c:v>
              </c:pt>
              <c:pt idx="329">
                <c:v>-0.149557</c:v>
              </c:pt>
              <c:pt idx="330">
                <c:v>-0.15490499999999999</c:v>
              </c:pt>
              <c:pt idx="331">
                <c:v>-0.116201</c:v>
              </c:pt>
              <c:pt idx="332">
                <c:v>0.26955499999999999</c:v>
              </c:pt>
              <c:pt idx="333">
                <c:v>0.17926300000000001</c:v>
              </c:pt>
              <c:pt idx="334">
                <c:v>-0.14230400000000001</c:v>
              </c:pt>
              <c:pt idx="335">
                <c:v>-0.121966</c:v>
              </c:pt>
              <c:pt idx="336">
                <c:v>3.9420999999999998E-2</c:v>
              </c:pt>
              <c:pt idx="337">
                <c:v>-0.34808600000000001</c:v>
              </c:pt>
              <c:pt idx="338">
                <c:v>-0.25339299999999998</c:v>
              </c:pt>
              <c:pt idx="339">
                <c:v>0.17918000000000001</c:v>
              </c:pt>
              <c:pt idx="340">
                <c:v>-0.47839500000000001</c:v>
              </c:pt>
              <c:pt idx="341">
                <c:v>0.35831400000000002</c:v>
              </c:pt>
              <c:pt idx="342">
                <c:v>0.155531</c:v>
              </c:pt>
              <c:pt idx="343">
                <c:v>0.17337</c:v>
              </c:pt>
              <c:pt idx="344">
                <c:v>-0.14562</c:v>
              </c:pt>
              <c:pt idx="345">
                <c:v>0.21634500000000001</c:v>
              </c:pt>
              <c:pt idx="346">
                <c:v>0.165659</c:v>
              </c:pt>
              <c:pt idx="347">
                <c:v>-0.102618</c:v>
              </c:pt>
              <c:pt idx="348">
                <c:v>5.8442000000000001E-2</c:v>
              </c:pt>
              <c:pt idx="349">
                <c:v>3.7499999999999999E-2</c:v>
              </c:pt>
              <c:pt idx="350">
                <c:v>4.6233000000000003E-2</c:v>
              </c:pt>
              <c:pt idx="351">
                <c:v>-4.6269999999999999E-2</c:v>
              </c:pt>
              <c:pt idx="352">
                <c:v>0.10099</c:v>
              </c:pt>
              <c:pt idx="353">
                <c:v>-0.10513599999999999</c:v>
              </c:pt>
              <c:pt idx="354">
                <c:v>9.486E-2</c:v>
              </c:pt>
              <c:pt idx="355">
                <c:v>6.5902000000000002E-2</c:v>
              </c:pt>
              <c:pt idx="356">
                <c:v>-0.25681199999999998</c:v>
              </c:pt>
              <c:pt idx="357">
                <c:v>-0.55210099999999995</c:v>
              </c:pt>
              <c:pt idx="358">
                <c:v>0.65456700000000001</c:v>
              </c:pt>
              <c:pt idx="359">
                <c:v>-0.72967099999999996</c:v>
              </c:pt>
              <c:pt idx="360">
                <c:v>-1.1174170000000001</c:v>
              </c:pt>
              <c:pt idx="361">
                <c:v>0.33781299999999997</c:v>
              </c:pt>
              <c:pt idx="362">
                <c:v>-0.23442199999999999</c:v>
              </c:pt>
              <c:pt idx="363">
                <c:v>0.148393</c:v>
              </c:pt>
              <c:pt idx="364">
                <c:v>0.142012</c:v>
              </c:pt>
              <c:pt idx="365">
                <c:v>0.11973</c:v>
              </c:pt>
              <c:pt idx="366">
                <c:v>-7.7008999999999994E-2</c:v>
              </c:pt>
              <c:pt idx="367">
                <c:v>0.11024100000000001</c:v>
              </c:pt>
              <c:pt idx="368">
                <c:v>0.118535</c:v>
              </c:pt>
              <c:pt idx="369">
                <c:v>0.15215400000000001</c:v>
              </c:pt>
              <c:pt idx="370">
                <c:v>-0.12581500000000001</c:v>
              </c:pt>
              <c:pt idx="371">
                <c:v>0.225607</c:v>
              </c:pt>
              <c:pt idx="372">
                <c:v>-0.38868399999999997</c:v>
              </c:pt>
              <c:pt idx="373">
                <c:v>-0.57616199999999995</c:v>
              </c:pt>
              <c:pt idx="374">
                <c:v>0.52957500000000002</c:v>
              </c:pt>
              <c:pt idx="375">
                <c:v>-0.41837299999999999</c:v>
              </c:pt>
              <c:pt idx="376">
                <c:v>0.29268300000000003</c:v>
              </c:pt>
              <c:pt idx="377">
                <c:v>-0.1673</c:v>
              </c:pt>
              <c:pt idx="378">
                <c:v>0.32442900000000002</c:v>
              </c:pt>
              <c:pt idx="379">
                <c:v>0.152333</c:v>
              </c:pt>
              <c:pt idx="380">
                <c:v>0.109504</c:v>
              </c:pt>
              <c:pt idx="381">
                <c:v>-0.16178400000000001</c:v>
              </c:pt>
              <c:pt idx="382">
                <c:v>0.15282899999999999</c:v>
              </c:pt>
              <c:pt idx="383">
                <c:v>0.18634100000000001</c:v>
              </c:pt>
              <c:pt idx="384">
                <c:v>0.24106</c:v>
              </c:pt>
              <c:pt idx="385">
                <c:v>-6.1506999999999999E-2</c:v>
              </c:pt>
              <c:pt idx="386">
                <c:v>0.12784499999999999</c:v>
              </c:pt>
              <c:pt idx="387">
                <c:v>0.103311</c:v>
              </c:pt>
              <c:pt idx="388">
                <c:v>0.188108</c:v>
              </c:pt>
              <c:pt idx="389">
                <c:v>3.4065999999999999E-2</c:v>
              </c:pt>
              <c:pt idx="390">
                <c:v>-3.0481000000000001E-2</c:v>
              </c:pt>
              <c:pt idx="391">
                <c:v>2.3033999999999999E-2</c:v>
              </c:pt>
              <c:pt idx="392">
                <c:v>-0.16058500000000001</c:v>
              </c:pt>
              <c:pt idx="393">
                <c:v>0.21742900000000001</c:v>
              </c:pt>
              <c:pt idx="394">
                <c:v>6.3909999999999995E-2</c:v>
              </c:pt>
              <c:pt idx="395">
                <c:v>-4.7206999999999999E-2</c:v>
              </c:pt>
              <c:pt idx="396">
                <c:v>0.20475199999999999</c:v>
              </c:pt>
              <c:pt idx="397">
                <c:v>0.146893</c:v>
              </c:pt>
              <c:pt idx="398">
                <c:v>0.14233299999999999</c:v>
              </c:pt>
              <c:pt idx="399">
                <c:v>-0.14292299999999999</c:v>
              </c:pt>
              <c:pt idx="400">
                <c:v>-8.8184999999999999E-2</c:v>
              </c:pt>
              <c:pt idx="401">
                <c:v>0.15391099999999999</c:v>
              </c:pt>
              <c:pt idx="402">
                <c:v>0.22336500000000001</c:v>
              </c:pt>
              <c:pt idx="403">
                <c:v>0.185807</c:v>
              </c:pt>
              <c:pt idx="404">
                <c:v>0.16446</c:v>
              </c:pt>
              <c:pt idx="405">
                <c:v>-0.10689700000000001</c:v>
              </c:pt>
              <c:pt idx="406">
                <c:v>-8.1046999999999994E-2</c:v>
              </c:pt>
              <c:pt idx="407">
                <c:v>-0.28244799999999998</c:v>
              </c:pt>
              <c:pt idx="408">
                <c:v>-0.37440600000000002</c:v>
              </c:pt>
              <c:pt idx="409">
                <c:v>-0.15051899999999999</c:v>
              </c:pt>
              <c:pt idx="410">
                <c:v>-0.44775100000000001</c:v>
              </c:pt>
              <c:pt idx="411">
                <c:v>0.34703899999999999</c:v>
              </c:pt>
              <c:pt idx="412">
                <c:v>-0.209395</c:v>
              </c:pt>
              <c:pt idx="413">
                <c:v>0.10874200000000001</c:v>
              </c:pt>
              <c:pt idx="414">
                <c:v>-0.16799900000000001</c:v>
              </c:pt>
              <c:pt idx="415">
                <c:v>-0.16125600000000001</c:v>
              </c:pt>
              <c:pt idx="416">
                <c:v>0.201124</c:v>
              </c:pt>
              <c:pt idx="417">
                <c:v>9.3923999999999994E-2</c:v>
              </c:pt>
              <c:pt idx="418">
                <c:v>7.9571000000000003E-2</c:v>
              </c:pt>
              <c:pt idx="419">
                <c:v>5.6749000000000001E-2</c:v>
              </c:pt>
              <c:pt idx="420">
                <c:v>3.9033999999999999E-2</c:v>
              </c:pt>
              <c:pt idx="421">
                <c:v>5.1173999999999997E-2</c:v>
              </c:pt>
              <c:pt idx="422">
                <c:v>0.10521</c:v>
              </c:pt>
              <c:pt idx="423">
                <c:v>7.9436999999999994E-2</c:v>
              </c:pt>
              <c:pt idx="424">
                <c:v>9.0899999999999995E-2</c:v>
              </c:pt>
              <c:pt idx="425">
                <c:v>-6.3104999999999994E-2</c:v>
              </c:pt>
              <c:pt idx="426">
                <c:v>4.582E-2</c:v>
              </c:pt>
              <c:pt idx="427">
                <c:v>0.47275600000000001</c:v>
              </c:pt>
              <c:pt idx="428">
                <c:v>0.64839599999999997</c:v>
              </c:pt>
              <c:pt idx="429">
                <c:v>0.45605499999999999</c:v>
              </c:pt>
              <c:pt idx="430">
                <c:v>-1.131122</c:v>
              </c:pt>
              <c:pt idx="431">
                <c:v>0.41684500000000002</c:v>
              </c:pt>
              <c:pt idx="432">
                <c:v>0.25700400000000001</c:v>
              </c:pt>
              <c:pt idx="433">
                <c:v>-0.243924</c:v>
              </c:pt>
              <c:pt idx="434">
                <c:v>-0.13611500000000001</c:v>
              </c:pt>
              <c:pt idx="435">
                <c:v>0.13997599999999999</c:v>
              </c:pt>
              <c:pt idx="436">
                <c:v>-7.8726000000000004E-2</c:v>
              </c:pt>
              <c:pt idx="437">
                <c:v>4.8295999999999999E-2</c:v>
              </c:pt>
              <c:pt idx="438">
                <c:v>0.113485</c:v>
              </c:pt>
              <c:pt idx="439">
                <c:v>0.12542500000000001</c:v>
              </c:pt>
              <c:pt idx="440">
                <c:v>0.144762</c:v>
              </c:pt>
              <c:pt idx="441">
                <c:v>0.17827499999999999</c:v>
              </c:pt>
              <c:pt idx="442">
                <c:v>0.40077600000000002</c:v>
              </c:pt>
              <c:pt idx="443">
                <c:v>-0.38459599999999999</c:v>
              </c:pt>
              <c:pt idx="444">
                <c:v>-0.60002699999999998</c:v>
              </c:pt>
              <c:pt idx="445">
                <c:v>0.53591800000000001</c:v>
              </c:pt>
              <c:pt idx="446">
                <c:v>0.27437600000000001</c:v>
              </c:pt>
              <c:pt idx="447">
                <c:v>0.29438300000000001</c:v>
              </c:pt>
              <c:pt idx="448">
                <c:v>-0.120475</c:v>
              </c:pt>
              <c:pt idx="449">
                <c:v>0.299452</c:v>
              </c:pt>
              <c:pt idx="450">
                <c:v>0.118673</c:v>
              </c:pt>
              <c:pt idx="451">
                <c:v>0.129187</c:v>
              </c:pt>
              <c:pt idx="452">
                <c:v>0.14511499999999999</c:v>
              </c:pt>
              <c:pt idx="453">
                <c:v>-0.14819099999999999</c:v>
              </c:pt>
              <c:pt idx="454">
                <c:v>0.25495400000000001</c:v>
              </c:pt>
              <c:pt idx="455">
                <c:v>0.22072800000000001</c:v>
              </c:pt>
              <c:pt idx="456">
                <c:v>-7.7631000000000006E-2</c:v>
              </c:pt>
              <c:pt idx="457">
                <c:v>9.4216999999999995E-2</c:v>
              </c:pt>
              <c:pt idx="458">
                <c:v>0.19031600000000001</c:v>
              </c:pt>
              <c:pt idx="459">
                <c:v>0.14569599999999999</c:v>
              </c:pt>
              <c:pt idx="460">
                <c:v>-2.9165E-2</c:v>
              </c:pt>
              <c:pt idx="461">
                <c:v>2.6938E-2</c:v>
              </c:pt>
              <c:pt idx="462">
                <c:v>7.0956000000000005E-2</c:v>
              </c:pt>
              <c:pt idx="463">
                <c:v>0.217585</c:v>
              </c:pt>
              <c:pt idx="464">
                <c:v>-0.11831899999999999</c:v>
              </c:pt>
              <c:pt idx="465">
                <c:v>6.8176E-2</c:v>
              </c:pt>
              <c:pt idx="466">
                <c:v>4.7154000000000001E-2</c:v>
              </c:pt>
              <c:pt idx="467">
                <c:v>0.185142</c:v>
              </c:pt>
              <c:pt idx="468">
                <c:v>0.127751</c:v>
              </c:pt>
              <c:pt idx="469">
                <c:v>0.126777</c:v>
              </c:pt>
              <c:pt idx="470">
                <c:v>-0.14511299999999999</c:v>
              </c:pt>
              <c:pt idx="471">
                <c:v>-0.107264</c:v>
              </c:pt>
              <c:pt idx="472">
                <c:v>0.15809300000000001</c:v>
              </c:pt>
              <c:pt idx="473">
                <c:v>-0.17630699999999999</c:v>
              </c:pt>
              <c:pt idx="474">
                <c:v>0.18151400000000001</c:v>
              </c:pt>
              <c:pt idx="475">
                <c:v>-0.15792700000000001</c:v>
              </c:pt>
              <c:pt idx="476">
                <c:v>-9.7350000000000006E-2</c:v>
              </c:pt>
              <c:pt idx="477">
                <c:v>4.8515999999999997E-2</c:v>
              </c:pt>
              <c:pt idx="478">
                <c:v>-0.28388600000000003</c:v>
              </c:pt>
              <c:pt idx="479">
                <c:v>-0.40574900000000003</c:v>
              </c:pt>
              <c:pt idx="480">
                <c:v>-0.15631400000000001</c:v>
              </c:pt>
              <c:pt idx="481">
                <c:v>0.33629999999999999</c:v>
              </c:pt>
              <c:pt idx="482">
                <c:v>0.333451</c:v>
              </c:pt>
              <c:pt idx="483">
                <c:v>0.15570000000000001</c:v>
              </c:pt>
              <c:pt idx="484">
                <c:v>0.110633</c:v>
              </c:pt>
              <c:pt idx="485">
                <c:v>0.16858600000000001</c:v>
              </c:pt>
              <c:pt idx="486">
                <c:v>0.20149400000000001</c:v>
              </c:pt>
              <c:pt idx="487">
                <c:v>0.16289999999999999</c:v>
              </c:pt>
              <c:pt idx="488">
                <c:v>0.10965900000000001</c:v>
              </c:pt>
              <c:pt idx="489">
                <c:v>4.4137000000000003E-2</c:v>
              </c:pt>
              <c:pt idx="490">
                <c:v>-3.3582000000000001E-2</c:v>
              </c:pt>
              <c:pt idx="491">
                <c:v>5.0958000000000003E-2</c:v>
              </c:pt>
              <c:pt idx="492">
                <c:v>4.8573999999999999E-2</c:v>
              </c:pt>
              <c:pt idx="493">
                <c:v>0.105685</c:v>
              </c:pt>
              <c:pt idx="494">
                <c:v>9.9974999999999994E-2</c:v>
              </c:pt>
              <c:pt idx="495">
                <c:v>8.4763000000000005E-2</c:v>
              </c:pt>
              <c:pt idx="496">
                <c:v>7.0164000000000004E-2</c:v>
              </c:pt>
              <c:pt idx="497">
                <c:v>0.17266799999999999</c:v>
              </c:pt>
              <c:pt idx="498">
                <c:v>-0.57014399999999998</c:v>
              </c:pt>
              <c:pt idx="499">
                <c:v>0.63920699999999997</c:v>
              </c:pt>
              <c:pt idx="500">
                <c:v>0.61392599999999997</c:v>
              </c:pt>
              <c:pt idx="501">
                <c:v>-1.1138170000000001</c:v>
              </c:pt>
              <c:pt idx="502">
                <c:v>-0.3196</c:v>
              </c:pt>
              <c:pt idx="503">
                <c:v>-0.28149600000000002</c:v>
              </c:pt>
              <c:pt idx="504">
                <c:v>0.180788</c:v>
              </c:pt>
              <c:pt idx="505">
                <c:v>0.12661800000000001</c:v>
              </c:pt>
              <c:pt idx="506">
                <c:v>0.145929</c:v>
              </c:pt>
              <c:pt idx="507">
                <c:v>-8.1256999999999996E-2</c:v>
              </c:pt>
              <c:pt idx="508">
                <c:v>0.109792</c:v>
              </c:pt>
              <c:pt idx="509">
                <c:v>-0.101496</c:v>
              </c:pt>
              <c:pt idx="510">
                <c:v>0.15401400000000001</c:v>
              </c:pt>
              <c:pt idx="511">
                <c:v>0.140459</c:v>
              </c:pt>
              <c:pt idx="512">
                <c:v>0.20879</c:v>
              </c:pt>
              <c:pt idx="513">
                <c:v>-0.416045</c:v>
              </c:pt>
              <c:pt idx="514">
                <c:v>-0.63676299999999997</c:v>
              </c:pt>
              <c:pt idx="515">
                <c:v>0.52173000000000003</c:v>
              </c:pt>
              <c:pt idx="516">
                <c:v>0.481016</c:v>
              </c:pt>
              <c:pt idx="517">
                <c:v>0.27532200000000001</c:v>
              </c:pt>
              <c:pt idx="518">
                <c:v>-0.15589900000000001</c:v>
              </c:pt>
              <c:pt idx="519">
                <c:v>0.32658500000000001</c:v>
              </c:pt>
              <c:pt idx="520">
                <c:v>0.141264</c:v>
              </c:pt>
              <c:pt idx="521">
                <c:v>-0.107642</c:v>
              </c:pt>
              <c:pt idx="522">
                <c:v>-0.16653899999999999</c:v>
              </c:pt>
              <c:pt idx="523">
                <c:v>0.15201700000000001</c:v>
              </c:pt>
              <c:pt idx="524">
                <c:v>0.161549</c:v>
              </c:pt>
              <c:pt idx="525">
                <c:v>0.24465400000000001</c:v>
              </c:pt>
              <c:pt idx="526">
                <c:v>-7.6927999999999996E-2</c:v>
              </c:pt>
              <c:pt idx="527">
                <c:v>9.7794000000000006E-2</c:v>
              </c:pt>
              <c:pt idx="528">
                <c:v>0.10277500000000001</c:v>
              </c:pt>
              <c:pt idx="529">
                <c:v>0.18884899999999999</c:v>
              </c:pt>
              <c:pt idx="530">
                <c:v>4.8478E-2</c:v>
              </c:pt>
              <c:pt idx="531">
                <c:v>-2.9905000000000001E-2</c:v>
              </c:pt>
              <c:pt idx="532">
                <c:v>2.7300999999999999E-2</c:v>
              </c:pt>
              <c:pt idx="533">
                <c:v>0.142286</c:v>
              </c:pt>
              <c:pt idx="534">
                <c:v>0.208563</c:v>
              </c:pt>
              <c:pt idx="535">
                <c:v>-0.123126</c:v>
              </c:pt>
              <c:pt idx="536">
                <c:v>-5.2141E-2</c:v>
              </c:pt>
              <c:pt idx="537">
                <c:v>4.3060000000000001E-2</c:v>
              </c:pt>
              <c:pt idx="538">
                <c:v>0.18582499999999999</c:v>
              </c:pt>
              <c:pt idx="539">
                <c:v>0.13536200000000001</c:v>
              </c:pt>
              <c:pt idx="540">
                <c:v>-0.14590500000000001</c:v>
              </c:pt>
              <c:pt idx="541">
                <c:v>-9.1166999999999998E-2</c:v>
              </c:pt>
              <c:pt idx="542">
                <c:v>0.147725</c:v>
              </c:pt>
              <c:pt idx="543">
                <c:v>-9.7249000000000002E-2</c:v>
              </c:pt>
              <c:pt idx="544">
                <c:v>0.187613</c:v>
              </c:pt>
              <c:pt idx="545">
                <c:v>0.17296800000000001</c:v>
              </c:pt>
              <c:pt idx="546">
                <c:v>-0.105894</c:v>
              </c:pt>
              <c:pt idx="547">
                <c:v>-0.100356</c:v>
              </c:pt>
              <c:pt idx="548">
                <c:v>-3.2961999999999998E-2</c:v>
              </c:pt>
              <c:pt idx="549">
                <c:v>-0.43401800000000001</c:v>
              </c:pt>
              <c:pt idx="550">
                <c:v>-0.25918999999999998</c:v>
              </c:pt>
              <c:pt idx="551">
                <c:v>-0.233905</c:v>
              </c:pt>
              <c:pt idx="552">
                <c:v>-0.370172</c:v>
              </c:pt>
              <c:pt idx="553">
                <c:v>0.35383300000000001</c:v>
              </c:pt>
              <c:pt idx="554">
                <c:v>0.13223799999999999</c:v>
              </c:pt>
              <c:pt idx="555">
                <c:v>0.15798200000000001</c:v>
              </c:pt>
              <c:pt idx="556">
                <c:v>0.179234</c:v>
              </c:pt>
              <c:pt idx="557">
                <c:v>0.20429700000000001</c:v>
              </c:pt>
              <c:pt idx="558">
                <c:v>0.164522</c:v>
              </c:pt>
              <c:pt idx="559">
                <c:v>-7.6282000000000003E-2</c:v>
              </c:pt>
              <c:pt idx="560">
                <c:v>5.8455E-2</c:v>
              </c:pt>
              <c:pt idx="561">
                <c:v>4.8155000000000003E-2</c:v>
              </c:pt>
              <c:pt idx="562">
                <c:v>4.7102999999999999E-2</c:v>
              </c:pt>
              <c:pt idx="563">
                <c:v>4.1894000000000001E-2</c:v>
              </c:pt>
              <c:pt idx="564">
                <c:v>0.109738</c:v>
              </c:pt>
              <c:pt idx="565">
                <c:v>8.4835999999999995E-2</c:v>
              </c:pt>
              <c:pt idx="566">
                <c:v>8.2611000000000004E-2</c:v>
              </c:pt>
              <c:pt idx="567">
                <c:v>5.2680999999999999E-2</c:v>
              </c:pt>
              <c:pt idx="568">
                <c:v>-0.25901200000000002</c:v>
              </c:pt>
              <c:pt idx="569">
                <c:v>-0.56148500000000001</c:v>
              </c:pt>
              <c:pt idx="570">
                <c:v>0.64376299999999997</c:v>
              </c:pt>
              <c:pt idx="571">
                <c:v>0.63734599999999997</c:v>
              </c:pt>
              <c:pt idx="572">
                <c:v>-1.130358</c:v>
              </c:pt>
              <c:pt idx="573">
                <c:v>-0.32649299999999998</c:v>
              </c:pt>
              <c:pt idx="574">
                <c:v>-0.24065</c:v>
              </c:pt>
              <c:pt idx="575">
                <c:v>0.17225799999999999</c:v>
              </c:pt>
              <c:pt idx="576">
                <c:v>0.137351</c:v>
              </c:pt>
              <c:pt idx="577">
                <c:v>0.144619</c:v>
              </c:pt>
              <c:pt idx="578">
                <c:v>-5.8502999999999999E-2</c:v>
              </c:pt>
              <c:pt idx="579">
                <c:v>0.115135</c:v>
              </c:pt>
              <c:pt idx="580">
                <c:v>-0.10363799999999999</c:v>
              </c:pt>
              <c:pt idx="581">
                <c:v>-0.14769399999999999</c:v>
              </c:pt>
              <c:pt idx="582">
                <c:v>0.14321500000000001</c:v>
              </c:pt>
              <c:pt idx="583">
                <c:v>0.183619</c:v>
              </c:pt>
              <c:pt idx="584">
                <c:v>-0.39237300000000003</c:v>
              </c:pt>
              <c:pt idx="585">
                <c:v>-0.61139699999999997</c:v>
              </c:pt>
              <c:pt idx="586">
                <c:v>0.53290099999999996</c:v>
              </c:pt>
              <c:pt idx="587">
                <c:v>0.48406300000000002</c:v>
              </c:pt>
              <c:pt idx="588">
                <c:v>0.28791600000000001</c:v>
              </c:pt>
              <c:pt idx="589">
                <c:v>0.20555599999999999</c:v>
              </c:pt>
              <c:pt idx="590">
                <c:v>0.27751100000000001</c:v>
              </c:pt>
              <c:pt idx="591">
                <c:v>0.14100399999999999</c:v>
              </c:pt>
              <c:pt idx="592">
                <c:v>-8.9148000000000005E-2</c:v>
              </c:pt>
              <c:pt idx="593">
                <c:v>0.15953200000000001</c:v>
              </c:pt>
              <c:pt idx="594">
                <c:v>0.14780299999999999</c:v>
              </c:pt>
              <c:pt idx="595">
                <c:v>0.144424</c:v>
              </c:pt>
              <c:pt idx="596">
                <c:v>0.23087099999999999</c:v>
              </c:pt>
              <c:pt idx="597">
                <c:v>-0.10641299999999999</c:v>
              </c:pt>
              <c:pt idx="598">
                <c:v>-7.9265000000000002E-2</c:v>
              </c:pt>
              <c:pt idx="599">
                <c:v>9.8682000000000006E-2</c:v>
              </c:pt>
              <c:pt idx="600">
                <c:v>0.192911</c:v>
              </c:pt>
              <c:pt idx="601">
                <c:v>5.0186000000000001E-2</c:v>
              </c:pt>
              <c:pt idx="602">
                <c:v>2.8719999999999999E-2</c:v>
              </c:pt>
              <c:pt idx="603">
                <c:v>2.3755999999999999E-2</c:v>
              </c:pt>
              <c:pt idx="604">
                <c:v>-0.115883</c:v>
              </c:pt>
              <c:pt idx="605">
                <c:v>0.211785</c:v>
              </c:pt>
              <c:pt idx="606">
                <c:v>-0.12066</c:v>
              </c:pt>
              <c:pt idx="607">
                <c:v>-6.6137000000000001E-2</c:v>
              </c:pt>
              <c:pt idx="608">
                <c:v>4.5258E-2</c:v>
              </c:pt>
              <c:pt idx="609">
                <c:v>0.19287599999999999</c:v>
              </c:pt>
              <c:pt idx="610">
                <c:v>0.12543499999999999</c:v>
              </c:pt>
              <c:pt idx="611">
                <c:v>-0.127442</c:v>
              </c:pt>
              <c:pt idx="612">
                <c:v>-0.13919000000000001</c:v>
              </c:pt>
              <c:pt idx="613">
                <c:v>0.13750200000000001</c:v>
              </c:pt>
              <c:pt idx="614">
                <c:v>-0.10288700000000001</c:v>
              </c:pt>
              <c:pt idx="615">
                <c:v>-0.20382900000000001</c:v>
              </c:pt>
              <c:pt idx="616">
                <c:v>0.17277899999999999</c:v>
              </c:pt>
              <c:pt idx="617">
                <c:v>-0.163967</c:v>
              </c:pt>
              <c:pt idx="618">
                <c:v>-8.1123000000000001E-2</c:v>
              </c:pt>
              <c:pt idx="619">
                <c:v>3.1647000000000002E-2</c:v>
              </c:pt>
              <c:pt idx="620">
                <c:v>-0.44650699999999999</c:v>
              </c:pt>
              <c:pt idx="621">
                <c:v>0.25588499999999997</c:v>
              </c:pt>
              <c:pt idx="622">
                <c:v>0.19277</c:v>
              </c:pt>
              <c:pt idx="623">
                <c:v>-0.40139000000000002</c:v>
              </c:pt>
              <c:pt idx="624">
                <c:v>0.32481199999999999</c:v>
              </c:pt>
              <c:pt idx="625">
                <c:v>0.161</c:v>
              </c:pt>
              <c:pt idx="626">
                <c:v>-0.121893</c:v>
              </c:pt>
              <c:pt idx="627">
                <c:v>0.16863400000000001</c:v>
              </c:pt>
              <c:pt idx="628">
                <c:v>0.195409</c:v>
              </c:pt>
              <c:pt idx="629">
                <c:v>0.160964</c:v>
              </c:pt>
              <c:pt idx="630">
                <c:v>-0.11046599999999999</c:v>
              </c:pt>
              <c:pt idx="631">
                <c:v>5.0108E-2</c:v>
              </c:pt>
              <c:pt idx="632">
                <c:v>4.6795000000000003E-2</c:v>
              </c:pt>
              <c:pt idx="633">
                <c:v>6.4896999999999996E-2</c:v>
              </c:pt>
              <c:pt idx="634">
                <c:v>5.1749000000000003E-2</c:v>
              </c:pt>
              <c:pt idx="635">
                <c:v>0.10614999999999999</c:v>
              </c:pt>
              <c:pt idx="636">
                <c:v>0.106057</c:v>
              </c:pt>
              <c:pt idx="637">
                <c:v>8.9478000000000002E-2</c:v>
              </c:pt>
              <c:pt idx="638">
                <c:v>5.9825000000000003E-2</c:v>
              </c:pt>
              <c:pt idx="639">
                <c:v>5.0914000000000001E-2</c:v>
              </c:pt>
              <c:pt idx="640">
                <c:v>0.477155</c:v>
              </c:pt>
              <c:pt idx="641">
                <c:v>0.62689799999999996</c:v>
              </c:pt>
              <c:pt idx="642">
                <c:v>0.61787099999999995</c:v>
              </c:pt>
              <c:pt idx="643">
                <c:v>1.11435</c:v>
              </c:pt>
              <c:pt idx="644">
                <c:v>0.48787700000000001</c:v>
              </c:pt>
              <c:pt idx="645">
                <c:v>0.32102000000000003</c:v>
              </c:pt>
              <c:pt idx="646">
                <c:v>0.205708</c:v>
              </c:pt>
              <c:pt idx="647">
                <c:v>0.15063399999999999</c:v>
              </c:pt>
              <c:pt idx="648">
                <c:v>0.15681800000000001</c:v>
              </c:pt>
              <c:pt idx="649">
                <c:v>8.6834999999999996E-2</c:v>
              </c:pt>
              <c:pt idx="650">
                <c:v>5.5641999999999997E-2</c:v>
              </c:pt>
              <c:pt idx="651">
                <c:v>-0.10992399999999999</c:v>
              </c:pt>
              <c:pt idx="652">
                <c:v>0.13218099999999999</c:v>
              </c:pt>
              <c:pt idx="653">
                <c:v>0.14275599999999999</c:v>
              </c:pt>
              <c:pt idx="654">
                <c:v>-0.10181800000000001</c:v>
              </c:pt>
              <c:pt idx="655">
                <c:v>0.37645299999999998</c:v>
              </c:pt>
              <c:pt idx="656">
                <c:v>-0.39813500000000002</c:v>
              </c:pt>
              <c:pt idx="657">
                <c:v>-0.58177999999999996</c:v>
              </c:pt>
              <c:pt idx="658">
                <c:v>0.50976200000000005</c:v>
              </c:pt>
              <c:pt idx="659">
                <c:v>-0.29241400000000001</c:v>
              </c:pt>
              <c:pt idx="660">
                <c:v>0.27391900000000002</c:v>
              </c:pt>
              <c:pt idx="661">
                <c:v>-0.116426</c:v>
              </c:pt>
              <c:pt idx="662">
                <c:v>0.32147199999999998</c:v>
              </c:pt>
              <c:pt idx="663">
                <c:v>0.132524</c:v>
              </c:pt>
              <c:pt idx="664">
                <c:v>0.155887</c:v>
              </c:pt>
              <c:pt idx="665">
                <c:v>0.15488099999999999</c:v>
              </c:pt>
              <c:pt idx="666">
                <c:v>0.16017400000000001</c:v>
              </c:pt>
              <c:pt idx="667">
                <c:v>0.25571300000000002</c:v>
              </c:pt>
              <c:pt idx="668">
                <c:v>0.20296700000000001</c:v>
              </c:pt>
              <c:pt idx="669">
                <c:v>8.0546999999999994E-2</c:v>
              </c:pt>
              <c:pt idx="670">
                <c:v>9.7610000000000002E-2</c:v>
              </c:pt>
              <c:pt idx="671">
                <c:v>0.18016199999999999</c:v>
              </c:pt>
              <c:pt idx="672">
                <c:v>0.146035</c:v>
              </c:pt>
              <c:pt idx="673">
                <c:v>2.0711E-2</c:v>
              </c:pt>
              <c:pt idx="674">
                <c:v>-2.2831000000000001E-2</c:v>
              </c:pt>
              <c:pt idx="675">
                <c:v>7.4518000000000001E-2</c:v>
              </c:pt>
              <c:pt idx="676">
                <c:v>0.21898799999999999</c:v>
              </c:pt>
              <c:pt idx="677">
                <c:v>0.19494300000000001</c:v>
              </c:pt>
              <c:pt idx="678">
                <c:v>6.5795999999999993E-2</c:v>
              </c:pt>
              <c:pt idx="679">
                <c:v>4.3040000000000002E-2</c:v>
              </c:pt>
              <c:pt idx="680">
                <c:v>0.19686000000000001</c:v>
              </c:pt>
              <c:pt idx="681">
                <c:v>0.122007</c:v>
              </c:pt>
              <c:pt idx="682">
                <c:v>0.129634</c:v>
              </c:pt>
              <c:pt idx="683">
                <c:v>-0.145787</c:v>
              </c:pt>
              <c:pt idx="684">
                <c:v>0.125498</c:v>
              </c:pt>
              <c:pt idx="685">
                <c:v>0.141018</c:v>
              </c:pt>
              <c:pt idx="686">
                <c:v>-0.17188500000000001</c:v>
              </c:pt>
              <c:pt idx="687">
                <c:v>0.191797</c:v>
              </c:pt>
              <c:pt idx="688">
                <c:v>-0.14987300000000001</c:v>
              </c:pt>
              <c:pt idx="689">
                <c:v>-9.0831999999999996E-2</c:v>
              </c:pt>
              <c:pt idx="690">
                <c:v>-5.6974999999999998E-2</c:v>
              </c:pt>
              <c:pt idx="691">
                <c:v>0.208679</c:v>
              </c:pt>
              <c:pt idx="692">
                <c:v>-0.44345899999999999</c:v>
              </c:pt>
              <c:pt idx="693">
                <c:v>-0.15525900000000001</c:v>
              </c:pt>
              <c:pt idx="694">
                <c:v>-0.45670300000000003</c:v>
              </c:pt>
              <c:pt idx="695">
                <c:v>0.35701300000000002</c:v>
              </c:pt>
              <c:pt idx="696">
                <c:v>-0.20476900000000001</c:v>
              </c:pt>
              <c:pt idx="697">
                <c:v>8.1154000000000004E-2</c:v>
              </c:pt>
              <c:pt idx="698">
                <c:v>0.18129899999999999</c:v>
              </c:pt>
              <c:pt idx="699">
                <c:v>-0.139547</c:v>
              </c:pt>
              <c:pt idx="700">
                <c:v>0.19747400000000001</c:v>
              </c:pt>
              <c:pt idx="701">
                <c:v>0.103032</c:v>
              </c:pt>
              <c:pt idx="702">
                <c:v>7.3315000000000005E-2</c:v>
              </c:pt>
              <c:pt idx="703">
                <c:v>6.4966999999999997E-2</c:v>
              </c:pt>
              <c:pt idx="704">
                <c:v>4.1430000000000002E-2</c:v>
              </c:pt>
              <c:pt idx="705">
                <c:v>4.7924000000000001E-2</c:v>
              </c:pt>
              <c:pt idx="706">
                <c:v>0.121055</c:v>
              </c:pt>
              <c:pt idx="707">
                <c:v>8.6605000000000001E-2</c:v>
              </c:pt>
              <c:pt idx="708">
                <c:v>9.7793000000000005E-2</c:v>
              </c:pt>
              <c:pt idx="709">
                <c:v>7.1992E-2</c:v>
              </c:pt>
              <c:pt idx="710">
                <c:v>5.6587999999999999E-2</c:v>
              </c:pt>
              <c:pt idx="711">
                <c:v>0.28664899999999999</c:v>
              </c:pt>
              <c:pt idx="712">
                <c:v>0.633239</c:v>
              </c:pt>
              <c:pt idx="713">
                <c:v>-0.18305299999999999</c:v>
              </c:pt>
              <c:pt idx="714">
                <c:v>1.1170089999999999</c:v>
              </c:pt>
              <c:pt idx="715">
                <c:v>1.0022720000000001</c:v>
              </c:pt>
              <c:pt idx="716">
                <c:v>0.24295600000000001</c:v>
              </c:pt>
              <c:pt idx="717">
                <c:v>-0.238506</c:v>
              </c:pt>
              <c:pt idx="718">
                <c:v>0.14387900000000001</c:v>
              </c:pt>
              <c:pt idx="719">
                <c:v>0.131546</c:v>
              </c:pt>
              <c:pt idx="720">
                <c:v>0.15717</c:v>
              </c:pt>
              <c:pt idx="721">
                <c:v>4.6710000000000002E-2</c:v>
              </c:pt>
              <c:pt idx="722">
                <c:v>9.9214999999999998E-2</c:v>
              </c:pt>
              <c:pt idx="723">
                <c:v>0.120921</c:v>
              </c:pt>
              <c:pt idx="724">
                <c:v>0.14360100000000001</c:v>
              </c:pt>
              <c:pt idx="725">
                <c:v>-0.12870400000000001</c:v>
              </c:pt>
              <c:pt idx="726">
                <c:v>0.242754</c:v>
              </c:pt>
              <c:pt idx="727">
                <c:v>-0.409632</c:v>
              </c:pt>
              <c:pt idx="728">
                <c:v>-0.60149300000000006</c:v>
              </c:pt>
              <c:pt idx="729">
                <c:v>0.53472799999999998</c:v>
              </c:pt>
              <c:pt idx="730">
                <c:v>-0.37085099999999999</c:v>
              </c:pt>
              <c:pt idx="731">
                <c:v>0.27847699999999997</c:v>
              </c:pt>
              <c:pt idx="732">
                <c:v>-0.15175</c:v>
              </c:pt>
              <c:pt idx="733">
                <c:v>0.28508099999999997</c:v>
              </c:pt>
              <c:pt idx="734">
                <c:v>0.126745</c:v>
              </c:pt>
              <c:pt idx="735">
                <c:v>0.14863899999999999</c:v>
              </c:pt>
              <c:pt idx="736">
                <c:v>-0.13953199999999999</c:v>
              </c:pt>
              <c:pt idx="737">
                <c:v>-0.15324499999999999</c:v>
              </c:pt>
              <c:pt idx="738">
                <c:v>0.137516</c:v>
              </c:pt>
              <c:pt idx="739">
                <c:v>0.222608</c:v>
              </c:pt>
              <c:pt idx="740">
                <c:v>5.3476000000000003E-2</c:v>
              </c:pt>
              <c:pt idx="741">
                <c:v>0.14544699999999999</c:v>
              </c:pt>
              <c:pt idx="742">
                <c:v>7.9890000000000003E-2</c:v>
              </c:pt>
              <c:pt idx="743">
                <c:v>0.181089</c:v>
              </c:pt>
              <c:pt idx="744">
                <c:v>-3.0873000000000001E-2</c:v>
              </c:pt>
              <c:pt idx="745">
                <c:v>-2.7858000000000001E-2</c:v>
              </c:pt>
              <c:pt idx="746">
                <c:v>1.8932999999999998E-2</c:v>
              </c:pt>
              <c:pt idx="747">
                <c:v>-0.12070500000000001</c:v>
              </c:pt>
              <c:pt idx="748">
                <c:v>0.21016799999999999</c:v>
              </c:pt>
              <c:pt idx="749">
                <c:v>7.6025999999999996E-2</c:v>
              </c:pt>
              <c:pt idx="750">
                <c:v>-6.3937999999999995E-2</c:v>
              </c:pt>
              <c:pt idx="751">
                <c:v>-2.7505000000000002E-2</c:v>
              </c:pt>
              <c:pt idx="752">
                <c:v>0.18928500000000001</c:v>
              </c:pt>
              <c:pt idx="753">
                <c:v>0.135439</c:v>
              </c:pt>
              <c:pt idx="754">
                <c:v>-0.14538899999999999</c:v>
              </c:pt>
              <c:pt idx="755">
                <c:v>8.9183999999999999E-2</c:v>
              </c:pt>
              <c:pt idx="756">
                <c:v>0.13131599999999999</c:v>
              </c:pt>
              <c:pt idx="757">
                <c:v>-0.110096</c:v>
              </c:pt>
              <c:pt idx="758">
                <c:v>0.18005699999999999</c:v>
              </c:pt>
              <c:pt idx="759">
                <c:v>0.163551</c:v>
              </c:pt>
              <c:pt idx="760">
                <c:v>-0.115499</c:v>
              </c:pt>
              <c:pt idx="761">
                <c:v>-6.8354999999999999E-2</c:v>
              </c:pt>
              <c:pt idx="762">
                <c:v>-2.3723999999999999E-2</c:v>
              </c:pt>
              <c:pt idx="763">
                <c:v>-0.50148199999999998</c:v>
              </c:pt>
              <c:pt idx="764">
                <c:v>0.27733400000000002</c:v>
              </c:pt>
              <c:pt idx="765">
                <c:v>-0.17433499999999999</c:v>
              </c:pt>
              <c:pt idx="766">
                <c:v>-0.42760700000000001</c:v>
              </c:pt>
              <c:pt idx="767">
                <c:v>0.323598</c:v>
              </c:pt>
              <c:pt idx="768">
                <c:v>0.13231999999999999</c:v>
              </c:pt>
              <c:pt idx="769">
                <c:v>0.16115499999999999</c:v>
              </c:pt>
              <c:pt idx="770">
                <c:v>0.17499300000000001</c:v>
              </c:pt>
              <c:pt idx="771">
                <c:v>0.207959</c:v>
              </c:pt>
              <c:pt idx="772">
                <c:v>-0.16262399999999999</c:v>
              </c:pt>
              <c:pt idx="773">
                <c:v>-9.5848000000000003E-2</c:v>
              </c:pt>
              <c:pt idx="774">
                <c:v>5.8858000000000001E-2</c:v>
              </c:pt>
              <c:pt idx="775">
                <c:v>3.8656999999999997E-2</c:v>
              </c:pt>
              <c:pt idx="776">
                <c:v>4.4028999999999999E-2</c:v>
              </c:pt>
              <c:pt idx="777">
                <c:v>4.3464000000000003E-2</c:v>
              </c:pt>
              <c:pt idx="778">
                <c:v>0.110765</c:v>
              </c:pt>
              <c:pt idx="779">
                <c:v>0.10238999999999999</c:v>
              </c:pt>
              <c:pt idx="780">
                <c:v>8.8514999999999996E-2</c:v>
              </c:pt>
              <c:pt idx="781">
                <c:v>7.3858999999999994E-2</c:v>
              </c:pt>
              <c:pt idx="782">
                <c:v>0.15921399999999999</c:v>
              </c:pt>
              <c:pt idx="783">
                <c:v>0.49346200000000001</c:v>
              </c:pt>
              <c:pt idx="784">
                <c:v>0.61145099999999997</c:v>
              </c:pt>
              <c:pt idx="785">
                <c:v>0.60117900000000002</c:v>
              </c:pt>
              <c:pt idx="786">
                <c:v>1.09385</c:v>
              </c:pt>
              <c:pt idx="787">
                <c:v>0.31685999999999998</c:v>
              </c:pt>
              <c:pt idx="788">
                <c:v>-0.27059899999999998</c:v>
              </c:pt>
              <c:pt idx="789">
                <c:v>0.145285</c:v>
              </c:pt>
              <c:pt idx="790">
                <c:v>0.140261</c:v>
              </c:pt>
              <c:pt idx="791">
                <c:v>0.15063399999999999</c:v>
              </c:pt>
              <c:pt idx="792">
                <c:v>5.8955E-2</c:v>
              </c:pt>
              <c:pt idx="793">
                <c:v>4.9690999999999999E-2</c:v>
              </c:pt>
              <c:pt idx="794">
                <c:v>0.105653</c:v>
              </c:pt>
              <c:pt idx="795">
                <c:v>0.13919599999999999</c:v>
              </c:pt>
              <c:pt idx="796">
                <c:v>0.14355000000000001</c:v>
              </c:pt>
              <c:pt idx="797">
                <c:v>-0.14304500000000001</c:v>
              </c:pt>
              <c:pt idx="798">
                <c:v>-0.404999</c:v>
              </c:pt>
              <c:pt idx="799">
                <c:v>0.36188700000000001</c:v>
              </c:pt>
              <c:pt idx="800">
                <c:v>-0.60618000000000005</c:v>
              </c:pt>
              <c:pt idx="801">
                <c:v>0.54915700000000001</c:v>
              </c:pt>
              <c:pt idx="802">
                <c:v>0.25707200000000002</c:v>
              </c:pt>
              <c:pt idx="803">
                <c:v>0.26317299999999999</c:v>
              </c:pt>
              <c:pt idx="804">
                <c:v>-0.240978</c:v>
              </c:pt>
              <c:pt idx="805">
                <c:v>0.31828699999999999</c:v>
              </c:pt>
              <c:pt idx="806">
                <c:v>-9.1950000000000004E-2</c:v>
              </c:pt>
              <c:pt idx="807">
                <c:v>-0.15648999999999999</c:v>
              </c:pt>
              <c:pt idx="808">
                <c:v>0.156032</c:v>
              </c:pt>
              <c:pt idx="809">
                <c:v>0.14643800000000001</c:v>
              </c:pt>
              <c:pt idx="810">
                <c:v>0.216339</c:v>
              </c:pt>
              <c:pt idx="811">
                <c:v>-8.5764999999999994E-2</c:v>
              </c:pt>
              <c:pt idx="812">
                <c:v>0.108149</c:v>
              </c:pt>
              <c:pt idx="813">
                <c:v>0.101567</c:v>
              </c:pt>
              <c:pt idx="814">
                <c:v>0.201543</c:v>
              </c:pt>
              <c:pt idx="815">
                <c:v>0.15393999999999999</c:v>
              </c:pt>
              <c:pt idx="816">
                <c:v>-3.7213000000000003E-2</c:v>
              </c:pt>
              <c:pt idx="817">
                <c:v>-2.9314E-2</c:v>
              </c:pt>
              <c:pt idx="818">
                <c:v>7.5326000000000004E-2</c:v>
              </c:pt>
              <c:pt idx="819">
                <c:v>0.21054700000000001</c:v>
              </c:pt>
              <c:pt idx="820">
                <c:v>-0.115065</c:v>
              </c:pt>
              <c:pt idx="821">
                <c:v>6.9487999999999994E-2</c:v>
              </c:pt>
              <c:pt idx="822">
                <c:v>4.0216000000000002E-2</c:v>
              </c:pt>
              <c:pt idx="823">
                <c:v>0.18742</c:v>
              </c:pt>
              <c:pt idx="824">
                <c:v>0.13170100000000001</c:v>
              </c:pt>
              <c:pt idx="825">
                <c:v>0.120533</c:v>
              </c:pt>
              <c:pt idx="826">
                <c:v>-0.14077600000000001</c:v>
              </c:pt>
              <c:pt idx="827">
                <c:v>0.12850200000000001</c:v>
              </c:pt>
              <c:pt idx="828">
                <c:v>0.120393</c:v>
              </c:pt>
              <c:pt idx="829">
                <c:v>-0.12817000000000001</c:v>
              </c:pt>
              <c:pt idx="830">
                <c:v>0.18260999999999999</c:v>
              </c:pt>
              <c:pt idx="831">
                <c:v>0.15887200000000001</c:v>
              </c:pt>
              <c:pt idx="832">
                <c:v>8.2233000000000001E-2</c:v>
              </c:pt>
              <c:pt idx="833">
                <c:v>3.7675E-2</c:v>
              </c:pt>
              <c:pt idx="834">
                <c:v>-0.21740000000000001</c:v>
              </c:pt>
              <c:pt idx="835">
                <c:v>-0.493674</c:v>
              </c:pt>
              <c:pt idx="836">
                <c:v>-0.173896</c:v>
              </c:pt>
              <c:pt idx="837">
                <c:v>-0.53528600000000004</c:v>
              </c:pt>
              <c:pt idx="838">
                <c:v>0.34704200000000002</c:v>
              </c:pt>
              <c:pt idx="839">
                <c:v>-0.19497</c:v>
              </c:pt>
              <c:pt idx="840">
                <c:v>9.4700999999999994E-2</c:v>
              </c:pt>
              <c:pt idx="841">
                <c:v>0.154834</c:v>
              </c:pt>
              <c:pt idx="842">
                <c:v>-0.17910799999999999</c:v>
              </c:pt>
              <c:pt idx="843">
                <c:v>0.20388999999999999</c:v>
              </c:pt>
              <c:pt idx="844">
                <c:v>9.2211000000000001E-2</c:v>
              </c:pt>
              <c:pt idx="845">
                <c:v>7.0432999999999996E-2</c:v>
              </c:pt>
              <c:pt idx="846">
                <c:v>-4.6674E-2</c:v>
              </c:pt>
              <c:pt idx="847">
                <c:v>3.8080000000000003E-2</c:v>
              </c:pt>
              <c:pt idx="848">
                <c:v>5.6328000000000003E-2</c:v>
              </c:pt>
              <c:pt idx="849">
                <c:v>0.101814</c:v>
              </c:pt>
              <c:pt idx="850">
                <c:v>-9.7327999999999998E-2</c:v>
              </c:pt>
              <c:pt idx="851">
                <c:v>9.8236000000000004E-2</c:v>
              </c:pt>
              <c:pt idx="852">
                <c:v>7.0210999999999996E-2</c:v>
              </c:pt>
              <c:pt idx="853">
                <c:v>-5.6989999999999999E-2</c:v>
              </c:pt>
              <c:pt idx="854">
                <c:v>0.25855400000000001</c:v>
              </c:pt>
              <c:pt idx="855">
                <c:v>0.59436199999999995</c:v>
              </c:pt>
              <c:pt idx="856">
                <c:v>-0.202126</c:v>
              </c:pt>
              <c:pt idx="857">
                <c:v>1.1041970000000001</c:v>
              </c:pt>
              <c:pt idx="858">
                <c:v>1.022734</c:v>
              </c:pt>
              <c:pt idx="859">
                <c:v>0.20773900000000001</c:v>
              </c:pt>
              <c:pt idx="860">
                <c:v>-0.21954399999999999</c:v>
              </c:pt>
              <c:pt idx="861">
                <c:v>0.15001</c:v>
              </c:pt>
              <c:pt idx="862">
                <c:v>9.7364999999999993E-2</c:v>
              </c:pt>
              <c:pt idx="863">
                <c:v>0.15149599999999999</c:v>
              </c:pt>
              <c:pt idx="864">
                <c:v>4.7648000000000003E-2</c:v>
              </c:pt>
              <c:pt idx="865">
                <c:v>0.120348</c:v>
              </c:pt>
              <c:pt idx="866">
                <c:v>0.103935</c:v>
              </c:pt>
              <c:pt idx="867">
                <c:v>0.13944100000000001</c:v>
              </c:pt>
              <c:pt idx="868">
                <c:v>0.19497400000000001</c:v>
              </c:pt>
              <c:pt idx="869">
                <c:v>0.23202600000000001</c:v>
              </c:pt>
              <c:pt idx="870">
                <c:v>-0.40840700000000002</c:v>
              </c:pt>
              <c:pt idx="871">
                <c:v>2.4365000000000001E-2</c:v>
              </c:pt>
              <c:pt idx="872">
                <c:v>1.8922999999999999E-2</c:v>
              </c:pt>
              <c:pt idx="873">
                <c:v>2.0426E-2</c:v>
              </c:pt>
              <c:pt idx="874">
                <c:v>2.3893000000000001E-2</c:v>
              </c:pt>
              <c:pt idx="875">
                <c:v>1.5298000000000001E-2</c:v>
              </c:pt>
              <c:pt idx="876">
                <c:v>0.29472100000000001</c:v>
              </c:pt>
              <c:pt idx="877">
                <c:v>0.35937200000000002</c:v>
              </c:pt>
              <c:pt idx="878">
                <c:v>5.1406E-2</c:v>
              </c:pt>
              <c:pt idx="879">
                <c:v>-0.183779</c:v>
              </c:pt>
              <c:pt idx="880">
                <c:v>0.15229999999999999</c:v>
              </c:pt>
              <c:pt idx="881">
                <c:v>-0.13769100000000001</c:v>
              </c:pt>
              <c:pt idx="882">
                <c:v>0.11029799999999999</c:v>
              </c:pt>
              <c:pt idx="883">
                <c:v>6.4425999999999997E-2</c:v>
              </c:pt>
              <c:pt idx="884">
                <c:v>4.4103000000000003E-2</c:v>
              </c:pt>
              <c:pt idx="885">
                <c:v>6.4873E-2</c:v>
              </c:pt>
              <c:pt idx="886">
                <c:v>-0.15454599999999999</c:v>
              </c:pt>
              <c:pt idx="887">
                <c:v>0.113458</c:v>
              </c:pt>
              <c:pt idx="888">
                <c:v>-8.5635000000000003E-2</c:v>
              </c:pt>
              <c:pt idx="889">
                <c:v>6.2327E-2</c:v>
              </c:pt>
              <c:pt idx="890">
                <c:v>2.4039999999999999E-2</c:v>
              </c:pt>
              <c:pt idx="891">
                <c:v>0.28597600000000001</c:v>
              </c:pt>
              <c:pt idx="892">
                <c:v>0.303591</c:v>
              </c:pt>
              <c:pt idx="893">
                <c:v>0.25325700000000001</c:v>
              </c:pt>
              <c:pt idx="894">
                <c:v>0.20080500000000001</c:v>
              </c:pt>
              <c:pt idx="895">
                <c:v>-0.63463199999999997</c:v>
              </c:pt>
              <c:pt idx="896">
                <c:v>-0.202317</c:v>
              </c:pt>
              <c:pt idx="897">
                <c:v>0.14219300000000001</c:v>
              </c:pt>
              <c:pt idx="898">
                <c:v>-0.15951499999999999</c:v>
              </c:pt>
              <c:pt idx="899">
                <c:v>-0.14927499999999999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CABF-5846-A8CF-C6418A633DF3}"/>
            </c:ext>
          </c:extLst>
        </c:ser>
        <c:ser>
          <c:idx val="1"/>
          <c:order val="1"/>
          <c:tx>
            <c:v>下手</c:v>
          </c:tx>
          <c:spPr>
            <a:ln w="14288">
              <a:solidFill>
                <a:srgbClr val="FFB33F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900"/>
              <c:pt idx="0">
                <c:v>3.2226562E-2</c:v>
              </c:pt>
              <c:pt idx="1">
                <c:v>0.47167968700000001</c:v>
              </c:pt>
              <c:pt idx="2">
                <c:v>1.046875</c:v>
              </c:pt>
              <c:pt idx="3">
                <c:v>1.297851562</c:v>
              </c:pt>
              <c:pt idx="4">
                <c:v>1.697265625</c:v>
              </c:pt>
              <c:pt idx="5">
                <c:v>2.197265625</c:v>
              </c:pt>
              <c:pt idx="6">
                <c:v>2.708007812</c:v>
              </c:pt>
              <c:pt idx="7">
                <c:v>2.993164062</c:v>
              </c:pt>
              <c:pt idx="8">
                <c:v>3.602539062</c:v>
              </c:pt>
              <c:pt idx="9">
                <c:v>4.059570312</c:v>
              </c:pt>
              <c:pt idx="10">
                <c:v>4.287109375</c:v>
              </c:pt>
              <c:pt idx="11">
                <c:v>4.713867187</c:v>
              </c:pt>
              <c:pt idx="12">
                <c:v>5.07421875</c:v>
              </c:pt>
              <c:pt idx="13">
                <c:v>5.53125</c:v>
              </c:pt>
              <c:pt idx="14">
                <c:v>5.704101562</c:v>
              </c:pt>
              <c:pt idx="15">
                <c:v>6.462890625</c:v>
              </c:pt>
              <c:pt idx="16">
                <c:v>6.610351562</c:v>
              </c:pt>
              <c:pt idx="17">
                <c:v>6.93359375</c:v>
              </c:pt>
              <c:pt idx="18">
                <c:v>7.620117187</c:v>
              </c:pt>
              <c:pt idx="19">
                <c:v>7.885742187</c:v>
              </c:pt>
              <c:pt idx="20">
                <c:v>8.315429687</c:v>
              </c:pt>
              <c:pt idx="21">
                <c:v>8.543945312</c:v>
              </c:pt>
              <c:pt idx="22">
                <c:v>9.30078125</c:v>
              </c:pt>
              <c:pt idx="23">
                <c:v>9.473632812</c:v>
              </c:pt>
              <c:pt idx="24">
                <c:v>10.049804687</c:v>
              </c:pt>
              <c:pt idx="25">
                <c:v>10.372070312</c:v>
              </c:pt>
              <c:pt idx="26">
                <c:v>10.563476562</c:v>
              </c:pt>
              <c:pt idx="27">
                <c:v>11.225585937</c:v>
              </c:pt>
              <c:pt idx="28">
                <c:v>11.456054687</c:v>
              </c:pt>
              <c:pt idx="29">
                <c:v>11.956054687</c:v>
              </c:pt>
              <c:pt idx="30">
                <c:v>12.204101562</c:v>
              </c:pt>
              <c:pt idx="31">
                <c:v>12.876953125</c:v>
              </c:pt>
              <c:pt idx="32">
                <c:v>13.013671875</c:v>
              </c:pt>
              <c:pt idx="33">
                <c:v>13.408203125</c:v>
              </c:pt>
              <c:pt idx="34">
                <c:v>13.903320312</c:v>
              </c:pt>
              <c:pt idx="35">
                <c:v>14.295898437</c:v>
              </c:pt>
              <c:pt idx="36">
                <c:v>15.012695312</c:v>
              </c:pt>
              <c:pt idx="37">
                <c:v>15.155273437</c:v>
              </c:pt>
              <c:pt idx="38">
                <c:v>15.579101562</c:v>
              </c:pt>
              <c:pt idx="39">
                <c:v>15.912109375</c:v>
              </c:pt>
              <c:pt idx="40">
                <c:v>16.30078125</c:v>
              </c:pt>
              <c:pt idx="41">
                <c:v>16.727539062000002</c:v>
              </c:pt>
              <c:pt idx="42">
                <c:v>17.247070312000002</c:v>
              </c:pt>
              <c:pt idx="43">
                <c:v>17.783203125</c:v>
              </c:pt>
              <c:pt idx="44">
                <c:v>18.068359375</c:v>
              </c:pt>
              <c:pt idx="45">
                <c:v>18.287109375</c:v>
              </c:pt>
              <c:pt idx="46">
                <c:v>18.737304687000002</c:v>
              </c:pt>
              <c:pt idx="47">
                <c:v>19.461914062000002</c:v>
              </c:pt>
              <c:pt idx="48">
                <c:v>19.518554687000002</c:v>
              </c:pt>
              <c:pt idx="49">
                <c:v>19.919921875</c:v>
              </c:pt>
              <c:pt idx="50">
                <c:v>20.34375</c:v>
              </c:pt>
              <c:pt idx="51">
                <c:v>21.083984375</c:v>
              </c:pt>
              <c:pt idx="52">
                <c:v>21.180664062000002</c:v>
              </c:pt>
              <c:pt idx="53">
                <c:v>21.565429687000002</c:v>
              </c:pt>
              <c:pt idx="54">
                <c:v>22.104492187000002</c:v>
              </c:pt>
              <c:pt idx="55">
                <c:v>22.563476562000002</c:v>
              </c:pt>
              <c:pt idx="56">
                <c:v>23.077148437000002</c:v>
              </c:pt>
              <c:pt idx="57">
                <c:v>23.20703125</c:v>
              </c:pt>
              <c:pt idx="58">
                <c:v>23.846679687000002</c:v>
              </c:pt>
              <c:pt idx="59">
                <c:v>24.244140625</c:v>
              </c:pt>
              <c:pt idx="60">
                <c:v>24.375976562000002</c:v>
              </c:pt>
              <c:pt idx="61">
                <c:v>25.052734375</c:v>
              </c:pt>
              <c:pt idx="62">
                <c:v>25.314453125</c:v>
              </c:pt>
              <c:pt idx="63">
                <c:v>25.602539062000002</c:v>
              </c:pt>
              <c:pt idx="64">
                <c:v>26.071289062000002</c:v>
              </c:pt>
              <c:pt idx="65">
                <c:v>26.553710937000002</c:v>
              </c:pt>
              <c:pt idx="66">
                <c:v>26.83203125</c:v>
              </c:pt>
              <c:pt idx="67">
                <c:v>27.293945312000002</c:v>
              </c:pt>
              <c:pt idx="68">
                <c:v>27.786132812000002</c:v>
              </c:pt>
              <c:pt idx="69">
                <c:v>28.115234375</c:v>
              </c:pt>
              <c:pt idx="70">
                <c:v>28.477539062000002</c:v>
              </c:pt>
              <c:pt idx="71">
                <c:v>29.084960937000002</c:v>
              </c:pt>
              <c:pt idx="72">
                <c:v>29.60546875</c:v>
              </c:pt>
              <c:pt idx="73">
                <c:v>29.999023437000002</c:v>
              </c:pt>
              <c:pt idx="74">
                <c:v>30.060546875</c:v>
              </c:pt>
              <c:pt idx="75">
                <c:v>30.727539062000002</c:v>
              </c:pt>
              <c:pt idx="76">
                <c:v>31.133789062000002</c:v>
              </c:pt>
              <c:pt idx="77">
                <c:v>31.4140625</c:v>
              </c:pt>
              <c:pt idx="78">
                <c:v>32.061523436999998</c:v>
              </c:pt>
              <c:pt idx="79">
                <c:v>32.169921875</c:v>
              </c:pt>
              <c:pt idx="80">
                <c:v>32.872070311999998</c:v>
              </c:pt>
              <c:pt idx="81">
                <c:v>33.081054686999998</c:v>
              </c:pt>
              <c:pt idx="82">
                <c:v>33.318359375</c:v>
              </c:pt>
              <c:pt idx="83">
                <c:v>33.711914061999998</c:v>
              </c:pt>
              <c:pt idx="84">
                <c:v>34.171875</c:v>
              </c:pt>
              <c:pt idx="85">
                <c:v>34.704101561999998</c:v>
              </c:pt>
              <c:pt idx="86">
                <c:v>35.25</c:v>
              </c:pt>
              <c:pt idx="87">
                <c:v>35.345703125</c:v>
              </c:pt>
              <c:pt idx="88">
                <c:v>36.012695311999998</c:v>
              </c:pt>
              <c:pt idx="89">
                <c:v>36.256835936999998</c:v>
              </c:pt>
              <c:pt idx="90">
                <c:v>36.821289061999998</c:v>
              </c:pt>
              <c:pt idx="91">
                <c:v>37.0390625</c:v>
              </c:pt>
              <c:pt idx="92">
                <c:v>37.576171875</c:v>
              </c:pt>
              <c:pt idx="93">
                <c:v>38.140625</c:v>
              </c:pt>
              <c:pt idx="94">
                <c:v>38.571289061999998</c:v>
              </c:pt>
              <c:pt idx="95">
                <c:v>38.91015625</c:v>
              </c:pt>
              <c:pt idx="96">
                <c:v>39.0390625</c:v>
              </c:pt>
              <c:pt idx="97">
                <c:v>39.583984375</c:v>
              </c:pt>
              <c:pt idx="98">
                <c:v>39.918945311999998</c:v>
              </c:pt>
              <c:pt idx="99">
                <c:v>40.227539061999998</c:v>
              </c:pt>
              <c:pt idx="100">
                <c:v>40.666015625</c:v>
              </c:pt>
              <c:pt idx="101">
                <c:v>41.392578125</c:v>
              </c:pt>
              <c:pt idx="102">
                <c:v>41.712890625</c:v>
              </c:pt>
              <c:pt idx="103">
                <c:v>41.952148436999998</c:v>
              </c:pt>
              <c:pt idx="104">
                <c:v>42.547851561999998</c:v>
              </c:pt>
              <c:pt idx="105">
                <c:v>42.99609375</c:v>
              </c:pt>
              <c:pt idx="106">
                <c:v>43.061523436999998</c:v>
              </c:pt>
              <c:pt idx="107">
                <c:v>43.7734375</c:v>
              </c:pt>
              <c:pt idx="108">
                <c:v>43.903320311999998</c:v>
              </c:pt>
              <c:pt idx="109">
                <c:v>44.54296875</c:v>
              </c:pt>
              <c:pt idx="110">
                <c:v>44.752929686999998</c:v>
              </c:pt>
              <c:pt idx="111">
                <c:v>45.379882811999998</c:v>
              </c:pt>
              <c:pt idx="112">
                <c:v>45.604492186999998</c:v>
              </c:pt>
              <c:pt idx="113">
                <c:v>46.2890625</c:v>
              </c:pt>
              <c:pt idx="114">
                <c:v>46.427734375</c:v>
              </c:pt>
              <c:pt idx="115">
                <c:v>46.771484375</c:v>
              </c:pt>
              <c:pt idx="116">
                <c:v>47.33984375</c:v>
              </c:pt>
              <c:pt idx="117">
                <c:v>47.571289061999998</c:v>
              </c:pt>
              <c:pt idx="118">
                <c:v>48.017578125</c:v>
              </c:pt>
              <c:pt idx="119">
                <c:v>48.353515625</c:v>
              </c:pt>
              <c:pt idx="120">
                <c:v>48.78125</c:v>
              </c:pt>
              <c:pt idx="121">
                <c:v>49.51953125</c:v>
              </c:pt>
              <c:pt idx="122">
                <c:v>49.693359375</c:v>
              </c:pt>
              <c:pt idx="123">
                <c:v>49.956054686999998</c:v>
              </c:pt>
              <c:pt idx="124">
                <c:v>50.659179686999998</c:v>
              </c:pt>
              <c:pt idx="125">
                <c:v>50.822265625</c:v>
              </c:pt>
              <c:pt idx="126">
                <c:v>51.522460936999998</c:v>
              </c:pt>
              <c:pt idx="127">
                <c:v>51.630859375</c:v>
              </c:pt>
              <c:pt idx="128">
                <c:v>52.37890625</c:v>
              </c:pt>
              <c:pt idx="129">
                <c:v>52.776367186999998</c:v>
              </c:pt>
              <c:pt idx="130">
                <c:v>52.908203125</c:v>
              </c:pt>
              <c:pt idx="131">
                <c:v>53.584960936999998</c:v>
              </c:pt>
              <c:pt idx="132">
                <c:v>53.610351561999998</c:v>
              </c:pt>
              <c:pt idx="133">
                <c:v>54.133789061999998</c:v>
              </c:pt>
              <c:pt idx="134">
                <c:v>54.551757811999998</c:v>
              </c:pt>
              <c:pt idx="135">
                <c:v>55.091796875</c:v>
              </c:pt>
              <c:pt idx="136">
                <c:v>55.33984375</c:v>
              </c:pt>
              <c:pt idx="137">
                <c:v>55.827148436999998</c:v>
              </c:pt>
              <c:pt idx="138">
                <c:v>56.322265625</c:v>
              </c:pt>
              <c:pt idx="139">
                <c:v>56.655273436999998</c:v>
              </c:pt>
              <c:pt idx="140">
                <c:v>57.19140625</c:v>
              </c:pt>
              <c:pt idx="141">
                <c:v>57.6171875</c:v>
              </c:pt>
              <c:pt idx="142">
                <c:v>57.948242186999998</c:v>
              </c:pt>
              <c:pt idx="143">
                <c:v>58.341796875</c:v>
              </c:pt>
              <c:pt idx="144">
                <c:v>58.592773436999998</c:v>
              </c:pt>
              <c:pt idx="145">
                <c:v>59.010742186999998</c:v>
              </c:pt>
              <c:pt idx="146">
                <c:v>59.297851561999998</c:v>
              </c:pt>
              <c:pt idx="147">
                <c:v>60.022460936999998</c:v>
              </c:pt>
              <c:pt idx="148">
                <c:v>60.282226561999998</c:v>
              </c:pt>
              <c:pt idx="149">
                <c:v>60.591796875</c:v>
              </c:pt>
              <c:pt idx="150">
                <c:v>61.307617186999998</c:v>
              </c:pt>
              <c:pt idx="151">
                <c:v>61.611328125</c:v>
              </c:pt>
              <c:pt idx="152">
                <c:v>61.788085936999998</c:v>
              </c:pt>
              <c:pt idx="153">
                <c:v>62.205078125</c:v>
              </c:pt>
              <c:pt idx="154">
                <c:v>62.622070311999998</c:v>
              </c:pt>
              <c:pt idx="155">
                <c:v>63.234375</c:v>
              </c:pt>
              <c:pt idx="156">
                <c:v>63.634765625</c:v>
              </c:pt>
              <c:pt idx="157">
                <c:v>63.977539061999998</c:v>
              </c:pt>
              <c:pt idx="158">
                <c:v>64.19140625</c:v>
              </c:pt>
              <c:pt idx="159">
                <c:v>64.788085937000005</c:v>
              </c:pt>
              <c:pt idx="160">
                <c:v>65.05078125</c:v>
              </c:pt>
              <c:pt idx="161">
                <c:v>65.483398437000005</c:v>
              </c:pt>
              <c:pt idx="162">
                <c:v>65.877929687000005</c:v>
              </c:pt>
              <c:pt idx="163">
                <c:v>66.46875</c:v>
              </c:pt>
              <c:pt idx="164">
                <c:v>66.674804687000005</c:v>
              </c:pt>
              <c:pt idx="165">
                <c:v>67.25390625</c:v>
              </c:pt>
              <c:pt idx="166">
                <c:v>67.575195312000005</c:v>
              </c:pt>
              <c:pt idx="167">
                <c:v>67.890625</c:v>
              </c:pt>
              <c:pt idx="168">
                <c:v>68.451171875</c:v>
              </c:pt>
              <c:pt idx="169">
                <c:v>68.685546875</c:v>
              </c:pt>
              <c:pt idx="170">
                <c:v>69.197265625</c:v>
              </c:pt>
              <c:pt idx="171">
                <c:v>69.657226562000005</c:v>
              </c:pt>
              <c:pt idx="172">
                <c:v>70.245117187000005</c:v>
              </c:pt>
              <c:pt idx="173">
                <c:v>70.483398437000005</c:v>
              </c:pt>
              <c:pt idx="174">
                <c:v>70.891601562000005</c:v>
              </c:pt>
              <c:pt idx="175">
                <c:v>71.072265625</c:v>
              </c:pt>
              <c:pt idx="176">
                <c:v>71.529296875</c:v>
              </c:pt>
              <c:pt idx="177">
                <c:v>72.266601562000005</c:v>
              </c:pt>
              <c:pt idx="178">
                <c:v>72.30859375</c:v>
              </c:pt>
              <c:pt idx="179">
                <c:v>73.078125</c:v>
              </c:pt>
              <c:pt idx="180">
                <c:v>73.145507812000005</c:v>
              </c:pt>
              <c:pt idx="181">
                <c:v>73.538085937000005</c:v>
              </c:pt>
              <c:pt idx="182">
                <c:v>73.959960937000005</c:v>
              </c:pt>
              <c:pt idx="183">
                <c:v>74.719726562000005</c:v>
              </c:pt>
              <c:pt idx="184">
                <c:v>74.959960937000005</c:v>
              </c:pt>
              <c:pt idx="185">
                <c:v>75.248046875</c:v>
              </c:pt>
              <c:pt idx="186">
                <c:v>75.94140625</c:v>
              </c:pt>
              <c:pt idx="187">
                <c:v>75.954101562000005</c:v>
              </c:pt>
              <c:pt idx="188">
                <c:v>76.655273437000005</c:v>
              </c:pt>
              <c:pt idx="189">
                <c:v>77.08984375</c:v>
              </c:pt>
              <c:pt idx="190">
                <c:v>77.396484375</c:v>
              </c:pt>
              <c:pt idx="191">
                <c:v>77.612304687000005</c:v>
              </c:pt>
              <c:pt idx="192">
                <c:v>78.310546875</c:v>
              </c:pt>
              <c:pt idx="193">
                <c:v>78.744140625</c:v>
              </c:pt>
              <c:pt idx="194">
                <c:v>79.166015625</c:v>
              </c:pt>
              <c:pt idx="195">
                <c:v>79.2734375</c:v>
              </c:pt>
              <c:pt idx="196">
                <c:v>79.729492187000005</c:v>
              </c:pt>
              <c:pt idx="197">
                <c:v>80.243164062000005</c:v>
              </c:pt>
              <c:pt idx="198">
                <c:v>80.465820312000005</c:v>
              </c:pt>
              <c:pt idx="199">
                <c:v>80.9765625</c:v>
              </c:pt>
              <c:pt idx="200">
                <c:v>81.548828125</c:v>
              </c:pt>
              <c:pt idx="201">
                <c:v>82.03125</c:v>
              </c:pt>
              <c:pt idx="202">
                <c:v>82.223632812000005</c:v>
              </c:pt>
              <c:pt idx="203">
                <c:v>82.485351562000005</c:v>
              </c:pt>
              <c:pt idx="204">
                <c:v>83.189453125</c:v>
              </c:pt>
              <c:pt idx="205">
                <c:v>83.6484375</c:v>
              </c:pt>
              <c:pt idx="206">
                <c:v>83.915039062000005</c:v>
              </c:pt>
              <c:pt idx="207">
                <c:v>84.465820312000005</c:v>
              </c:pt>
              <c:pt idx="208">
                <c:v>84.49609375</c:v>
              </c:pt>
              <c:pt idx="209">
                <c:v>84.876953125</c:v>
              </c:pt>
              <c:pt idx="210">
                <c:v>85.288085937000005</c:v>
              </c:pt>
              <c:pt idx="211">
                <c:v>85.784179687000005</c:v>
              </c:pt>
              <c:pt idx="212">
                <c:v>86.379882812000005</c:v>
              </c:pt>
              <c:pt idx="213">
                <c:v>86.897460937000005</c:v>
              </c:pt>
              <c:pt idx="214">
                <c:v>87.1875</c:v>
              </c:pt>
              <c:pt idx="215">
                <c:v>87.606445312000005</c:v>
              </c:pt>
              <c:pt idx="216">
                <c:v>87.8984375</c:v>
              </c:pt>
              <c:pt idx="217">
                <c:v>88.235351562000005</c:v>
              </c:pt>
              <c:pt idx="218">
                <c:v>88.92578125</c:v>
              </c:pt>
              <c:pt idx="219">
                <c:v>89.236328125</c:v>
              </c:pt>
              <c:pt idx="220">
                <c:v>89.344726562000005</c:v>
              </c:pt>
              <c:pt idx="221">
                <c:v>90.098632812000005</c:v>
              </c:pt>
              <c:pt idx="222">
                <c:v>90.255859375</c:v>
              </c:pt>
              <c:pt idx="223">
                <c:v>90.608398437000005</c:v>
              </c:pt>
              <c:pt idx="224">
                <c:v>91.0390625</c:v>
              </c:pt>
              <c:pt idx="225">
                <c:v>91.405273437000005</c:v>
              </c:pt>
              <c:pt idx="226">
                <c:v>91.874023437000005</c:v>
              </c:pt>
              <c:pt idx="227">
                <c:v>92.517578125</c:v>
              </c:pt>
              <c:pt idx="228">
                <c:v>92.672851562000005</c:v>
              </c:pt>
              <c:pt idx="229">
                <c:v>93.368164062000005</c:v>
              </c:pt>
              <c:pt idx="230">
                <c:v>93.4296875</c:v>
              </c:pt>
              <c:pt idx="231">
                <c:v>94.124023437000005</c:v>
              </c:pt>
              <c:pt idx="232">
                <c:v>94.270507812000005</c:v>
              </c:pt>
              <c:pt idx="233">
                <c:v>94.752929687000005</c:v>
              </c:pt>
              <c:pt idx="234">
                <c:v>95.313476562000005</c:v>
              </c:pt>
              <c:pt idx="235">
                <c:v>95.74609375</c:v>
              </c:pt>
              <c:pt idx="236">
                <c:v>96.212890625</c:v>
              </c:pt>
              <c:pt idx="237">
                <c:v>96.404296875</c:v>
              </c:pt>
              <c:pt idx="238">
                <c:v>96.758789062000005</c:v>
              </c:pt>
              <c:pt idx="239">
                <c:v>97.09765625</c:v>
              </c:pt>
              <c:pt idx="240">
                <c:v>97.840820312000005</c:v>
              </c:pt>
              <c:pt idx="241">
                <c:v>97.903320312000005</c:v>
              </c:pt>
              <c:pt idx="242">
                <c:v>98.6796875</c:v>
              </c:pt>
              <c:pt idx="243">
                <c:v>98.888671875</c:v>
              </c:pt>
              <c:pt idx="244">
                <c:v>99.125976562000005</c:v>
              </c:pt>
              <c:pt idx="245">
                <c:v>99.716796875</c:v>
              </c:pt>
              <c:pt idx="246">
                <c:v>100.17578125</c:v>
              </c:pt>
              <c:pt idx="247">
                <c:v>100.359375</c:v>
              </c:pt>
              <c:pt idx="248">
                <c:v>100.95800781200001</c:v>
              </c:pt>
              <c:pt idx="249">
                <c:v>101.15917968700001</c:v>
              </c:pt>
              <c:pt idx="250">
                <c:v>101.79589843700001</c:v>
              </c:pt>
              <c:pt idx="251">
                <c:v>101.9375</c:v>
              </c:pt>
              <c:pt idx="252">
                <c:v>102.388671875</c:v>
              </c:pt>
              <c:pt idx="253">
                <c:v>102.83300781200001</c:v>
              </c:pt>
              <c:pt idx="254">
                <c:v>103.52246093700001</c:v>
              </c:pt>
              <c:pt idx="255">
                <c:v>103.658203125</c:v>
              </c:pt>
              <c:pt idx="256">
                <c:v>104.00390625</c:v>
              </c:pt>
              <c:pt idx="257">
                <c:v>104.65527343700001</c:v>
              </c:pt>
              <c:pt idx="258">
                <c:v>104.845703125</c:v>
              </c:pt>
              <c:pt idx="259">
                <c:v>105.36035156200001</c:v>
              </c:pt>
              <c:pt idx="260">
                <c:v>105.67480468700001</c:v>
              </c:pt>
              <c:pt idx="261">
                <c:v>106.10253906200001</c:v>
              </c:pt>
              <c:pt idx="262">
                <c:v>106.77441406200001</c:v>
              </c:pt>
              <c:pt idx="263">
                <c:v>107.06152343700001</c:v>
              </c:pt>
              <c:pt idx="264">
                <c:v>107.45214843700001</c:v>
              </c:pt>
              <c:pt idx="265">
                <c:v>107.98144531200001</c:v>
              </c:pt>
              <c:pt idx="266">
                <c:v>108.40332031200001</c:v>
              </c:pt>
              <c:pt idx="267">
                <c:v>108.44238281200001</c:v>
              </c:pt>
              <c:pt idx="268">
                <c:v>108.953125</c:v>
              </c:pt>
              <c:pt idx="269">
                <c:v>109.359375</c:v>
              </c:pt>
              <c:pt idx="270">
                <c:v>110.0234375</c:v>
              </c:pt>
              <c:pt idx="271">
                <c:v>110.25390625</c:v>
              </c:pt>
              <c:pt idx="272">
                <c:v>110.857421875</c:v>
              </c:pt>
              <c:pt idx="273">
                <c:v>110.92675781200001</c:v>
              </c:pt>
              <c:pt idx="274">
                <c:v>111.322265625</c:v>
              </c:pt>
              <c:pt idx="275">
                <c:v>111.953125</c:v>
              </c:pt>
              <c:pt idx="276">
                <c:v>112.42675781200001</c:v>
              </c:pt>
              <c:pt idx="277">
                <c:v>112.70800781200001</c:v>
              </c:pt>
              <c:pt idx="278">
                <c:v>113.169921875</c:v>
              </c:pt>
              <c:pt idx="279">
                <c:v>113.666015625</c:v>
              </c:pt>
              <c:pt idx="280">
                <c:v>113.99316406200001</c:v>
              </c:pt>
              <c:pt idx="281">
                <c:v>114.154296875</c:v>
              </c:pt>
              <c:pt idx="282">
                <c:v>114.59472656200001</c:v>
              </c:pt>
              <c:pt idx="283">
                <c:v>115.32324218700001</c:v>
              </c:pt>
              <c:pt idx="284">
                <c:v>115.69238281200001</c:v>
              </c:pt>
              <c:pt idx="285">
                <c:v>115.93847656200001</c:v>
              </c:pt>
              <c:pt idx="286">
                <c:v>116.31152343700001</c:v>
              </c:pt>
              <c:pt idx="287">
                <c:v>116.603515625</c:v>
              </c:pt>
              <c:pt idx="288">
                <c:v>116.96191406200001</c:v>
              </c:pt>
              <c:pt idx="289">
                <c:v>117.67285156200001</c:v>
              </c:pt>
              <c:pt idx="290">
                <c:v>117.9375</c:v>
              </c:pt>
              <c:pt idx="291">
                <c:v>118.19238281200001</c:v>
              </c:pt>
              <c:pt idx="292">
                <c:v>118.95800781200001</c:v>
              </c:pt>
              <c:pt idx="293">
                <c:v>119.13378906200001</c:v>
              </c:pt>
              <c:pt idx="294">
                <c:v>119.544921875</c:v>
              </c:pt>
              <c:pt idx="295">
                <c:v>119.97265625</c:v>
              </c:pt>
              <c:pt idx="296">
                <c:v>120.28125</c:v>
              </c:pt>
              <c:pt idx="297">
                <c:v>120.982421875</c:v>
              </c:pt>
              <c:pt idx="298">
                <c:v>121.32519531200001</c:v>
              </c:pt>
              <c:pt idx="299">
                <c:v>121.45214843700001</c:v>
              </c:pt>
              <c:pt idx="300">
                <c:v>122.138671875</c:v>
              </c:pt>
              <c:pt idx="301">
                <c:v>122.40136718700001</c:v>
              </c:pt>
              <c:pt idx="302">
                <c:v>122.70410156200001</c:v>
              </c:pt>
              <c:pt idx="303">
                <c:v>123.06152343700001</c:v>
              </c:pt>
              <c:pt idx="304">
                <c:v>123.8203125</c:v>
              </c:pt>
              <c:pt idx="305">
                <c:v>123.9921875</c:v>
              </c:pt>
              <c:pt idx="306">
                <c:v>124.57128906200001</c:v>
              </c:pt>
              <c:pt idx="307">
                <c:v>124.89160156200001</c:v>
              </c:pt>
              <c:pt idx="308">
                <c:v>125.08300781200001</c:v>
              </c:pt>
              <c:pt idx="309">
                <c:v>125.72949218700001</c:v>
              </c:pt>
              <c:pt idx="310">
                <c:v>125.96972656200001</c:v>
              </c:pt>
              <c:pt idx="311">
                <c:v>126.47558593700001</c:v>
              </c:pt>
              <c:pt idx="312">
                <c:v>126.74316406200001</c:v>
              </c:pt>
              <c:pt idx="313">
                <c:v>127.46386718700001</c:v>
              </c:pt>
              <c:pt idx="314">
                <c:v>127.76171875</c:v>
              </c:pt>
              <c:pt idx="315">
                <c:v>128.169921875</c:v>
              </c:pt>
              <c:pt idx="316">
                <c:v>128.4140625</c:v>
              </c:pt>
              <c:pt idx="317">
                <c:v>128.81347656200001</c:v>
              </c:pt>
              <c:pt idx="318">
                <c:v>129.546875</c:v>
              </c:pt>
              <c:pt idx="319">
                <c:v>129.60058593700001</c:v>
              </c:pt>
              <c:pt idx="320">
                <c:v>130.1015625</c:v>
              </c:pt>
              <c:pt idx="321">
                <c:v>130.43847656200001</c:v>
              </c:pt>
              <c:pt idx="322">
                <c:v>130.82128906200001</c:v>
              </c:pt>
              <c:pt idx="323">
                <c:v>131.19824218700001</c:v>
              </c:pt>
              <c:pt idx="324">
                <c:v>131.93847656200001</c:v>
              </c:pt>
              <c:pt idx="325">
                <c:v>132.23828125</c:v>
              </c:pt>
              <c:pt idx="326">
                <c:v>132.52832031200001</c:v>
              </c:pt>
              <c:pt idx="327">
                <c:v>133.19238281200001</c:v>
              </c:pt>
              <c:pt idx="328">
                <c:v>133.22363281200001</c:v>
              </c:pt>
              <c:pt idx="329">
                <c:v>133.93652343700001</c:v>
              </c:pt>
              <c:pt idx="330">
                <c:v>134.25</c:v>
              </c:pt>
              <c:pt idx="331">
                <c:v>134.67578125</c:v>
              </c:pt>
              <c:pt idx="332">
                <c:v>134.841796875</c:v>
              </c:pt>
              <c:pt idx="333">
                <c:v>135.591796875</c:v>
              </c:pt>
              <c:pt idx="334">
                <c:v>135.75390625</c:v>
              </c:pt>
              <c:pt idx="335">
                <c:v>136.20996093700001</c:v>
              </c:pt>
              <c:pt idx="336">
                <c:v>136.56542968700001</c:v>
              </c:pt>
              <c:pt idx="337">
                <c:v>137.02246093700001</c:v>
              </c:pt>
              <c:pt idx="338">
                <c:v>137.498046875</c:v>
              </c:pt>
              <c:pt idx="339">
                <c:v>137.67089843700001</c:v>
              </c:pt>
              <c:pt idx="340">
                <c:v>138.29980468700001</c:v>
              </c:pt>
              <c:pt idx="341">
                <c:v>138.830078125</c:v>
              </c:pt>
              <c:pt idx="342">
                <c:v>139.228515625</c:v>
              </c:pt>
              <c:pt idx="343">
                <c:v>139.50292968700001</c:v>
              </c:pt>
              <c:pt idx="344">
                <c:v>139.76855468700001</c:v>
              </c:pt>
              <c:pt idx="345">
                <c:v>140.47949218700001</c:v>
              </c:pt>
              <c:pt idx="346">
                <c:v>140.52050781200001</c:v>
              </c:pt>
              <c:pt idx="347">
                <c:v>141.287109375</c:v>
              </c:pt>
              <c:pt idx="348">
                <c:v>141.39550781200001</c:v>
              </c:pt>
              <c:pt idx="349">
                <c:v>141.74902343700001</c:v>
              </c:pt>
              <c:pt idx="350">
                <c:v>142.240234375</c:v>
              </c:pt>
              <c:pt idx="351">
                <c:v>142.57421875</c:v>
              </c:pt>
              <c:pt idx="352">
                <c:v>143.115234375</c:v>
              </c:pt>
              <c:pt idx="353">
                <c:v>143.546875</c:v>
              </c:pt>
              <c:pt idx="354">
                <c:v>144.06738281200001</c:v>
              </c:pt>
              <c:pt idx="355">
                <c:v>144.517578125</c:v>
              </c:pt>
              <c:pt idx="356">
                <c:v>144.89453125</c:v>
              </c:pt>
              <c:pt idx="357">
                <c:v>145.18652343700001</c:v>
              </c:pt>
              <c:pt idx="358">
                <c:v>145.40625</c:v>
              </c:pt>
              <c:pt idx="359">
                <c:v>146.19433593700001</c:v>
              </c:pt>
              <c:pt idx="360">
                <c:v>146.515625</c:v>
              </c:pt>
              <c:pt idx="361">
                <c:v>146.609375</c:v>
              </c:pt>
              <c:pt idx="362">
                <c:v>147.37890625</c:v>
              </c:pt>
              <c:pt idx="363">
                <c:v>147.53613281200001</c:v>
              </c:pt>
              <c:pt idx="364">
                <c:v>147.890625</c:v>
              </c:pt>
              <c:pt idx="365">
                <c:v>148.326171875</c:v>
              </c:pt>
              <c:pt idx="366">
                <c:v>148.693359375</c:v>
              </c:pt>
              <c:pt idx="367">
                <c:v>149.16308593700001</c:v>
              </c:pt>
              <c:pt idx="368">
                <c:v>149.81152343700001</c:v>
              </c:pt>
              <c:pt idx="369">
                <c:v>149.90722656200001</c:v>
              </c:pt>
              <c:pt idx="370">
                <c:v>150.66503906200001</c:v>
              </c:pt>
              <c:pt idx="371">
                <c:v>150.7265625</c:v>
              </c:pt>
              <c:pt idx="372">
                <c:v>151.42480468700001</c:v>
              </c:pt>
              <c:pt idx="373">
                <c:v>151.50390625</c:v>
              </c:pt>
              <c:pt idx="374">
                <c:v>152.05078125</c:v>
              </c:pt>
              <c:pt idx="375">
                <c:v>152.60058593700001</c:v>
              </c:pt>
              <c:pt idx="376">
                <c:v>153.037109375</c:v>
              </c:pt>
              <c:pt idx="377">
                <c:v>153.5</c:v>
              </c:pt>
              <c:pt idx="378">
                <c:v>153.525390625</c:v>
              </c:pt>
              <c:pt idx="379">
                <c:v>154.06640625</c:v>
              </c:pt>
              <c:pt idx="380">
                <c:v>154.380859375</c:v>
              </c:pt>
              <c:pt idx="381">
                <c:v>155.123046875</c:v>
              </c:pt>
              <c:pt idx="382">
                <c:v>155.134765625</c:v>
              </c:pt>
              <c:pt idx="383">
                <c:v>155.78027343700001</c:v>
              </c:pt>
              <c:pt idx="384">
                <c:v>156.17285156200001</c:v>
              </c:pt>
              <c:pt idx="385">
                <c:v>156.41015625</c:v>
              </c:pt>
              <c:pt idx="386">
                <c:v>156.818359375</c:v>
              </c:pt>
              <c:pt idx="387">
                <c:v>157.46582031200001</c:v>
              </c:pt>
              <c:pt idx="388">
                <c:v>157.591796875</c:v>
              </c:pt>
              <c:pt idx="389">
                <c:v>158.33691406200001</c:v>
              </c:pt>
              <c:pt idx="390">
                <c:v>158.39453125</c:v>
              </c:pt>
              <c:pt idx="391">
                <c:v>159.09765625</c:v>
              </c:pt>
              <c:pt idx="392">
                <c:v>159.2421875</c:v>
              </c:pt>
              <c:pt idx="393">
                <c:v>159.873046875</c:v>
              </c:pt>
              <c:pt idx="394">
                <c:v>160.09277343700001</c:v>
              </c:pt>
              <c:pt idx="395">
                <c:v>160.77832031200001</c:v>
              </c:pt>
              <c:pt idx="396">
                <c:v>160.916015625</c:v>
              </c:pt>
              <c:pt idx="397">
                <c:v>161.26269531200001</c:v>
              </c:pt>
              <c:pt idx="398">
                <c:v>161.90332031200001</c:v>
              </c:pt>
              <c:pt idx="399">
                <c:v>162.056640625</c:v>
              </c:pt>
              <c:pt idx="400">
                <c:v>162.56347656200001</c:v>
              </c:pt>
              <c:pt idx="401">
                <c:v>162.99902343700001</c:v>
              </c:pt>
              <c:pt idx="402">
                <c:v>163.30566406200001</c:v>
              </c:pt>
              <c:pt idx="403">
                <c:v>164.04296875</c:v>
              </c:pt>
              <c:pt idx="404">
                <c:v>164.22265625</c:v>
              </c:pt>
              <c:pt idx="405">
                <c:v>164.84765625</c:v>
              </c:pt>
              <c:pt idx="406">
                <c:v>164.88964843700001</c:v>
              </c:pt>
              <c:pt idx="407">
                <c:v>165.66308593700001</c:v>
              </c:pt>
              <c:pt idx="408">
                <c:v>166.080078125</c:v>
              </c:pt>
              <c:pt idx="409">
                <c:v>166.17480468700001</c:v>
              </c:pt>
              <c:pt idx="410">
                <c:v>166.88769531200001</c:v>
              </c:pt>
              <c:pt idx="411">
                <c:v>167.31640625</c:v>
              </c:pt>
              <c:pt idx="412">
                <c:v>167.45800781200001</c:v>
              </c:pt>
              <c:pt idx="413">
                <c:v>168.12890625</c:v>
              </c:pt>
              <c:pt idx="414">
                <c:v>168.130859375</c:v>
              </c:pt>
              <c:pt idx="415">
                <c:v>168.546875</c:v>
              </c:pt>
              <c:pt idx="416">
                <c:v>169.15332031200001</c:v>
              </c:pt>
              <c:pt idx="417">
                <c:v>169.63574218700001</c:v>
              </c:pt>
              <c:pt idx="418">
                <c:v>169.88769531200001</c:v>
              </c:pt>
              <c:pt idx="419">
                <c:v>170.37597656200001</c:v>
              </c:pt>
              <c:pt idx="420">
                <c:v>170.96972656200001</c:v>
              </c:pt>
              <c:pt idx="421">
                <c:v>171.20214843700001</c:v>
              </c:pt>
              <c:pt idx="422">
                <c:v>171.71582031200001</c:v>
              </c:pt>
              <c:pt idx="423">
                <c:v>171.8046875</c:v>
              </c:pt>
              <c:pt idx="424">
                <c:v>172.296875</c:v>
              </c:pt>
              <c:pt idx="425">
                <c:v>172.90722656200001</c:v>
              </c:pt>
              <c:pt idx="426">
                <c:v>173.22949218700001</c:v>
              </c:pt>
              <c:pt idx="427">
                <c:v>173.56933593700001</c:v>
              </c:pt>
              <c:pt idx="428">
                <c:v>173.82128906200001</c:v>
              </c:pt>
              <c:pt idx="429">
                <c:v>174.580078125</c:v>
              </c:pt>
              <c:pt idx="430">
                <c:v>174.88964843700001</c:v>
              </c:pt>
              <c:pt idx="431">
                <c:v>175.19824218700001</c:v>
              </c:pt>
              <c:pt idx="432">
                <c:v>175.45410156200001</c:v>
              </c:pt>
              <c:pt idx="433">
                <c:v>176.21875</c:v>
              </c:pt>
              <c:pt idx="434">
                <c:v>176.45605468700001</c:v>
              </c:pt>
              <c:pt idx="435">
                <c:v>176.794921875</c:v>
              </c:pt>
              <c:pt idx="436">
                <c:v>177.236328125</c:v>
              </c:pt>
              <c:pt idx="437">
                <c:v>177.54394531200001</c:v>
              </c:pt>
              <c:pt idx="438">
                <c:v>177.87988281200001</c:v>
              </c:pt>
              <c:pt idx="439">
                <c:v>178.591796875</c:v>
              </c:pt>
              <c:pt idx="440">
                <c:v>178.75097656200001</c:v>
              </c:pt>
              <c:pt idx="441">
                <c:v>179.41699218700001</c:v>
              </c:pt>
              <c:pt idx="442">
                <c:v>179.68261718700001</c:v>
              </c:pt>
              <c:pt idx="443">
                <c:v>180.115234375</c:v>
              </c:pt>
              <c:pt idx="444">
                <c:v>180.341796875</c:v>
              </c:pt>
              <c:pt idx="445">
                <c:v>181.08886718700001</c:v>
              </c:pt>
              <c:pt idx="446">
                <c:v>181.29589843700001</c:v>
              </c:pt>
              <c:pt idx="447">
                <c:v>181.875</c:v>
              </c:pt>
              <c:pt idx="448">
                <c:v>182.19433593700001</c:v>
              </c:pt>
              <c:pt idx="449">
                <c:v>182.38574218700001</c:v>
              </c:pt>
              <c:pt idx="450">
                <c:v>182.76855468700001</c:v>
              </c:pt>
              <c:pt idx="451">
                <c:v>183.17480468700001</c:v>
              </c:pt>
              <c:pt idx="452">
                <c:v>183.82519531200001</c:v>
              </c:pt>
              <c:pt idx="453">
                <c:v>183.96777343700001</c:v>
              </c:pt>
              <c:pt idx="454">
                <c:v>184.73339843700001</c:v>
              </c:pt>
              <c:pt idx="455">
                <c:v>185.11425781200001</c:v>
              </c:pt>
              <c:pt idx="456">
                <c:v>185.52050781200001</c:v>
              </c:pt>
              <c:pt idx="457">
                <c:v>185.76855468700001</c:v>
              </c:pt>
              <c:pt idx="458">
                <c:v>186.173828125</c:v>
              </c:pt>
              <c:pt idx="459">
                <c:v>186.44628906200001</c:v>
              </c:pt>
              <c:pt idx="460">
                <c:v>187.02246093700001</c:v>
              </c:pt>
              <c:pt idx="461">
                <c:v>187.220703125</c:v>
              </c:pt>
              <c:pt idx="462">
                <c:v>187.814453125</c:v>
              </c:pt>
              <c:pt idx="463">
                <c:v>188.203125</c:v>
              </c:pt>
              <c:pt idx="464">
                <c:v>188.53808593700001</c:v>
              </c:pt>
              <c:pt idx="465">
                <c:v>188.869140625</c:v>
              </c:pt>
              <c:pt idx="466">
                <c:v>189.640625</c:v>
              </c:pt>
              <c:pt idx="467">
                <c:v>189.93066406200001</c:v>
              </c:pt>
              <c:pt idx="468">
                <c:v>190.09765625</c:v>
              </c:pt>
              <c:pt idx="469">
                <c:v>190.62597656200001</c:v>
              </c:pt>
              <c:pt idx="470">
                <c:v>190.99121093700001</c:v>
              </c:pt>
              <c:pt idx="471">
                <c:v>191.31347656200001</c:v>
              </c:pt>
              <c:pt idx="472">
                <c:v>191.78027343700001</c:v>
              </c:pt>
              <c:pt idx="473">
                <c:v>192.095703125</c:v>
              </c:pt>
              <c:pt idx="474">
                <c:v>192.82128906200001</c:v>
              </c:pt>
              <c:pt idx="475">
                <c:v>193.00292968700001</c:v>
              </c:pt>
              <c:pt idx="476">
                <c:v>193.64160156200001</c:v>
              </c:pt>
              <c:pt idx="477">
                <c:v>193.88671875</c:v>
              </c:pt>
              <c:pt idx="478">
                <c:v>194.45800781200001</c:v>
              </c:pt>
              <c:pt idx="479">
                <c:v>194.86425781200001</c:v>
              </c:pt>
              <c:pt idx="480">
                <c:v>194.97265625</c:v>
              </c:pt>
              <c:pt idx="481">
                <c:v>195.73144531200001</c:v>
              </c:pt>
              <c:pt idx="482">
                <c:v>196.12890625</c:v>
              </c:pt>
              <c:pt idx="483">
                <c:v>196.263671875</c:v>
              </c:pt>
              <c:pt idx="484">
                <c:v>196.94238281200001</c:v>
              </c:pt>
              <c:pt idx="485">
                <c:v>196.966796875</c:v>
              </c:pt>
              <c:pt idx="486">
                <c:v>197.4296875</c:v>
              </c:pt>
              <c:pt idx="487">
                <c:v>197.9609375</c:v>
              </c:pt>
              <c:pt idx="488">
                <c:v>198.44042968700001</c:v>
              </c:pt>
              <c:pt idx="489">
                <c:v>198.71875</c:v>
              </c:pt>
              <c:pt idx="490">
                <c:v>199.18359375</c:v>
              </c:pt>
              <c:pt idx="491">
                <c:v>199.68066406200001</c:v>
              </c:pt>
              <c:pt idx="492">
                <c:v>199.841796875</c:v>
              </c:pt>
              <c:pt idx="493">
                <c:v>200.35449218700001</c:v>
              </c:pt>
              <c:pt idx="494">
                <c:v>200.98535156200001</c:v>
              </c:pt>
              <c:pt idx="495">
                <c:v>201.10839843700001</c:v>
              </c:pt>
              <c:pt idx="496">
                <c:v>201.78125</c:v>
              </c:pt>
              <c:pt idx="497">
                <c:v>202.04003906200001</c:v>
              </c:pt>
              <c:pt idx="498">
                <c:v>202.337890625</c:v>
              </c:pt>
              <c:pt idx="499">
                <c:v>202.669921875</c:v>
              </c:pt>
              <c:pt idx="500">
                <c:v>203.3671875</c:v>
              </c:pt>
              <c:pt idx="501">
                <c:v>203.658203125</c:v>
              </c:pt>
              <c:pt idx="502">
                <c:v>203.966796875</c:v>
              </c:pt>
              <c:pt idx="503">
                <c:v>204.66796875</c:v>
              </c:pt>
              <c:pt idx="504">
                <c:v>204.98828125</c:v>
              </c:pt>
              <c:pt idx="505">
                <c:v>205.16308593700001</c:v>
              </c:pt>
              <c:pt idx="506">
                <c:v>205.57421875</c:v>
              </c:pt>
              <c:pt idx="507">
                <c:v>206.03027343700001</c:v>
              </c:pt>
              <c:pt idx="508">
                <c:v>206.56347656200001</c:v>
              </c:pt>
              <c:pt idx="509">
                <c:v>207.115234375</c:v>
              </c:pt>
              <c:pt idx="510">
                <c:v>207.20996093700001</c:v>
              </c:pt>
              <c:pt idx="511">
                <c:v>207.53125</c:v>
              </c:pt>
              <c:pt idx="512">
                <c:v>208.173828125</c:v>
              </c:pt>
              <c:pt idx="513">
                <c:v>208.4140625</c:v>
              </c:pt>
              <c:pt idx="514">
                <c:v>208.83105468700001</c:v>
              </c:pt>
              <c:pt idx="515">
                <c:v>209.46582031200001</c:v>
              </c:pt>
              <c:pt idx="516">
                <c:v>209.833984375</c:v>
              </c:pt>
              <c:pt idx="517">
                <c:v>210</c:v>
              </c:pt>
              <c:pt idx="518">
                <c:v>210.76953125</c:v>
              </c:pt>
              <c:pt idx="519">
                <c:v>210.8984375</c:v>
              </c:pt>
              <c:pt idx="520">
                <c:v>211.224609375</c:v>
              </c:pt>
              <c:pt idx="521">
                <c:v>211.787109375</c:v>
              </c:pt>
              <c:pt idx="522">
                <c:v>212.015625</c:v>
              </c:pt>
              <c:pt idx="523">
                <c:v>212.52832031200001</c:v>
              </c:pt>
              <c:pt idx="524">
                <c:v>213.18652343700001</c:v>
              </c:pt>
              <c:pt idx="525">
                <c:v>213.57714843700001</c:v>
              </c:pt>
              <c:pt idx="526">
                <c:v>213.81542968700001</c:v>
              </c:pt>
              <c:pt idx="527">
                <c:v>214.22363281200001</c:v>
              </c:pt>
              <c:pt idx="528">
                <c:v>214.474609375</c:v>
              </c:pt>
              <c:pt idx="529">
                <c:v>214.884765625</c:v>
              </c:pt>
              <c:pt idx="530">
                <c:v>215.62890625</c:v>
              </c:pt>
              <c:pt idx="531">
                <c:v>215.89550781200001</c:v>
              </c:pt>
              <c:pt idx="532">
                <c:v>216.19824218700001</c:v>
              </c:pt>
              <c:pt idx="533">
                <c:v>216.53417968700001</c:v>
              </c:pt>
              <c:pt idx="534">
                <c:v>216.92578125</c:v>
              </c:pt>
              <c:pt idx="535">
                <c:v>217.30078125</c:v>
              </c:pt>
              <c:pt idx="536">
                <c:v>217.822265625</c:v>
              </c:pt>
              <c:pt idx="537">
                <c:v>218.408203125</c:v>
              </c:pt>
              <c:pt idx="538">
                <c:v>218.701171875</c:v>
              </c:pt>
              <c:pt idx="539">
                <c:v>218.916015625</c:v>
              </c:pt>
              <c:pt idx="540">
                <c:v>219.38183593700001</c:v>
              </c:pt>
              <c:pt idx="541">
                <c:v>220.08203125</c:v>
              </c:pt>
              <c:pt idx="542">
                <c:v>220.111328125</c:v>
              </c:pt>
              <c:pt idx="543">
                <c:v>220.54589843700001</c:v>
              </c:pt>
              <c:pt idx="544">
                <c:v>220.96972656200001</c:v>
              </c:pt>
              <c:pt idx="545">
                <c:v>221.71484375</c:v>
              </c:pt>
              <c:pt idx="546">
                <c:v>222.05175781200001</c:v>
              </c:pt>
              <c:pt idx="547">
                <c:v>222.234375</c:v>
              </c:pt>
              <c:pt idx="548">
                <c:v>222.78125</c:v>
              </c:pt>
              <c:pt idx="549">
                <c:v>223.2421875</c:v>
              </c:pt>
              <c:pt idx="550">
                <c:v>223.65917968700001</c:v>
              </c:pt>
              <c:pt idx="551">
                <c:v>223.986328125</c:v>
              </c:pt>
              <c:pt idx="552">
                <c:v>224.5</c:v>
              </c:pt>
              <c:pt idx="553">
                <c:v>224.939453125</c:v>
              </c:pt>
              <c:pt idx="554">
                <c:v>225.07128906200001</c:v>
              </c:pt>
              <c:pt idx="555">
                <c:v>225.779296875</c:v>
              </c:pt>
              <c:pt idx="556">
                <c:v>226.01953125</c:v>
              </c:pt>
              <c:pt idx="557">
                <c:v>226.30761718700001</c:v>
              </c:pt>
              <c:pt idx="558">
                <c:v>226.79785156200001</c:v>
              </c:pt>
              <c:pt idx="559">
                <c:v>227.28515625</c:v>
              </c:pt>
              <c:pt idx="560">
                <c:v>227.55859375</c:v>
              </c:pt>
              <c:pt idx="561">
                <c:v>228.01953125</c:v>
              </c:pt>
              <c:pt idx="562">
                <c:v>228.40136718700001</c:v>
              </c:pt>
              <c:pt idx="563">
                <c:v>228.84863281200001</c:v>
              </c:pt>
              <c:pt idx="564">
                <c:v>229.05371093700001</c:v>
              </c:pt>
              <c:pt idx="565">
                <c:v>229.50292968700001</c:v>
              </c:pt>
              <c:pt idx="566">
                <c:v>230.19824218700001</c:v>
              </c:pt>
              <c:pt idx="567">
                <c:v>230.62890625</c:v>
              </c:pt>
              <c:pt idx="568">
                <c:v>230.888671875</c:v>
              </c:pt>
              <c:pt idx="569">
                <c:v>231.48046875</c:v>
              </c:pt>
              <c:pt idx="570">
                <c:v>231.515625</c:v>
              </c:pt>
              <c:pt idx="571">
                <c:v>232.26074218700001</c:v>
              </c:pt>
              <c:pt idx="572">
                <c:v>232.51660156200001</c:v>
              </c:pt>
              <c:pt idx="573">
                <c:v>232.82421875</c:v>
              </c:pt>
              <c:pt idx="574">
                <c:v>233.50390625</c:v>
              </c:pt>
              <c:pt idx="575">
                <c:v>233.84472656200001</c:v>
              </c:pt>
              <c:pt idx="576">
                <c:v>234.01953125</c:v>
              </c:pt>
              <c:pt idx="577">
                <c:v>234.4296875</c:v>
              </c:pt>
              <c:pt idx="578">
                <c:v>234.859375</c:v>
              </c:pt>
              <c:pt idx="579">
                <c:v>235.16796875</c:v>
              </c:pt>
              <c:pt idx="580">
                <c:v>235.94238281200001</c:v>
              </c:pt>
              <c:pt idx="581">
                <c:v>236.03515625</c:v>
              </c:pt>
              <c:pt idx="582">
                <c:v>236.38769531200001</c:v>
              </c:pt>
              <c:pt idx="583">
                <c:v>237.001953125</c:v>
              </c:pt>
              <c:pt idx="584">
                <c:v>237.33203125</c:v>
              </c:pt>
              <c:pt idx="585">
                <c:v>237.63378906200001</c:v>
              </c:pt>
              <c:pt idx="586">
                <c:v>237.9921875</c:v>
              </c:pt>
              <c:pt idx="587">
                <c:v>238.71777343700001</c:v>
              </c:pt>
              <c:pt idx="588">
                <c:v>238.921875</c:v>
              </c:pt>
              <c:pt idx="589">
                <c:v>239.498046875</c:v>
              </c:pt>
              <c:pt idx="590">
                <c:v>239.8203125</c:v>
              </c:pt>
              <c:pt idx="591">
                <c:v>240.01074218700001</c:v>
              </c:pt>
              <c:pt idx="592">
                <c:v>240.70605468700001</c:v>
              </c:pt>
              <c:pt idx="593">
                <c:v>240.875</c:v>
              </c:pt>
              <c:pt idx="594">
                <c:v>241.44921875</c:v>
              </c:pt>
              <c:pt idx="595">
                <c:v>241.802734375</c:v>
              </c:pt>
              <c:pt idx="596">
                <c:v>242.421875</c:v>
              </c:pt>
              <c:pt idx="597">
                <c:v>242.73828125</c:v>
              </c:pt>
              <c:pt idx="598">
                <c:v>242.90136718700001</c:v>
              </c:pt>
              <c:pt idx="599">
                <c:v>243.33203125</c:v>
              </c:pt>
              <c:pt idx="600">
                <c:v>243.814453125</c:v>
              </c:pt>
              <c:pt idx="601">
                <c:v>244.08984375</c:v>
              </c:pt>
              <c:pt idx="602">
                <c:v>244.83886718700001</c:v>
              </c:pt>
              <c:pt idx="603">
                <c:v>245.13964843700001</c:v>
              </c:pt>
              <c:pt idx="604">
                <c:v>245.47558593700001</c:v>
              </c:pt>
              <c:pt idx="605">
                <c:v>245.833984375</c:v>
              </c:pt>
              <c:pt idx="606">
                <c:v>246.22265625</c:v>
              </c:pt>
              <c:pt idx="607">
                <c:v>246.54785156200001</c:v>
              </c:pt>
              <c:pt idx="608">
                <c:v>247.19433593700001</c:v>
              </c:pt>
              <c:pt idx="609">
                <c:v>247.32910156200001</c:v>
              </c:pt>
              <c:pt idx="610">
                <c:v>247.837890625</c:v>
              </c:pt>
              <c:pt idx="611">
                <c:v>248.30761718700001</c:v>
              </c:pt>
              <c:pt idx="612">
                <c:v>248.73925781200001</c:v>
              </c:pt>
              <c:pt idx="613">
                <c:v>249.001953125</c:v>
              </c:pt>
              <c:pt idx="614">
                <c:v>249.46386718700001</c:v>
              </c:pt>
              <c:pt idx="615">
                <c:v>249.76953125</c:v>
              </c:pt>
              <c:pt idx="616">
                <c:v>250.509765625</c:v>
              </c:pt>
              <c:pt idx="617">
                <c:v>250.97558593700001</c:v>
              </c:pt>
              <c:pt idx="618">
                <c:v>251.36425781200001</c:v>
              </c:pt>
              <c:pt idx="619">
                <c:v>251.72265625</c:v>
              </c:pt>
              <c:pt idx="620">
                <c:v>252.18359375</c:v>
              </c:pt>
              <c:pt idx="621">
                <c:v>252.58886718700001</c:v>
              </c:pt>
              <c:pt idx="622">
                <c:v>252.70019531200001</c:v>
              </c:pt>
              <c:pt idx="623">
                <c:v>253.412109375</c:v>
              </c:pt>
              <c:pt idx="624">
                <c:v>253.75292968700001</c:v>
              </c:pt>
              <c:pt idx="625">
                <c:v>253.986328125</c:v>
              </c:pt>
              <c:pt idx="626">
                <c:v>254.623046875</c:v>
              </c:pt>
              <c:pt idx="627">
                <c:v>254.69628906200001</c:v>
              </c:pt>
              <c:pt idx="628">
                <c:v>255.06738281200001</c:v>
              </c:pt>
              <c:pt idx="629">
                <c:v>255.65625</c:v>
              </c:pt>
              <c:pt idx="630">
                <c:v>256.12890625</c:v>
              </c:pt>
              <c:pt idx="631">
                <c:v>256.48046875</c:v>
              </c:pt>
              <c:pt idx="632">
                <c:v>256.943359375</c:v>
              </c:pt>
              <c:pt idx="633">
                <c:v>257.359375</c:v>
              </c:pt>
              <c:pt idx="634">
                <c:v>257.5</c:v>
              </c:pt>
              <c:pt idx="635">
                <c:v>257.935546875</c:v>
              </c:pt>
              <c:pt idx="636">
                <c:v>258.56738281200001</c:v>
              </c:pt>
              <c:pt idx="637">
                <c:v>258.759765625</c:v>
              </c:pt>
              <c:pt idx="638">
                <c:v>259.5</c:v>
              </c:pt>
              <c:pt idx="639">
                <c:v>259.81640625</c:v>
              </c:pt>
              <c:pt idx="640">
                <c:v>260.16015625</c:v>
              </c:pt>
              <c:pt idx="641">
                <c:v>260.412109375</c:v>
              </c:pt>
              <c:pt idx="642">
                <c:v>260.80859375</c:v>
              </c:pt>
              <c:pt idx="643">
                <c:v>261.48730468700001</c:v>
              </c:pt>
              <c:pt idx="644">
                <c:v>261.796875</c:v>
              </c:pt>
              <c:pt idx="645">
                <c:v>261.97363281200001</c:v>
              </c:pt>
              <c:pt idx="646">
                <c:v>262.66015625</c:v>
              </c:pt>
              <c:pt idx="647">
                <c:v>262.81738281200001</c:v>
              </c:pt>
              <c:pt idx="648">
                <c:v>263.171875</c:v>
              </c:pt>
              <c:pt idx="649">
                <c:v>263.828125</c:v>
              </c:pt>
              <c:pt idx="650">
                <c:v>264.080078125</c:v>
              </c:pt>
              <c:pt idx="651">
                <c:v>264.43359375</c:v>
              </c:pt>
              <c:pt idx="652">
                <c:v>264.98730468700001</c:v>
              </c:pt>
              <c:pt idx="653">
                <c:v>265.24707031200001</c:v>
              </c:pt>
              <c:pt idx="654">
                <c:v>265.98828125</c:v>
              </c:pt>
              <c:pt idx="655">
                <c:v>266.04785156200001</c:v>
              </c:pt>
              <c:pt idx="656">
                <c:v>266.61816406200001</c:v>
              </c:pt>
              <c:pt idx="657">
                <c:v>266.8359375</c:v>
              </c:pt>
              <c:pt idx="658">
                <c:v>267.373046875</c:v>
              </c:pt>
              <c:pt idx="659">
                <c:v>267.93847656200001</c:v>
              </c:pt>
              <c:pt idx="660">
                <c:v>268.37011718700001</c:v>
              </c:pt>
              <c:pt idx="661">
                <c:v>268.837890625</c:v>
              </c:pt>
              <c:pt idx="662">
                <c:v>268.865234375</c:v>
              </c:pt>
              <c:pt idx="663">
                <c:v>269.412109375</c:v>
              </c:pt>
              <c:pt idx="664">
                <c:v>269.72265625</c:v>
              </c:pt>
              <c:pt idx="665">
                <c:v>270.466796875</c:v>
              </c:pt>
              <c:pt idx="666">
                <c:v>270.47558593700001</c:v>
              </c:pt>
              <c:pt idx="667">
                <c:v>271.17480468700001</c:v>
              </c:pt>
              <c:pt idx="668">
                <c:v>271.63574218700001</c:v>
              </c:pt>
              <c:pt idx="669">
                <c:v>271.75683593700001</c:v>
              </c:pt>
              <c:pt idx="670">
                <c:v>272.35839843700001</c:v>
              </c:pt>
              <c:pt idx="671">
                <c:v>272.83984375</c:v>
              </c:pt>
              <c:pt idx="672">
                <c:v>272.90625</c:v>
              </c:pt>
              <c:pt idx="673">
                <c:v>273.63574218700001</c:v>
              </c:pt>
              <c:pt idx="674">
                <c:v>273.72167968700001</c:v>
              </c:pt>
              <c:pt idx="675">
                <c:v>274.44824218700001</c:v>
              </c:pt>
              <c:pt idx="676">
                <c:v>274.5390625</c:v>
              </c:pt>
              <c:pt idx="677">
                <c:v>275.287109375</c:v>
              </c:pt>
              <c:pt idx="678">
                <c:v>275.5625</c:v>
              </c:pt>
              <c:pt idx="679">
                <c:v>276.046875</c:v>
              </c:pt>
              <c:pt idx="680">
                <c:v>276.341796875</c:v>
              </c:pt>
              <c:pt idx="681">
                <c:v>276.63574218700001</c:v>
              </c:pt>
              <c:pt idx="682">
                <c:v>277.22167968700001</c:v>
              </c:pt>
              <c:pt idx="683">
                <c:v>277.48535156200001</c:v>
              </c:pt>
              <c:pt idx="684">
                <c:v>277.95703125</c:v>
              </c:pt>
              <c:pt idx="685">
                <c:v>278.29980468700001</c:v>
              </c:pt>
              <c:pt idx="686">
                <c:v>278.72558593700001</c:v>
              </c:pt>
              <c:pt idx="687">
                <c:v>279.3984375</c:v>
              </c:pt>
              <c:pt idx="688">
                <c:v>279.70605468700001</c:v>
              </c:pt>
              <c:pt idx="689">
                <c:v>279.9453125</c:v>
              </c:pt>
              <c:pt idx="690">
                <c:v>280.59082031200001</c:v>
              </c:pt>
              <c:pt idx="691">
                <c:v>280.865234375</c:v>
              </c:pt>
              <c:pt idx="692">
                <c:v>281.16015625</c:v>
              </c:pt>
              <c:pt idx="693">
                <c:v>281.57910156200001</c:v>
              </c:pt>
              <c:pt idx="694">
                <c:v>281.90332031200001</c:v>
              </c:pt>
              <c:pt idx="695">
                <c:v>282.43261718700001</c:v>
              </c:pt>
              <c:pt idx="696">
                <c:v>283.00390625</c:v>
              </c:pt>
              <c:pt idx="697">
                <c:v>283.404296875</c:v>
              </c:pt>
              <c:pt idx="698">
                <c:v>283.6875</c:v>
              </c:pt>
              <c:pt idx="699">
                <c:v>283.958984375</c:v>
              </c:pt>
              <c:pt idx="700">
                <c:v>284.287109375</c:v>
              </c:pt>
              <c:pt idx="701">
                <c:v>284.7265625</c:v>
              </c:pt>
              <c:pt idx="702">
                <c:v>285.431640625</c:v>
              </c:pt>
              <c:pt idx="703">
                <c:v>285.521484375</c:v>
              </c:pt>
              <c:pt idx="704">
                <c:v>285.982421875</c:v>
              </c:pt>
              <c:pt idx="705">
                <c:v>286.42285156200001</c:v>
              </c:pt>
              <c:pt idx="706">
                <c:v>286.81738281200001</c:v>
              </c:pt>
              <c:pt idx="707">
                <c:v>287.431640625</c:v>
              </c:pt>
              <c:pt idx="708">
                <c:v>287.931640625</c:v>
              </c:pt>
              <c:pt idx="709">
                <c:v>288.337890625</c:v>
              </c:pt>
              <c:pt idx="710">
                <c:v>288.61035156200001</c:v>
              </c:pt>
              <c:pt idx="711">
                <c:v>288.86816406200001</c:v>
              </c:pt>
              <c:pt idx="712">
                <c:v>289.17089843700001</c:v>
              </c:pt>
              <c:pt idx="713">
                <c:v>289.61035156200001</c:v>
              </c:pt>
              <c:pt idx="714">
                <c:v>290.279296875</c:v>
              </c:pt>
              <c:pt idx="715">
                <c:v>290.734375</c:v>
              </c:pt>
              <c:pt idx="716">
                <c:v>290.810546875</c:v>
              </c:pt>
              <c:pt idx="717">
                <c:v>291.52636718700001</c:v>
              </c:pt>
              <c:pt idx="718">
                <c:v>291.830078125</c:v>
              </c:pt>
              <c:pt idx="719">
                <c:v>292.005859375</c:v>
              </c:pt>
              <c:pt idx="720">
                <c:v>292.421875</c:v>
              </c:pt>
              <c:pt idx="721">
                <c:v>292.84375</c:v>
              </c:pt>
              <c:pt idx="722">
                <c:v>293.47265625</c:v>
              </c:pt>
              <c:pt idx="723">
                <c:v>294.009765625</c:v>
              </c:pt>
              <c:pt idx="724">
                <c:v>294.10253906200001</c:v>
              </c:pt>
              <c:pt idx="725">
                <c:v>294.81542968700001</c:v>
              </c:pt>
              <c:pt idx="726">
                <c:v>295.015625</c:v>
              </c:pt>
              <c:pt idx="727">
                <c:v>295.3515625</c:v>
              </c:pt>
              <c:pt idx="728">
                <c:v>295.77050781200001</c:v>
              </c:pt>
              <c:pt idx="729">
                <c:v>296.18457031200001</c:v>
              </c:pt>
              <c:pt idx="730">
                <c:v>296.74609375</c:v>
              </c:pt>
              <c:pt idx="731">
                <c:v>296.95214843700001</c:v>
              </c:pt>
              <c:pt idx="732">
                <c:v>297.53417968700001</c:v>
              </c:pt>
              <c:pt idx="733">
                <c:v>297.8515625</c:v>
              </c:pt>
              <c:pt idx="734">
                <c:v>298.177734375</c:v>
              </c:pt>
              <c:pt idx="735">
                <c:v>298.73925781200001</c:v>
              </c:pt>
              <c:pt idx="736">
                <c:v>298.91113281200001</c:v>
              </c:pt>
              <c:pt idx="737">
                <c:v>299.48046875</c:v>
              </c:pt>
              <c:pt idx="738">
                <c:v>299.833984375</c:v>
              </c:pt>
              <c:pt idx="739">
                <c:v>300.45410156200001</c:v>
              </c:pt>
              <c:pt idx="740">
                <c:v>300.7421875</c:v>
              </c:pt>
              <c:pt idx="741">
                <c:v>300.93359375</c:v>
              </c:pt>
              <c:pt idx="742">
                <c:v>301.37792968700001</c:v>
              </c:pt>
              <c:pt idx="743">
                <c:v>301.865234375</c:v>
              </c:pt>
              <c:pt idx="744">
                <c:v>302.341796875</c:v>
              </c:pt>
              <c:pt idx="745">
                <c:v>302.91503906200001</c:v>
              </c:pt>
              <c:pt idx="746">
                <c:v>302.9609375</c:v>
              </c:pt>
              <c:pt idx="747">
                <c:v>303.486328125</c:v>
              </c:pt>
              <c:pt idx="748">
                <c:v>303.947265625</c:v>
              </c:pt>
              <c:pt idx="749">
                <c:v>304.36328125</c:v>
              </c:pt>
              <c:pt idx="750">
                <c:v>304.59765625</c:v>
              </c:pt>
              <c:pt idx="751">
                <c:v>305.33203125</c:v>
              </c:pt>
              <c:pt idx="752">
                <c:v>305.427734375</c:v>
              </c:pt>
              <c:pt idx="753">
                <c:v>305.802734375</c:v>
              </c:pt>
              <c:pt idx="754">
                <c:v>306.43066406200001</c:v>
              </c:pt>
              <c:pt idx="755">
                <c:v>306.77441406200001</c:v>
              </c:pt>
              <c:pt idx="756">
                <c:v>307.10058593700001</c:v>
              </c:pt>
              <c:pt idx="757">
                <c:v>307.53613281200001</c:v>
              </c:pt>
              <c:pt idx="758">
                <c:v>307.841796875</c:v>
              </c:pt>
              <c:pt idx="759">
                <c:v>308.58496093700001</c:v>
              </c:pt>
              <c:pt idx="760">
                <c:v>308.82714843700001</c:v>
              </c:pt>
              <c:pt idx="761">
                <c:v>309.07324218700001</c:v>
              </c:pt>
              <c:pt idx="762">
                <c:v>309.841796875</c:v>
              </c:pt>
              <c:pt idx="763">
                <c:v>309.9375</c:v>
              </c:pt>
              <c:pt idx="764">
                <c:v>310.3046875</c:v>
              </c:pt>
              <c:pt idx="765">
                <c:v>310.69921875</c:v>
              </c:pt>
              <c:pt idx="766">
                <c:v>311.248046875</c:v>
              </c:pt>
              <c:pt idx="767">
                <c:v>311.83300781200001</c:v>
              </c:pt>
              <c:pt idx="768">
                <c:v>312.123046875</c:v>
              </c:pt>
              <c:pt idx="769">
                <c:v>312.65234375</c:v>
              </c:pt>
              <c:pt idx="770">
                <c:v>312.806640625</c:v>
              </c:pt>
              <c:pt idx="771">
                <c:v>313.20996093700001</c:v>
              </c:pt>
              <c:pt idx="772">
                <c:v>313.82421875</c:v>
              </c:pt>
              <c:pt idx="773">
                <c:v>314.28808593700001</c:v>
              </c:pt>
              <c:pt idx="774">
                <c:v>314.548828125</c:v>
              </c:pt>
              <c:pt idx="775">
                <c:v>315.099609375</c:v>
              </c:pt>
              <c:pt idx="776">
                <c:v>315.51464843700001</c:v>
              </c:pt>
              <c:pt idx="777">
                <c:v>315.935546875</c:v>
              </c:pt>
              <c:pt idx="778">
                <c:v>316.14550781200001</c:v>
              </c:pt>
              <c:pt idx="779">
                <c:v>316.447265625</c:v>
              </c:pt>
              <c:pt idx="780">
                <c:v>317.05566406200001</c:v>
              </c:pt>
              <c:pt idx="781">
                <c:v>317.57128906200001</c:v>
              </c:pt>
              <c:pt idx="782">
                <c:v>317.74121093700001</c:v>
              </c:pt>
              <c:pt idx="783">
                <c:v>318.00292968700001</c:v>
              </c:pt>
              <c:pt idx="784">
                <c:v>318.677734375</c:v>
              </c:pt>
              <c:pt idx="785">
                <c:v>318.99316406200001</c:v>
              </c:pt>
              <c:pt idx="786">
                <c:v>319.36035156200001</c:v>
              </c:pt>
              <c:pt idx="787">
                <c:v>319.953125</c:v>
              </c:pt>
              <c:pt idx="788">
                <c:v>320.03027343700001</c:v>
              </c:pt>
              <c:pt idx="789">
                <c:v>320.81640625</c:v>
              </c:pt>
              <c:pt idx="790">
                <c:v>320.97265625</c:v>
              </c:pt>
              <c:pt idx="791">
                <c:v>321.328125</c:v>
              </c:pt>
              <c:pt idx="792">
                <c:v>321.958984375</c:v>
              </c:pt>
              <c:pt idx="793">
                <c:v>322.10449218700001</c:v>
              </c:pt>
              <c:pt idx="794">
                <c:v>322.5859375</c:v>
              </c:pt>
              <c:pt idx="795">
                <c:v>323.125</c:v>
              </c:pt>
              <c:pt idx="796">
                <c:v>323.33496093700001</c:v>
              </c:pt>
              <c:pt idx="797">
                <c:v>323.9453125</c:v>
              </c:pt>
              <c:pt idx="798">
                <c:v>324.20703125</c:v>
              </c:pt>
              <c:pt idx="799">
                <c:v>324.490234375</c:v>
              </c:pt>
              <c:pt idx="800">
                <c:v>325.06738281200001</c:v>
              </c:pt>
              <c:pt idx="801">
                <c:v>325.318359375</c:v>
              </c:pt>
              <c:pt idx="802">
                <c:v>326.06347656200001</c:v>
              </c:pt>
              <c:pt idx="803">
                <c:v>326.49609375</c:v>
              </c:pt>
              <c:pt idx="804">
                <c:v>326.86230468700001</c:v>
              </c:pt>
              <c:pt idx="805">
                <c:v>326.962890625</c:v>
              </c:pt>
              <c:pt idx="806">
                <c:v>327.525390625</c:v>
              </c:pt>
              <c:pt idx="807">
                <c:v>327.833984375</c:v>
              </c:pt>
              <c:pt idx="808">
                <c:v>328.185546875</c:v>
              </c:pt>
              <c:pt idx="809">
                <c:v>328.57519531200001</c:v>
              </c:pt>
              <c:pt idx="810">
                <c:v>329.283203125</c:v>
              </c:pt>
              <c:pt idx="811">
                <c:v>329.74511718700001</c:v>
              </c:pt>
              <c:pt idx="812">
                <c:v>329.865234375</c:v>
              </c:pt>
              <c:pt idx="813">
                <c:v>330.466796875</c:v>
              </c:pt>
              <c:pt idx="814">
                <c:v>330.966796875</c:v>
              </c:pt>
              <c:pt idx="815">
                <c:v>331.03808593700001</c:v>
              </c:pt>
              <c:pt idx="816">
                <c:v>331.73925781200001</c:v>
              </c:pt>
              <c:pt idx="817">
                <c:v>331.796875</c:v>
              </c:pt>
              <c:pt idx="818">
                <c:v>332.337890625</c:v>
              </c:pt>
              <c:pt idx="819">
                <c:v>332.67578125</c:v>
              </c:pt>
              <c:pt idx="820">
                <c:v>333.068359375</c:v>
              </c:pt>
              <c:pt idx="821">
                <c:v>333.46972656200001</c:v>
              </c:pt>
              <c:pt idx="822">
                <c:v>334.17675781200001</c:v>
              </c:pt>
              <c:pt idx="823">
                <c:v>334.474609375</c:v>
              </c:pt>
              <c:pt idx="824">
                <c:v>334.763671875</c:v>
              </c:pt>
              <c:pt idx="825">
                <c:v>335.375</c:v>
              </c:pt>
              <c:pt idx="826">
                <c:v>335.46777343700001</c:v>
              </c:pt>
              <c:pt idx="827">
                <c:v>336.1171875</c:v>
              </c:pt>
              <c:pt idx="828">
                <c:v>336.43261718700001</c:v>
              </c:pt>
              <c:pt idx="829">
                <c:v>336.859375</c:v>
              </c:pt>
              <c:pt idx="830">
                <c:v>337.07519531200001</c:v>
              </c:pt>
              <c:pt idx="831">
                <c:v>337.86425781200001</c:v>
              </c:pt>
              <c:pt idx="832">
                <c:v>338.10058593700001</c:v>
              </c:pt>
              <c:pt idx="833">
                <c:v>338.302734375</c:v>
              </c:pt>
              <c:pt idx="834">
                <c:v>339.0546875</c:v>
              </c:pt>
              <c:pt idx="835">
                <c:v>339.349609375</c:v>
              </c:pt>
              <c:pt idx="836">
                <c:v>339.76660156200001</c:v>
              </c:pt>
              <c:pt idx="837">
                <c:v>340.10253906200001</c:v>
              </c:pt>
              <c:pt idx="838">
                <c:v>340.60253906200001</c:v>
              </c:pt>
              <c:pt idx="839">
                <c:v>341.04199218700001</c:v>
              </c:pt>
              <c:pt idx="840">
                <c:v>341.173828125</c:v>
              </c:pt>
              <c:pt idx="841">
                <c:v>341.86621093700001</c:v>
              </c:pt>
              <c:pt idx="842">
                <c:v>342.13769531200001</c:v>
              </c:pt>
              <c:pt idx="843">
                <c:v>342.36328125</c:v>
              </c:pt>
              <c:pt idx="844">
                <c:v>342.83886718700001</c:v>
              </c:pt>
              <c:pt idx="845">
                <c:v>343.55371093700001</c:v>
              </c:pt>
              <c:pt idx="846">
                <c:v>343.58203125</c:v>
              </c:pt>
              <c:pt idx="847">
                <c:v>344.10839843700001</c:v>
              </c:pt>
              <c:pt idx="848">
                <c:v>344.599609375</c:v>
              </c:pt>
              <c:pt idx="849">
                <c:v>344.95214843700001</c:v>
              </c:pt>
              <c:pt idx="850">
                <c:v>345.462890625</c:v>
              </c:pt>
              <c:pt idx="851">
                <c:v>345.9453125</c:v>
              </c:pt>
              <c:pt idx="852">
                <c:v>346.326171875</c:v>
              </c:pt>
              <c:pt idx="853">
                <c:v>346.759765625</c:v>
              </c:pt>
              <c:pt idx="854">
                <c:v>347.021484375</c:v>
              </c:pt>
              <c:pt idx="855">
                <c:v>347.36621093700001</c:v>
              </c:pt>
              <c:pt idx="856">
                <c:v>347.701171875</c:v>
              </c:pt>
              <c:pt idx="857">
                <c:v>348.4140625</c:v>
              </c:pt>
              <c:pt idx="858">
                <c:v>348.69042968700001</c:v>
              </c:pt>
              <c:pt idx="859">
                <c:v>348.99902343700001</c:v>
              </c:pt>
              <c:pt idx="860">
                <c:v>349.25488281200001</c:v>
              </c:pt>
              <c:pt idx="861">
                <c:v>350.01855468700001</c:v>
              </c:pt>
              <c:pt idx="862">
                <c:v>350.1953125</c:v>
              </c:pt>
              <c:pt idx="863">
                <c:v>350.61035156200001</c:v>
              </c:pt>
              <c:pt idx="864">
                <c:v>351.033203125</c:v>
              </c:pt>
              <c:pt idx="865">
                <c:v>351.287109375</c:v>
              </c:pt>
              <c:pt idx="866">
                <c:v>351.71582031200001</c:v>
              </c:pt>
              <c:pt idx="867">
                <c:v>352.20214843700001</c:v>
              </c:pt>
              <c:pt idx="868">
                <c:v>352.50878906200001</c:v>
              </c:pt>
              <c:pt idx="869">
                <c:v>353.3046875</c:v>
              </c:pt>
              <c:pt idx="870">
                <c:v>353.58691406200001</c:v>
              </c:pt>
              <c:pt idx="871">
                <c:v>354.00683593700001</c:v>
              </c:pt>
              <c:pt idx="872">
                <c:v>354.177734375</c:v>
              </c:pt>
              <c:pt idx="873">
                <c:v>354.57910156200001</c:v>
              </c:pt>
              <c:pt idx="874">
                <c:v>355.20410156200001</c:v>
              </c:pt>
              <c:pt idx="875">
                <c:v>355.61621093700001</c:v>
              </c:pt>
              <c:pt idx="876">
                <c:v>355.79980468700001</c:v>
              </c:pt>
              <c:pt idx="877">
                <c:v>356.275390625</c:v>
              </c:pt>
              <c:pt idx="878">
                <c:v>356.576171875</c:v>
              </c:pt>
              <c:pt idx="879">
                <c:v>357.00878906200001</c:v>
              </c:pt>
              <c:pt idx="880">
                <c:v>357.64453125</c:v>
              </c:pt>
              <c:pt idx="881">
                <c:v>358.005859375</c:v>
              </c:pt>
              <c:pt idx="882">
                <c:v>358.2734375</c:v>
              </c:pt>
              <c:pt idx="883">
                <c:v>358.94042968700001</c:v>
              </c:pt>
              <c:pt idx="884">
                <c:v>359.39355468700001</c:v>
              </c:pt>
              <c:pt idx="885">
                <c:v>359.76074218700001</c:v>
              </c:pt>
              <c:pt idx="886">
                <c:v>359.84863281200001</c:v>
              </c:pt>
              <c:pt idx="887">
                <c:v>360.255859375</c:v>
              </c:pt>
              <c:pt idx="888">
                <c:v>360.95996093700001</c:v>
              </c:pt>
              <c:pt idx="889">
                <c:v>361.24609375</c:v>
              </c:pt>
              <c:pt idx="890">
                <c:v>361.71972656200001</c:v>
              </c:pt>
              <c:pt idx="891">
                <c:v>362.185546875</c:v>
              </c:pt>
              <c:pt idx="892">
                <c:v>362.30371093700001</c:v>
              </c:pt>
              <c:pt idx="893">
                <c:v>362.80566406200001</c:v>
              </c:pt>
              <c:pt idx="894">
                <c:v>363.16113281200001</c:v>
              </c:pt>
              <c:pt idx="895">
                <c:v>363.79980468700001</c:v>
              </c:pt>
              <c:pt idx="896">
                <c:v>364.18359375</c:v>
              </c:pt>
              <c:pt idx="897">
                <c:v>364.64550781200001</c:v>
              </c:pt>
              <c:pt idx="898">
                <c:v>364.705078125</c:v>
              </c:pt>
              <c:pt idx="899">
                <c:v>365.431640625</c:v>
              </c:pt>
            </c:numLit>
          </c:xVal>
          <c:yVal>
            <c:numLit>
              <c:formatCode>0.0</c:formatCode>
              <c:ptCount val="900"/>
              <c:pt idx="0">
                <c:v>2.0979999999999999E-2</c:v>
              </c:pt>
              <c:pt idx="1">
                <c:v>2.7425000000000001E-2</c:v>
              </c:pt>
              <c:pt idx="2">
                <c:v>1.8422999999999998E-2</c:v>
              </c:pt>
              <c:pt idx="3">
                <c:v>-1.5119E-2</c:v>
              </c:pt>
              <c:pt idx="4">
                <c:v>1.7852E-2</c:v>
              </c:pt>
              <c:pt idx="5">
                <c:v>1.3520000000000001E-2</c:v>
              </c:pt>
              <c:pt idx="6">
                <c:v>-1.6173E-2</c:v>
              </c:pt>
              <c:pt idx="7">
                <c:v>1.4992999999999999E-2</c:v>
              </c:pt>
              <c:pt idx="8">
                <c:v>1.7868999999999999E-2</c:v>
              </c:pt>
              <c:pt idx="9">
                <c:v>0.41220899999999999</c:v>
              </c:pt>
              <c:pt idx="10">
                <c:v>0.49937399999999998</c:v>
              </c:pt>
              <c:pt idx="11">
                <c:v>0.55443399999999998</c:v>
              </c:pt>
              <c:pt idx="12">
                <c:v>0.35742699999999999</c:v>
              </c:pt>
              <c:pt idx="13">
                <c:v>0.26107599999999997</c:v>
              </c:pt>
              <c:pt idx="14">
                <c:v>-0.19561700000000001</c:v>
              </c:pt>
              <c:pt idx="15">
                <c:v>0.142121</c:v>
              </c:pt>
              <c:pt idx="16">
                <c:v>0.136321</c:v>
              </c:pt>
              <c:pt idx="17">
                <c:v>9.8326999999999998E-2</c:v>
              </c:pt>
              <c:pt idx="18">
                <c:v>0.17201900000000001</c:v>
              </c:pt>
              <c:pt idx="19">
                <c:v>-0.14319899999999999</c:v>
              </c:pt>
              <c:pt idx="20">
                <c:v>-0.13689100000000001</c:v>
              </c:pt>
              <c:pt idx="21">
                <c:v>-0.11741699999999999</c:v>
              </c:pt>
              <c:pt idx="22">
                <c:v>0.219245</c:v>
              </c:pt>
              <c:pt idx="23">
                <c:v>-0.30894500000000003</c:v>
              </c:pt>
              <c:pt idx="24">
                <c:v>0.91966000000000003</c:v>
              </c:pt>
              <c:pt idx="25">
                <c:v>1.0239</c:v>
              </c:pt>
              <c:pt idx="26">
                <c:v>0.33294800000000002</c:v>
              </c:pt>
              <c:pt idx="27">
                <c:v>-0.16140199999999999</c:v>
              </c:pt>
              <c:pt idx="28">
                <c:v>0.12659999999999999</c:v>
              </c:pt>
              <c:pt idx="29">
                <c:v>0.245475</c:v>
              </c:pt>
              <c:pt idx="30">
                <c:v>-6.3045000000000004E-2</c:v>
              </c:pt>
              <c:pt idx="31">
                <c:v>-0.16286200000000001</c:v>
              </c:pt>
              <c:pt idx="32">
                <c:v>0.19803599999999999</c:v>
              </c:pt>
              <c:pt idx="33">
                <c:v>0.16658100000000001</c:v>
              </c:pt>
              <c:pt idx="34">
                <c:v>0.18459400000000001</c:v>
              </c:pt>
              <c:pt idx="35">
                <c:v>0.27395999999999998</c:v>
              </c:pt>
              <c:pt idx="36">
                <c:v>-8.2362000000000005E-2</c:v>
              </c:pt>
              <c:pt idx="37">
                <c:v>0.13450899999999999</c:v>
              </c:pt>
              <c:pt idx="38">
                <c:v>8.0199000000000006E-2</c:v>
              </c:pt>
              <c:pt idx="39">
                <c:v>-0.17369899999999999</c:v>
              </c:pt>
              <c:pt idx="40">
                <c:v>6.1948000000000003E-2</c:v>
              </c:pt>
              <c:pt idx="41">
                <c:v>5.1450999999999997E-2</c:v>
              </c:pt>
              <c:pt idx="42">
                <c:v>2.8608999999999999E-2</c:v>
              </c:pt>
              <c:pt idx="43">
                <c:v>0.13855600000000001</c:v>
              </c:pt>
              <c:pt idx="44">
                <c:v>0.14224000000000001</c:v>
              </c:pt>
              <c:pt idx="45">
                <c:v>6.7616999999999997E-2</c:v>
              </c:pt>
              <c:pt idx="46">
                <c:v>4.1672000000000001E-2</c:v>
              </c:pt>
              <c:pt idx="47">
                <c:v>-0.16031000000000001</c:v>
              </c:pt>
              <c:pt idx="48">
                <c:v>-0.118745</c:v>
              </c:pt>
              <c:pt idx="49">
                <c:v>-0.118449</c:v>
              </c:pt>
              <c:pt idx="50">
                <c:v>5.0123000000000001E-2</c:v>
              </c:pt>
              <c:pt idx="51">
                <c:v>-0.13161400000000001</c:v>
              </c:pt>
              <c:pt idx="52">
                <c:v>-0.124292</c:v>
              </c:pt>
              <c:pt idx="53">
                <c:v>-0.106211</c:v>
              </c:pt>
              <c:pt idx="54">
                <c:v>-9.4444E-2</c:v>
              </c:pt>
              <c:pt idx="55">
                <c:v>8.3895999999999998E-2</c:v>
              </c:pt>
              <c:pt idx="56">
                <c:v>0.10503700000000001</c:v>
              </c:pt>
              <c:pt idx="57">
                <c:v>8.1813999999999998E-2</c:v>
              </c:pt>
              <c:pt idx="58">
                <c:v>-0.27698600000000001</c:v>
              </c:pt>
              <c:pt idx="59">
                <c:v>-0.56692500000000001</c:v>
              </c:pt>
              <c:pt idx="60">
                <c:v>0.72306300000000001</c:v>
              </c:pt>
              <c:pt idx="61">
                <c:v>-0.85317699999999996</c:v>
              </c:pt>
              <c:pt idx="62">
                <c:v>0.48819800000000002</c:v>
              </c:pt>
              <c:pt idx="63">
                <c:v>-0.14097699999999999</c:v>
              </c:pt>
              <c:pt idx="64">
                <c:v>-9.3545000000000003E-2</c:v>
              </c:pt>
              <c:pt idx="65">
                <c:v>-0.10866199999999999</c:v>
              </c:pt>
              <c:pt idx="66">
                <c:v>0.116981</c:v>
              </c:pt>
              <c:pt idx="67">
                <c:v>-0.156606</c:v>
              </c:pt>
              <c:pt idx="68">
                <c:v>7.9865000000000005E-2</c:v>
              </c:pt>
              <c:pt idx="69">
                <c:v>6.6293000000000005E-2</c:v>
              </c:pt>
              <c:pt idx="70">
                <c:v>4.7038000000000003E-2</c:v>
              </c:pt>
              <c:pt idx="71">
                <c:v>3.8892000000000003E-2</c:v>
              </c:pt>
              <c:pt idx="72">
                <c:v>6.8213999999999997E-2</c:v>
              </c:pt>
              <c:pt idx="73">
                <c:v>-9.9176E-2</c:v>
              </c:pt>
              <c:pt idx="74">
                <c:v>-9.3199000000000004E-2</c:v>
              </c:pt>
              <c:pt idx="75">
                <c:v>8.5694000000000006E-2</c:v>
              </c:pt>
              <c:pt idx="76">
                <c:v>6.3195000000000001E-2</c:v>
              </c:pt>
              <c:pt idx="77">
                <c:v>-2.776E-2</c:v>
              </c:pt>
              <c:pt idx="78">
                <c:v>0.40301500000000001</c:v>
              </c:pt>
              <c:pt idx="79">
                <c:v>0.31102000000000002</c:v>
              </c:pt>
              <c:pt idx="80">
                <c:v>0.54805400000000004</c:v>
              </c:pt>
              <c:pt idx="81">
                <c:v>-0.88558099999999995</c:v>
              </c:pt>
              <c:pt idx="82">
                <c:v>0.67264500000000005</c:v>
              </c:pt>
              <c:pt idx="83">
                <c:v>0.33998099999999998</c:v>
              </c:pt>
              <c:pt idx="84">
                <c:v>0.227853</c:v>
              </c:pt>
              <c:pt idx="85">
                <c:v>0.14172699999999999</c:v>
              </c:pt>
              <c:pt idx="86">
                <c:v>0.14990800000000001</c:v>
              </c:pt>
              <c:pt idx="87">
                <c:v>-0.148678</c:v>
              </c:pt>
              <c:pt idx="88">
                <c:v>-7.3501999999999998E-2</c:v>
              </c:pt>
              <c:pt idx="89">
                <c:v>0.18385399999999999</c:v>
              </c:pt>
              <c:pt idx="90">
                <c:v>0.131133</c:v>
              </c:pt>
              <c:pt idx="91">
                <c:v>-0.12184</c:v>
              </c:pt>
              <c:pt idx="92">
                <c:v>-8.2127000000000006E-2</c:v>
              </c:pt>
              <c:pt idx="93">
                <c:v>-0.299599</c:v>
              </c:pt>
              <c:pt idx="94">
                <c:v>-0.44072699999999998</c:v>
              </c:pt>
              <c:pt idx="95">
                <c:v>-0.97060900000000006</c:v>
              </c:pt>
              <c:pt idx="96">
                <c:v>1.027712</c:v>
              </c:pt>
              <c:pt idx="97">
                <c:v>0.16072600000000001</c:v>
              </c:pt>
              <c:pt idx="98">
                <c:v>-0.13572200000000001</c:v>
              </c:pt>
              <c:pt idx="99">
                <c:v>7.6331999999999997E-2</c:v>
              </c:pt>
              <c:pt idx="100">
                <c:v>-0.26652700000000001</c:v>
              </c:pt>
              <c:pt idx="101">
                <c:v>7.7843999999999997E-2</c:v>
              </c:pt>
              <c:pt idx="102">
                <c:v>0.21998100000000001</c:v>
              </c:pt>
              <c:pt idx="103">
                <c:v>0.22070699999999999</c:v>
              </c:pt>
              <c:pt idx="104">
                <c:v>0.176284</c:v>
              </c:pt>
              <c:pt idx="105">
                <c:v>0.29420600000000002</c:v>
              </c:pt>
              <c:pt idx="106">
                <c:v>0.24676999999999999</c:v>
              </c:pt>
              <c:pt idx="107">
                <c:v>-0.16366600000000001</c:v>
              </c:pt>
              <c:pt idx="108">
                <c:v>0.161631</c:v>
              </c:pt>
              <c:pt idx="109">
                <c:v>-0.18479499999999999</c:v>
              </c:pt>
              <c:pt idx="110">
                <c:v>-8.9870000000000005E-2</c:v>
              </c:pt>
              <c:pt idx="111">
                <c:v>6.2429999999999999E-2</c:v>
              </c:pt>
              <c:pt idx="112">
                <c:v>-3.8595999999999998E-2</c:v>
              </c:pt>
              <c:pt idx="113">
                <c:v>0.107139</c:v>
              </c:pt>
              <c:pt idx="114">
                <c:v>0.13202900000000001</c:v>
              </c:pt>
              <c:pt idx="115">
                <c:v>0.127719</c:v>
              </c:pt>
              <c:pt idx="116">
                <c:v>4.8634999999999998E-2</c:v>
              </c:pt>
              <c:pt idx="117">
                <c:v>-2.5978999999999999E-2</c:v>
              </c:pt>
              <c:pt idx="118">
                <c:v>-0.15670999999999999</c:v>
              </c:pt>
              <c:pt idx="119">
                <c:v>-0.117676</c:v>
              </c:pt>
              <c:pt idx="120">
                <c:v>-8.5108000000000003E-2</c:v>
              </c:pt>
              <c:pt idx="121">
                <c:v>5.6294999999999998E-2</c:v>
              </c:pt>
              <c:pt idx="122">
                <c:v>-0.130551</c:v>
              </c:pt>
              <c:pt idx="123">
                <c:v>-9.7731999999999999E-2</c:v>
              </c:pt>
              <c:pt idx="124">
                <c:v>-0.10082000000000001</c:v>
              </c:pt>
              <c:pt idx="125">
                <c:v>9.5249E-2</c:v>
              </c:pt>
              <c:pt idx="126">
                <c:v>-9.1276999999999997E-2</c:v>
              </c:pt>
              <c:pt idx="127">
                <c:v>0.10201200000000001</c:v>
              </c:pt>
              <c:pt idx="128">
                <c:v>-0.281995</c:v>
              </c:pt>
              <c:pt idx="129">
                <c:v>-0.57784000000000002</c:v>
              </c:pt>
              <c:pt idx="130">
                <c:v>0.71816999999999998</c:v>
              </c:pt>
              <c:pt idx="131">
                <c:v>-0.76092000000000004</c:v>
              </c:pt>
              <c:pt idx="132">
                <c:v>-0.53844199999999998</c:v>
              </c:pt>
              <c:pt idx="133">
                <c:v>-0.148481</c:v>
              </c:pt>
              <c:pt idx="134">
                <c:v>-0.115227</c:v>
              </c:pt>
              <c:pt idx="135">
                <c:v>-0.10745399999999999</c:v>
              </c:pt>
              <c:pt idx="136">
                <c:v>-0.108277</c:v>
              </c:pt>
              <c:pt idx="137">
                <c:v>-0.135321</c:v>
              </c:pt>
              <c:pt idx="138">
                <c:v>6.6776000000000002E-2</c:v>
              </c:pt>
              <c:pt idx="139">
                <c:v>6.4083000000000001E-2</c:v>
              </c:pt>
              <c:pt idx="140">
                <c:v>5.6757000000000002E-2</c:v>
              </c:pt>
              <c:pt idx="141">
                <c:v>4.2064999999999998E-2</c:v>
              </c:pt>
              <c:pt idx="142">
                <c:v>-4.5619E-2</c:v>
              </c:pt>
              <c:pt idx="143">
                <c:v>9.3696000000000002E-2</c:v>
              </c:pt>
              <c:pt idx="144">
                <c:v>-0.102494</c:v>
              </c:pt>
              <c:pt idx="145">
                <c:v>-9.1689000000000007E-2</c:v>
              </c:pt>
              <c:pt idx="146">
                <c:v>-6.9258E-2</c:v>
              </c:pt>
              <c:pt idx="147">
                <c:v>4.0994999999999997E-2</c:v>
              </c:pt>
              <c:pt idx="148">
                <c:v>-0.204536</c:v>
              </c:pt>
              <c:pt idx="149">
                <c:v>0.41680299999999998</c:v>
              </c:pt>
              <c:pt idx="150">
                <c:v>-0.36887700000000001</c:v>
              </c:pt>
              <c:pt idx="151">
                <c:v>-0.892065</c:v>
              </c:pt>
              <c:pt idx="152">
                <c:v>0.71964300000000003</c:v>
              </c:pt>
              <c:pt idx="153">
                <c:v>0.34248699999999999</c:v>
              </c:pt>
              <c:pt idx="154">
                <c:v>0.25801099999999999</c:v>
              </c:pt>
              <c:pt idx="155">
                <c:v>0.138379</c:v>
              </c:pt>
              <c:pt idx="156">
                <c:v>0.14444699999999999</c:v>
              </c:pt>
              <c:pt idx="157">
                <c:v>0.15241299999999999</c:v>
              </c:pt>
              <c:pt idx="158">
                <c:v>-6.6519999999999996E-2</c:v>
              </c:pt>
              <c:pt idx="159">
                <c:v>0.18845300000000001</c:v>
              </c:pt>
              <c:pt idx="160">
                <c:v>-0.154726</c:v>
              </c:pt>
              <c:pt idx="161">
                <c:v>-0.119015</c:v>
              </c:pt>
              <c:pt idx="162">
                <c:v>8.5986000000000007E-2</c:v>
              </c:pt>
              <c:pt idx="163">
                <c:v>-0.21827199999999999</c:v>
              </c:pt>
              <c:pt idx="164">
                <c:v>-0.28676499999999999</c:v>
              </c:pt>
              <c:pt idx="165">
                <c:v>0.87880000000000003</c:v>
              </c:pt>
              <c:pt idx="166">
                <c:v>1.048948</c:v>
              </c:pt>
              <c:pt idx="167">
                <c:v>-0.18535699999999999</c:v>
              </c:pt>
              <c:pt idx="168">
                <c:v>-0.13070399999999999</c:v>
              </c:pt>
              <c:pt idx="169">
                <c:v>0.12457500000000001</c:v>
              </c:pt>
              <c:pt idx="170">
                <c:v>-0.280441</c:v>
              </c:pt>
              <c:pt idx="171">
                <c:v>6.166E-2</c:v>
              </c:pt>
              <c:pt idx="172">
                <c:v>0.20644199999999999</c:v>
              </c:pt>
              <c:pt idx="173">
                <c:v>0.19725400000000001</c:v>
              </c:pt>
              <c:pt idx="174">
                <c:v>-0.17346</c:v>
              </c:pt>
              <c:pt idx="175">
                <c:v>0.17246900000000001</c:v>
              </c:pt>
              <c:pt idx="176">
                <c:v>0.28589399999999998</c:v>
              </c:pt>
              <c:pt idx="177">
                <c:v>0.12660099999999999</c:v>
              </c:pt>
              <c:pt idx="178">
                <c:v>-0.14588000000000001</c:v>
              </c:pt>
              <c:pt idx="179">
                <c:v>-0.15229500000000001</c:v>
              </c:pt>
              <c:pt idx="180">
                <c:v>-0.183282</c:v>
              </c:pt>
              <c:pt idx="181">
                <c:v>6.1460000000000001E-2</c:v>
              </c:pt>
              <c:pt idx="182">
                <c:v>4.9806999999999997E-2</c:v>
              </c:pt>
              <c:pt idx="183">
                <c:v>-6.1913999999999997E-2</c:v>
              </c:pt>
              <c:pt idx="184">
                <c:v>0.12678700000000001</c:v>
              </c:pt>
              <c:pt idx="185">
                <c:v>0.13630300000000001</c:v>
              </c:pt>
              <c:pt idx="186">
                <c:v>5.6503999999999999E-2</c:v>
              </c:pt>
              <c:pt idx="187">
                <c:v>-5.5084000000000001E-2</c:v>
              </c:pt>
              <c:pt idx="188">
                <c:v>0.15501499999999999</c:v>
              </c:pt>
              <c:pt idx="189">
                <c:v>-0.109072</c:v>
              </c:pt>
              <c:pt idx="190">
                <c:v>-8.3155000000000007E-2</c:v>
              </c:pt>
              <c:pt idx="191">
                <c:v>-2.5916999999999999E-2</c:v>
              </c:pt>
              <c:pt idx="192">
                <c:v>-0.114986</c:v>
              </c:pt>
              <c:pt idx="193">
                <c:v>0.10884199999999999</c:v>
              </c:pt>
              <c:pt idx="194">
                <c:v>9.5107999999999998E-2</c:v>
              </c:pt>
              <c:pt idx="195">
                <c:v>-0.11758200000000001</c:v>
              </c:pt>
              <c:pt idx="196">
                <c:v>8.4981000000000001E-2</c:v>
              </c:pt>
              <c:pt idx="197">
                <c:v>0.10710799999999999</c:v>
              </c:pt>
              <c:pt idx="198">
                <c:v>-6.1529E-2</c:v>
              </c:pt>
              <c:pt idx="199">
                <c:v>0.26220399999999999</c:v>
              </c:pt>
              <c:pt idx="200">
                <c:v>0.71575500000000003</c:v>
              </c:pt>
              <c:pt idx="201">
                <c:v>0.22020500000000001</c:v>
              </c:pt>
              <c:pt idx="202">
                <c:v>-0.84438500000000005</c:v>
              </c:pt>
              <c:pt idx="203">
                <c:v>0.47254600000000002</c:v>
              </c:pt>
              <c:pt idx="204">
                <c:v>-0.103252</c:v>
              </c:pt>
              <c:pt idx="205">
                <c:v>-0.102897</c:v>
              </c:pt>
              <c:pt idx="206">
                <c:v>-0.12614400000000001</c:v>
              </c:pt>
              <c:pt idx="207">
                <c:v>-0.151617</c:v>
              </c:pt>
              <c:pt idx="208">
                <c:v>-0.103473</c:v>
              </c:pt>
              <c:pt idx="209">
                <c:v>-7.8020000000000006E-2</c:v>
              </c:pt>
              <c:pt idx="210">
                <c:v>7.3929999999999996E-2</c:v>
              </c:pt>
              <c:pt idx="211">
                <c:v>4.9877999999999999E-2</c:v>
              </c:pt>
              <c:pt idx="212">
                <c:v>4.0543999999999997E-2</c:v>
              </c:pt>
              <c:pt idx="213">
                <c:v>-7.4733999999999995E-2</c:v>
              </c:pt>
              <c:pt idx="214">
                <c:v>0.12012100000000001</c:v>
              </c:pt>
              <c:pt idx="215">
                <c:v>8.7892999999999999E-2</c:v>
              </c:pt>
              <c:pt idx="216">
                <c:v>9.3726000000000004E-2</c:v>
              </c:pt>
              <c:pt idx="217">
                <c:v>5.1461E-2</c:v>
              </c:pt>
              <c:pt idx="218">
                <c:v>-0.19814799999999999</c:v>
              </c:pt>
              <c:pt idx="219">
                <c:v>0.42698900000000001</c:v>
              </c:pt>
              <c:pt idx="220">
                <c:v>0.27095799999999998</c:v>
              </c:pt>
              <c:pt idx="221">
                <c:v>0.75077499999999997</c:v>
              </c:pt>
              <c:pt idx="222">
                <c:v>-0.87737600000000004</c:v>
              </c:pt>
              <c:pt idx="223">
                <c:v>-0.47548299999999999</c:v>
              </c:pt>
              <c:pt idx="224">
                <c:v>-0.26788499999999998</c:v>
              </c:pt>
              <c:pt idx="225">
                <c:v>0.19493099999999999</c:v>
              </c:pt>
              <c:pt idx="226">
                <c:v>0.142289</c:v>
              </c:pt>
              <c:pt idx="227">
                <c:v>-0.15140000000000001</c:v>
              </c:pt>
              <c:pt idx="228">
                <c:v>0.14855499999999999</c:v>
              </c:pt>
              <c:pt idx="229">
                <c:v>0.168465</c:v>
              </c:pt>
              <c:pt idx="230">
                <c:v>0.17829300000000001</c:v>
              </c:pt>
              <c:pt idx="231">
                <c:v>-0.116519</c:v>
              </c:pt>
              <c:pt idx="232">
                <c:v>-0.108972</c:v>
              </c:pt>
              <c:pt idx="233">
                <c:v>-7.5994000000000006E-2</c:v>
              </c:pt>
              <c:pt idx="234">
                <c:v>-0.282972</c:v>
              </c:pt>
              <c:pt idx="235">
                <c:v>-0.45430900000000002</c:v>
              </c:pt>
              <c:pt idx="236">
                <c:v>1.052908</c:v>
              </c:pt>
              <c:pt idx="237">
                <c:v>0.36156199999999999</c:v>
              </c:pt>
              <c:pt idx="238">
                <c:v>0.15148600000000001</c:v>
              </c:pt>
              <c:pt idx="239">
                <c:v>-0.13428399999999999</c:v>
              </c:pt>
              <c:pt idx="240">
                <c:v>-0.27578599999999998</c:v>
              </c:pt>
              <c:pt idx="241">
                <c:v>9.0958999999999998E-2</c:v>
              </c:pt>
              <c:pt idx="242">
                <c:v>-0.101853</c:v>
              </c:pt>
              <c:pt idx="243">
                <c:v>0.21112400000000001</c:v>
              </c:pt>
              <c:pt idx="244">
                <c:v>0.20238700000000001</c:v>
              </c:pt>
              <c:pt idx="245">
                <c:v>0.16772799999999999</c:v>
              </c:pt>
              <c:pt idx="246">
                <c:v>0.28110000000000002</c:v>
              </c:pt>
              <c:pt idx="247">
                <c:v>8.3326999999999998E-2</c:v>
              </c:pt>
              <c:pt idx="248">
                <c:v>-0.15834799999999999</c:v>
              </c:pt>
              <c:pt idx="249">
                <c:v>-0.124282</c:v>
              </c:pt>
              <c:pt idx="250">
                <c:v>-0.20031499999999999</c:v>
              </c:pt>
              <c:pt idx="251">
                <c:v>-9.8792000000000005E-2</c:v>
              </c:pt>
              <c:pt idx="252">
                <c:v>-5.2926000000000001E-2</c:v>
              </c:pt>
              <c:pt idx="253">
                <c:v>-4.0862999999999997E-2</c:v>
              </c:pt>
              <c:pt idx="254">
                <c:v>0.11242099999999999</c:v>
              </c:pt>
              <c:pt idx="255">
                <c:v>0.12770200000000001</c:v>
              </c:pt>
              <c:pt idx="256">
                <c:v>0.119959</c:v>
              </c:pt>
              <c:pt idx="257">
                <c:v>-5.8698E-2</c:v>
              </c:pt>
              <c:pt idx="258">
                <c:v>-2.673E-2</c:v>
              </c:pt>
              <c:pt idx="259">
                <c:v>0.156471</c:v>
              </c:pt>
              <c:pt idx="260">
                <c:v>-0.114479</c:v>
              </c:pt>
              <c:pt idx="261">
                <c:v>-8.1858E-2</c:v>
              </c:pt>
              <c:pt idx="262">
                <c:v>-4.5941000000000003E-2</c:v>
              </c:pt>
              <c:pt idx="263">
                <c:v>-0.13733500000000001</c:v>
              </c:pt>
              <c:pt idx="264">
                <c:v>9.7965999999999998E-2</c:v>
              </c:pt>
              <c:pt idx="265">
                <c:v>-0.103142</c:v>
              </c:pt>
              <c:pt idx="266">
                <c:v>-9.8361000000000004E-2</c:v>
              </c:pt>
              <c:pt idx="267">
                <c:v>0.10234</c:v>
              </c:pt>
              <c:pt idx="268">
                <c:v>9.7765000000000005E-2</c:v>
              </c:pt>
              <c:pt idx="269">
                <c:v>5.2215999999999999E-2</c:v>
              </c:pt>
              <c:pt idx="270">
                <c:v>0.33021899999999998</c:v>
              </c:pt>
              <c:pt idx="271">
                <c:v>0.71905799999999997</c:v>
              </c:pt>
              <c:pt idx="272">
                <c:v>0.35781299999999999</c:v>
              </c:pt>
              <c:pt idx="273">
                <c:v>-0.61145700000000003</c:v>
              </c:pt>
              <c:pt idx="274">
                <c:v>0.430753</c:v>
              </c:pt>
              <c:pt idx="275">
                <c:v>-9.9947999999999995E-2</c:v>
              </c:pt>
              <c:pt idx="276">
                <c:v>-0.113706</c:v>
              </c:pt>
              <c:pt idx="277">
                <c:v>0.119492</c:v>
              </c:pt>
              <c:pt idx="278">
                <c:v>-0.145596</c:v>
              </c:pt>
              <c:pt idx="279">
                <c:v>6.0602999999999997E-2</c:v>
              </c:pt>
              <c:pt idx="280">
                <c:v>6.4773999999999998E-2</c:v>
              </c:pt>
              <c:pt idx="281">
                <c:v>4.5953000000000001E-2</c:v>
              </c:pt>
              <c:pt idx="282">
                <c:v>5.2282000000000002E-2</c:v>
              </c:pt>
              <c:pt idx="283">
                <c:v>4.6668000000000001E-2</c:v>
              </c:pt>
              <c:pt idx="284">
                <c:v>9.2418E-2</c:v>
              </c:pt>
              <c:pt idx="285">
                <c:v>-9.9905999999999995E-2</c:v>
              </c:pt>
              <c:pt idx="286">
                <c:v>9.7677E-2</c:v>
              </c:pt>
              <c:pt idx="287">
                <c:v>9.4395999999999994E-2</c:v>
              </c:pt>
              <c:pt idx="288">
                <c:v>-2.8024E-2</c:v>
              </c:pt>
              <c:pt idx="289">
                <c:v>0.18562400000000001</c:v>
              </c:pt>
              <c:pt idx="290">
                <c:v>0.43751000000000001</c:v>
              </c:pt>
              <c:pt idx="291">
                <c:v>0.13932600000000001</c:v>
              </c:pt>
              <c:pt idx="292">
                <c:v>-0.87061599999999995</c:v>
              </c:pt>
              <c:pt idx="293">
                <c:v>0.685809</c:v>
              </c:pt>
              <c:pt idx="294">
                <c:v>0.33154400000000001</c:v>
              </c:pt>
              <c:pt idx="295">
                <c:v>0.25101099999999998</c:v>
              </c:pt>
              <c:pt idx="296">
                <c:v>-0.184864</c:v>
              </c:pt>
              <c:pt idx="297">
                <c:v>0.14380399999999999</c:v>
              </c:pt>
              <c:pt idx="298">
                <c:v>0.157248</c:v>
              </c:pt>
              <c:pt idx="299">
                <c:v>9.2939999999999995E-2</c:v>
              </c:pt>
              <c:pt idx="300">
                <c:v>0.19095000000000001</c:v>
              </c:pt>
              <c:pt idx="301">
                <c:v>-0.16154299999999999</c:v>
              </c:pt>
              <c:pt idx="302">
                <c:v>0.124487</c:v>
              </c:pt>
              <c:pt idx="303">
                <c:v>-0.109538</c:v>
              </c:pt>
              <c:pt idx="304">
                <c:v>0.21728</c:v>
              </c:pt>
              <c:pt idx="305">
                <c:v>-0.31661499999999998</c:v>
              </c:pt>
              <c:pt idx="306">
                <c:v>0.86046199999999995</c:v>
              </c:pt>
              <c:pt idx="307">
                <c:v>1.0563439999999999</c:v>
              </c:pt>
              <c:pt idx="308">
                <c:v>0.356792</c:v>
              </c:pt>
              <c:pt idx="309">
                <c:v>-0.14791000000000001</c:v>
              </c:pt>
              <c:pt idx="310">
                <c:v>0.122264</c:v>
              </c:pt>
              <c:pt idx="311">
                <c:v>-0.27489999999999998</c:v>
              </c:pt>
              <c:pt idx="312">
                <c:v>5.8014999999999997E-2</c:v>
              </c:pt>
              <c:pt idx="313">
                <c:v>0.151506</c:v>
              </c:pt>
              <c:pt idx="314">
                <c:v>0.224743</c:v>
              </c:pt>
              <c:pt idx="315">
                <c:v>-0.17147999999999999</c:v>
              </c:pt>
              <c:pt idx="316">
                <c:v>0.16114899999999999</c:v>
              </c:pt>
              <c:pt idx="317">
                <c:v>0.29198800000000003</c:v>
              </c:pt>
              <c:pt idx="318">
                <c:v>-0.107157</c:v>
              </c:pt>
              <c:pt idx="319">
                <c:v>-0.15624399999999999</c:v>
              </c:pt>
              <c:pt idx="320">
                <c:v>9.0678999999999996E-2</c:v>
              </c:pt>
              <c:pt idx="321">
                <c:v>-0.19308</c:v>
              </c:pt>
              <c:pt idx="322">
                <c:v>6.1289999999999997E-2</c:v>
              </c:pt>
              <c:pt idx="323">
                <c:v>5.9499000000000003E-2</c:v>
              </c:pt>
              <c:pt idx="324">
                <c:v>5.6515000000000003E-2</c:v>
              </c:pt>
              <c:pt idx="325">
                <c:v>0.146095</c:v>
              </c:pt>
              <c:pt idx="326">
                <c:v>0.13018099999999999</c:v>
              </c:pt>
              <c:pt idx="327">
                <c:v>4.8493000000000001E-2</c:v>
              </c:pt>
              <c:pt idx="328">
                <c:v>5.3452E-2</c:v>
              </c:pt>
              <c:pt idx="329">
                <c:v>0.15102299999999999</c:v>
              </c:pt>
              <c:pt idx="330">
                <c:v>-0.117303</c:v>
              </c:pt>
              <c:pt idx="331">
                <c:v>-8.1628000000000006E-2</c:v>
              </c:pt>
              <c:pt idx="332">
                <c:v>3.1095999999999999E-2</c:v>
              </c:pt>
              <c:pt idx="333">
                <c:v>-0.12693399999999999</c:v>
              </c:pt>
              <c:pt idx="334">
                <c:v>0.108129</c:v>
              </c:pt>
              <c:pt idx="335">
                <c:v>0.23195099999999999</c:v>
              </c:pt>
              <c:pt idx="336">
                <c:v>-0.110891</c:v>
              </c:pt>
              <c:pt idx="337">
                <c:v>8.8625999999999996E-2</c:v>
              </c:pt>
              <c:pt idx="338">
                <c:v>-0.107228</c:v>
              </c:pt>
              <c:pt idx="339">
                <c:v>5.7591999999999997E-2</c:v>
              </c:pt>
              <c:pt idx="340">
                <c:v>-0.29500900000000002</c:v>
              </c:pt>
              <c:pt idx="341">
                <c:v>0.71103700000000003</c:v>
              </c:pt>
              <c:pt idx="342">
                <c:v>-0.21896599999999999</c:v>
              </c:pt>
              <c:pt idx="343">
                <c:v>-0.61219800000000002</c:v>
              </c:pt>
              <c:pt idx="344">
                <c:v>0.50845600000000002</c:v>
              </c:pt>
              <c:pt idx="345">
                <c:v>-0.100913</c:v>
              </c:pt>
              <c:pt idx="346">
                <c:v>-0.10215200000000001</c:v>
              </c:pt>
              <c:pt idx="347">
                <c:v>0.12311</c:v>
              </c:pt>
              <c:pt idx="348">
                <c:v>-9.9515999999999993E-2</c:v>
              </c:pt>
              <c:pt idx="349">
                <c:v>-0.153613</c:v>
              </c:pt>
              <c:pt idx="350">
                <c:v>7.8424999999999995E-2</c:v>
              </c:pt>
              <c:pt idx="351">
                <c:v>4.6708E-2</c:v>
              </c:pt>
              <c:pt idx="352">
                <c:v>4.5781000000000002E-2</c:v>
              </c:pt>
              <c:pt idx="353">
                <c:v>4.1782E-2</c:v>
              </c:pt>
              <c:pt idx="354">
                <c:v>5.8372E-2</c:v>
              </c:pt>
              <c:pt idx="355">
                <c:v>-0.12109200000000001</c:v>
              </c:pt>
              <c:pt idx="356">
                <c:v>9.3935000000000005E-2</c:v>
              </c:pt>
              <c:pt idx="357">
                <c:v>8.4820000000000007E-2</c:v>
              </c:pt>
              <c:pt idx="358">
                <c:v>6.2658000000000005E-2</c:v>
              </c:pt>
              <c:pt idx="359">
                <c:v>0.13783400000000001</c:v>
              </c:pt>
              <c:pt idx="360">
                <c:v>0.44589699999999999</c:v>
              </c:pt>
              <c:pt idx="361">
                <c:v>-0.294991</c:v>
              </c:pt>
              <c:pt idx="362">
                <c:v>0.78377200000000002</c:v>
              </c:pt>
              <c:pt idx="363">
                <c:v>-0.90684200000000004</c:v>
              </c:pt>
              <c:pt idx="364">
                <c:v>-0.534169</c:v>
              </c:pt>
              <c:pt idx="365">
                <c:v>-0.26910600000000001</c:v>
              </c:pt>
              <c:pt idx="366">
                <c:v>0.18606</c:v>
              </c:pt>
              <c:pt idx="367">
                <c:v>0.150312</c:v>
              </c:pt>
              <c:pt idx="368">
                <c:v>-0.14788399999999999</c:v>
              </c:pt>
              <c:pt idx="369">
                <c:v>0.14519000000000001</c:v>
              </c:pt>
              <c:pt idx="370">
                <c:v>0.17074800000000001</c:v>
              </c:pt>
              <c:pt idx="371">
                <c:v>0.19257299999999999</c:v>
              </c:pt>
              <c:pt idx="372">
                <c:v>-0.133413</c:v>
              </c:pt>
              <c:pt idx="373">
                <c:v>-0.12676999999999999</c:v>
              </c:pt>
              <c:pt idx="374">
                <c:v>-7.6805999999999999E-2</c:v>
              </c:pt>
              <c:pt idx="375">
                <c:v>-0.29656100000000002</c:v>
              </c:pt>
              <c:pt idx="376">
                <c:v>-0.42446699999999998</c:v>
              </c:pt>
              <c:pt idx="377">
                <c:v>1.0582370000000001</c:v>
              </c:pt>
              <c:pt idx="378">
                <c:v>0.55238799999999999</c:v>
              </c:pt>
              <c:pt idx="379">
                <c:v>0.15969</c:v>
              </c:pt>
              <c:pt idx="380">
                <c:v>-0.13908000000000001</c:v>
              </c:pt>
              <c:pt idx="381">
                <c:v>-0.296962</c:v>
              </c:pt>
              <c:pt idx="382">
                <c:v>0.24313899999999999</c:v>
              </c:pt>
              <c:pt idx="383">
                <c:v>-7.5713000000000003E-2</c:v>
              </c:pt>
              <c:pt idx="384">
                <c:v>0.203681</c:v>
              </c:pt>
              <c:pt idx="385">
                <c:v>0.234874</c:v>
              </c:pt>
              <c:pt idx="386">
                <c:v>-0.17341599999999999</c:v>
              </c:pt>
              <c:pt idx="387">
                <c:v>0.29189399999999999</c:v>
              </c:pt>
              <c:pt idx="388">
                <c:v>0.12956300000000001</c:v>
              </c:pt>
              <c:pt idx="389">
                <c:v>0.124737</c:v>
              </c:pt>
              <c:pt idx="390">
                <c:v>0.127802</c:v>
              </c:pt>
              <c:pt idx="391">
                <c:v>-0.18758</c:v>
              </c:pt>
              <c:pt idx="392">
                <c:v>-0.100949</c:v>
              </c:pt>
              <c:pt idx="393">
                <c:v>8.8387999999999994E-2</c:v>
              </c:pt>
              <c:pt idx="394">
                <c:v>-3.8358000000000003E-2</c:v>
              </c:pt>
              <c:pt idx="395">
                <c:v>9.8744999999999999E-2</c:v>
              </c:pt>
              <c:pt idx="396">
                <c:v>0.13653399999999999</c:v>
              </c:pt>
              <c:pt idx="397">
                <c:v>0.10938100000000001</c:v>
              </c:pt>
              <c:pt idx="398">
                <c:v>7.6685000000000003E-2</c:v>
              </c:pt>
              <c:pt idx="399">
                <c:v>-3.1544000000000003E-2</c:v>
              </c:pt>
              <c:pt idx="400">
                <c:v>0.15948200000000001</c:v>
              </c:pt>
              <c:pt idx="401">
                <c:v>-0.109221</c:v>
              </c:pt>
              <c:pt idx="402">
                <c:v>-8.6666000000000007E-2</c:v>
              </c:pt>
              <c:pt idx="403">
                <c:v>6.7455000000000001E-2</c:v>
              </c:pt>
              <c:pt idx="404">
                <c:v>-0.125639</c:v>
              </c:pt>
              <c:pt idx="405">
                <c:v>0.16461200000000001</c:v>
              </c:pt>
              <c:pt idx="406">
                <c:v>-0.13050800000000001</c:v>
              </c:pt>
              <c:pt idx="407">
                <c:v>0.104558</c:v>
              </c:pt>
              <c:pt idx="408">
                <c:v>-0.10988199999999999</c:v>
              </c:pt>
              <c:pt idx="409">
                <c:v>9.7111000000000003E-2</c:v>
              </c:pt>
              <c:pt idx="410">
                <c:v>0.23579900000000001</c:v>
              </c:pt>
              <c:pt idx="411">
                <c:v>-0.42854399999999998</c:v>
              </c:pt>
              <c:pt idx="412">
                <c:v>0.67898899999999995</c:v>
              </c:pt>
              <c:pt idx="413">
                <c:v>-0.57023800000000002</c:v>
              </c:pt>
              <c:pt idx="414">
                <c:v>-0.62375999999999998</c:v>
              </c:pt>
              <c:pt idx="415">
                <c:v>-0.38986900000000002</c:v>
              </c:pt>
              <c:pt idx="416">
                <c:v>-0.10754</c:v>
              </c:pt>
              <c:pt idx="417">
                <c:v>-0.10621999999999999</c:v>
              </c:pt>
              <c:pt idx="418">
                <c:v>-0.115621</c:v>
              </c:pt>
              <c:pt idx="419">
                <c:v>-0.143094</c:v>
              </c:pt>
              <c:pt idx="420">
                <c:v>6.0333999999999999E-2</c:v>
              </c:pt>
              <c:pt idx="421">
                <c:v>7.5383000000000006E-2</c:v>
              </c:pt>
              <c:pt idx="422">
                <c:v>-5.3288000000000002E-2</c:v>
              </c:pt>
              <c:pt idx="423">
                <c:v>5.2521999999999999E-2</c:v>
              </c:pt>
              <c:pt idx="424">
                <c:v>4.5268999999999997E-2</c:v>
              </c:pt>
              <c:pt idx="425">
                <c:v>9.1740000000000002E-2</c:v>
              </c:pt>
              <c:pt idx="426">
                <c:v>-0.100338</c:v>
              </c:pt>
              <c:pt idx="427">
                <c:v>-0.100228</c:v>
              </c:pt>
              <c:pt idx="428">
                <c:v>8.3105999999999999E-2</c:v>
              </c:pt>
              <c:pt idx="429">
                <c:v>3.4563999999999998E-2</c:v>
              </c:pt>
              <c:pt idx="430">
                <c:v>-0.19187599999999999</c:v>
              </c:pt>
              <c:pt idx="431">
                <c:v>0.47051700000000002</c:v>
              </c:pt>
              <c:pt idx="432">
                <c:v>0.13778000000000001</c:v>
              </c:pt>
              <c:pt idx="433">
                <c:v>-0.88229199999999997</c:v>
              </c:pt>
              <c:pt idx="434">
                <c:v>0.66769699999999998</c:v>
              </c:pt>
              <c:pt idx="435">
                <c:v>0.34057999999999999</c:v>
              </c:pt>
              <c:pt idx="436">
                <c:v>0.24643699999999999</c:v>
              </c:pt>
              <c:pt idx="437">
                <c:v>-0.194857</c:v>
              </c:pt>
              <c:pt idx="438">
                <c:v>-0.13327</c:v>
              </c:pt>
              <c:pt idx="439">
                <c:v>0.1593</c:v>
              </c:pt>
              <c:pt idx="440">
                <c:v>-9.3565999999999996E-2</c:v>
              </c:pt>
              <c:pt idx="441">
                <c:v>0.193129</c:v>
              </c:pt>
              <c:pt idx="442">
                <c:v>-0.15554799999999999</c:v>
              </c:pt>
              <c:pt idx="443">
                <c:v>-0.12811900000000001</c:v>
              </c:pt>
              <c:pt idx="444">
                <c:v>-0.11326700000000001</c:v>
              </c:pt>
              <c:pt idx="445">
                <c:v>-0.22048499999999999</c:v>
              </c:pt>
              <c:pt idx="446">
                <c:v>-0.31210599999999999</c:v>
              </c:pt>
              <c:pt idx="447">
                <c:v>0.89038700000000004</c:v>
              </c:pt>
              <c:pt idx="448">
                <c:v>1.0493600000000001</c:v>
              </c:pt>
              <c:pt idx="449">
                <c:v>0.33488200000000001</c:v>
              </c:pt>
              <c:pt idx="450">
                <c:v>0.15158199999999999</c:v>
              </c:pt>
              <c:pt idx="451">
                <c:v>0.125024</c:v>
              </c:pt>
              <c:pt idx="452">
                <c:v>-0.30125299999999999</c:v>
              </c:pt>
              <c:pt idx="453">
                <c:v>-6.8268999999999996E-2</c:v>
              </c:pt>
              <c:pt idx="454">
                <c:v>-0.13120699999999999</c:v>
              </c:pt>
              <c:pt idx="455">
                <c:v>0.191026</c:v>
              </c:pt>
              <c:pt idx="456">
                <c:v>-0.166628</c:v>
              </c:pt>
              <c:pt idx="457">
                <c:v>0.15592300000000001</c:v>
              </c:pt>
              <c:pt idx="458">
                <c:v>0.29133100000000001</c:v>
              </c:pt>
              <c:pt idx="459">
                <c:v>-8.8790999999999995E-2</c:v>
              </c:pt>
              <c:pt idx="460">
                <c:v>-0.12098200000000001</c:v>
              </c:pt>
              <c:pt idx="461">
                <c:v>-8.9450000000000002E-2</c:v>
              </c:pt>
              <c:pt idx="462">
                <c:v>-0.19453599999999999</c:v>
              </c:pt>
              <c:pt idx="463">
                <c:v>6.2506000000000006E-2</c:v>
              </c:pt>
              <c:pt idx="464">
                <c:v>7.2080000000000005E-2</c:v>
              </c:pt>
              <c:pt idx="465">
                <c:v>-3.4507000000000003E-2</c:v>
              </c:pt>
              <c:pt idx="466">
                <c:v>0.122408</c:v>
              </c:pt>
              <c:pt idx="467">
                <c:v>0.131221</c:v>
              </c:pt>
              <c:pt idx="468">
                <c:v>6.9786000000000001E-2</c:v>
              </c:pt>
              <c:pt idx="469">
                <c:v>6.4444000000000001E-2</c:v>
              </c:pt>
              <c:pt idx="470">
                <c:v>2.1274000000000001E-2</c:v>
              </c:pt>
              <c:pt idx="471">
                <c:v>-0.14218500000000001</c:v>
              </c:pt>
              <c:pt idx="472">
                <c:v>-9.8824999999999996E-2</c:v>
              </c:pt>
              <c:pt idx="473">
                <c:v>8.2851999999999995E-2</c:v>
              </c:pt>
              <c:pt idx="474">
                <c:v>7.3248999999999995E-2</c:v>
              </c:pt>
              <c:pt idx="475">
                <c:v>-0.12864700000000001</c:v>
              </c:pt>
              <c:pt idx="476">
                <c:v>-0.21415300000000001</c:v>
              </c:pt>
              <c:pt idx="477">
                <c:v>9.9979999999999999E-2</c:v>
              </c:pt>
              <c:pt idx="478">
                <c:v>9.7814999999999999E-2</c:v>
              </c:pt>
              <c:pt idx="479">
                <c:v>-0.11154500000000001</c:v>
              </c:pt>
              <c:pt idx="480">
                <c:v>9.4924999999999995E-2</c:v>
              </c:pt>
              <c:pt idx="481">
                <c:v>-0.277337</c:v>
              </c:pt>
              <c:pt idx="482">
                <c:v>-0.57626999999999995</c:v>
              </c:pt>
              <c:pt idx="483">
                <c:v>0.69048399999999999</c:v>
              </c:pt>
              <c:pt idx="484">
                <c:v>-0.70975900000000003</c:v>
              </c:pt>
              <c:pt idx="485">
                <c:v>-0.62573199999999995</c:v>
              </c:pt>
              <c:pt idx="486">
                <c:v>-0.158134</c:v>
              </c:pt>
              <c:pt idx="487">
                <c:v>-9.1318999999999997E-2</c:v>
              </c:pt>
              <c:pt idx="488">
                <c:v>-0.109352</c:v>
              </c:pt>
              <c:pt idx="489">
                <c:v>0.11938</c:v>
              </c:pt>
              <c:pt idx="490">
                <c:v>-0.151731</c:v>
              </c:pt>
              <c:pt idx="491">
                <c:v>7.6715000000000005E-2</c:v>
              </c:pt>
              <c:pt idx="492">
                <c:v>-5.6974999999999998E-2</c:v>
              </c:pt>
              <c:pt idx="493">
                <c:v>5.1997000000000002E-2</c:v>
              </c:pt>
              <c:pt idx="494">
                <c:v>4.0114999999999998E-2</c:v>
              </c:pt>
              <c:pt idx="495">
                <c:v>4.9835999999999998E-2</c:v>
              </c:pt>
              <c:pt idx="496">
                <c:v>0.11949</c:v>
              </c:pt>
              <c:pt idx="497">
                <c:v>-0.108427</c:v>
              </c:pt>
              <c:pt idx="498">
                <c:v>9.0061000000000002E-2</c:v>
              </c:pt>
              <c:pt idx="499">
                <c:v>-7.9449000000000006E-2</c:v>
              </c:pt>
              <c:pt idx="500">
                <c:v>2.9262E-2</c:v>
              </c:pt>
              <c:pt idx="501">
                <c:v>-0.20385900000000001</c:v>
              </c:pt>
              <c:pt idx="502">
                <c:v>0.45866699999999999</c:v>
              </c:pt>
              <c:pt idx="503">
                <c:v>-0.24415400000000001</c:v>
              </c:pt>
              <c:pt idx="504">
                <c:v>-0.91938799999999998</c:v>
              </c:pt>
              <c:pt idx="505">
                <c:v>0.65905100000000005</c:v>
              </c:pt>
              <c:pt idx="506">
                <c:v>0.40808299999999997</c:v>
              </c:pt>
              <c:pt idx="507">
                <c:v>0.24435000000000001</c:v>
              </c:pt>
              <c:pt idx="508">
                <c:v>0.15756400000000001</c:v>
              </c:pt>
              <c:pt idx="509">
                <c:v>0.14588899999999999</c:v>
              </c:pt>
              <c:pt idx="510">
                <c:v>-0.160528</c:v>
              </c:pt>
              <c:pt idx="511">
                <c:v>-6.4562999999999995E-2</c:v>
              </c:pt>
              <c:pt idx="512">
                <c:v>-0.17338400000000001</c:v>
              </c:pt>
              <c:pt idx="513">
                <c:v>-0.14729700000000001</c:v>
              </c:pt>
              <c:pt idx="514">
                <c:v>0.135796</c:v>
              </c:pt>
              <c:pt idx="515">
                <c:v>-8.5697999999999996E-2</c:v>
              </c:pt>
              <c:pt idx="516">
                <c:v>0.24843799999999999</c:v>
              </c:pt>
              <c:pt idx="517">
                <c:v>-0.30561100000000002</c:v>
              </c:pt>
              <c:pt idx="518">
                <c:v>-0.94930899999999996</c:v>
              </c:pt>
              <c:pt idx="519">
                <c:v>1.0633379999999999</c:v>
              </c:pt>
              <c:pt idx="520">
                <c:v>-0.19136800000000001</c:v>
              </c:pt>
              <c:pt idx="521">
                <c:v>-0.127724</c:v>
              </c:pt>
              <c:pt idx="522">
                <c:v>0.114429</c:v>
              </c:pt>
              <c:pt idx="523">
                <c:v>-0.32289400000000001</c:v>
              </c:pt>
              <c:pt idx="524">
                <c:v>-6.7790000000000003E-2</c:v>
              </c:pt>
              <c:pt idx="525">
                <c:v>0.195857</c:v>
              </c:pt>
              <c:pt idx="526">
                <c:v>0.23910200000000001</c:v>
              </c:pt>
              <c:pt idx="527">
                <c:v>-0.173016</c:v>
              </c:pt>
              <c:pt idx="528">
                <c:v>0.15599099999999999</c:v>
              </c:pt>
              <c:pt idx="529">
                <c:v>0.28710400000000003</c:v>
              </c:pt>
              <c:pt idx="530">
                <c:v>-0.114109</c:v>
              </c:pt>
              <c:pt idx="531">
                <c:v>-0.117586</c:v>
              </c:pt>
              <c:pt idx="532">
                <c:v>9.2438999999999993E-2</c:v>
              </c:pt>
              <c:pt idx="533">
                <c:v>-0.180228</c:v>
              </c:pt>
              <c:pt idx="534">
                <c:v>6.2297999999999999E-2</c:v>
              </c:pt>
              <c:pt idx="535">
                <c:v>7.4565000000000006E-2</c:v>
              </c:pt>
              <c:pt idx="536">
                <c:v>3.1445000000000001E-2</c:v>
              </c:pt>
              <c:pt idx="537">
                <c:v>0.128965</c:v>
              </c:pt>
              <c:pt idx="538">
                <c:v>0.13686999999999999</c:v>
              </c:pt>
              <c:pt idx="539">
                <c:v>6.0606E-2</c:v>
              </c:pt>
              <c:pt idx="540">
                <c:v>6.8240999999999996E-2</c:v>
              </c:pt>
              <c:pt idx="541">
                <c:v>-0.145841</c:v>
              </c:pt>
              <c:pt idx="542">
                <c:v>0.13810800000000001</c:v>
              </c:pt>
              <c:pt idx="543">
                <c:v>-0.113236</c:v>
              </c:pt>
              <c:pt idx="544">
                <c:v>5.4223E-2</c:v>
              </c:pt>
              <c:pt idx="545">
                <c:v>-0.120376</c:v>
              </c:pt>
              <c:pt idx="546">
                <c:v>-0.15213099999999999</c:v>
              </c:pt>
              <c:pt idx="547">
                <c:v>0.109108</c:v>
              </c:pt>
              <c:pt idx="548">
                <c:v>-9.7144999999999995E-2</c:v>
              </c:pt>
              <c:pt idx="549">
                <c:v>0.113162</c:v>
              </c:pt>
              <c:pt idx="550">
                <c:v>-0.12341100000000001</c:v>
              </c:pt>
              <c:pt idx="551">
                <c:v>-6.5703999999999999E-2</c:v>
              </c:pt>
              <c:pt idx="552">
                <c:v>0.27627099999999999</c:v>
              </c:pt>
              <c:pt idx="553">
                <c:v>-0.57564499999999996</c:v>
              </c:pt>
              <c:pt idx="554">
                <c:v>0.67046399999999995</c:v>
              </c:pt>
              <c:pt idx="555">
                <c:v>-0.64034899999999995</c:v>
              </c:pt>
              <c:pt idx="556">
                <c:v>0.51307199999999997</c:v>
              </c:pt>
              <c:pt idx="557">
                <c:v>-0.14766799999999999</c:v>
              </c:pt>
              <c:pt idx="558">
                <c:v>-0.117702</c:v>
              </c:pt>
              <c:pt idx="559">
                <c:v>-0.10677200000000001</c:v>
              </c:pt>
              <c:pt idx="560">
                <c:v>0.117563</c:v>
              </c:pt>
              <c:pt idx="561">
                <c:v>-0.14227899999999999</c:v>
              </c:pt>
              <c:pt idx="562">
                <c:v>6.0765E-2</c:v>
              </c:pt>
              <c:pt idx="563">
                <c:v>6.7507999999999999E-2</c:v>
              </c:pt>
              <c:pt idx="564">
                <c:v>-5.8826999999999997E-2</c:v>
              </c:pt>
              <c:pt idx="565">
                <c:v>3.9058000000000002E-2</c:v>
              </c:pt>
              <c:pt idx="566">
                <c:v>4.5017000000000001E-2</c:v>
              </c:pt>
              <c:pt idx="567">
                <c:v>0.11419700000000001</c:v>
              </c:pt>
              <c:pt idx="568">
                <c:v>-0.11063199999999999</c:v>
              </c:pt>
              <c:pt idx="569">
                <c:v>0.111527</c:v>
              </c:pt>
              <c:pt idx="570">
                <c:v>-9.4657000000000005E-2</c:v>
              </c:pt>
              <c:pt idx="571">
                <c:v>2.3931999999999998E-2</c:v>
              </c:pt>
              <c:pt idx="572">
                <c:v>-0.18596699999999999</c:v>
              </c:pt>
              <c:pt idx="573">
                <c:v>0.48567199999999999</c:v>
              </c:pt>
              <c:pt idx="574">
                <c:v>-0.18354000000000001</c:v>
              </c:pt>
              <c:pt idx="575">
                <c:v>-0.91255799999999998</c:v>
              </c:pt>
              <c:pt idx="576">
                <c:v>0.66051199999999999</c:v>
              </c:pt>
              <c:pt idx="577">
                <c:v>0.37809599999999999</c:v>
              </c:pt>
              <c:pt idx="578">
                <c:v>0.257189</c:v>
              </c:pt>
              <c:pt idx="579">
                <c:v>-0.17039000000000001</c:v>
              </c:pt>
              <c:pt idx="580">
                <c:v>-0.118968</c:v>
              </c:pt>
              <c:pt idx="581">
                <c:v>0.15759999999999999</c:v>
              </c:pt>
              <c:pt idx="582">
                <c:v>-8.1836999999999993E-2</c:v>
              </c:pt>
              <c:pt idx="583">
                <c:v>0.17538400000000001</c:v>
              </c:pt>
              <c:pt idx="584">
                <c:v>-0.16015399999999999</c:v>
              </c:pt>
              <c:pt idx="585">
                <c:v>0.12446699999999999</c:v>
              </c:pt>
              <c:pt idx="586">
                <c:v>-0.116677</c:v>
              </c:pt>
              <c:pt idx="587">
                <c:v>-0.23272000000000001</c:v>
              </c:pt>
              <c:pt idx="588">
                <c:v>-0.294402</c:v>
              </c:pt>
              <c:pt idx="589">
                <c:v>0.89291500000000001</c:v>
              </c:pt>
              <c:pt idx="590">
                <c:v>1.0774250000000001</c:v>
              </c:pt>
              <c:pt idx="591">
                <c:v>0.32788099999999998</c:v>
              </c:pt>
              <c:pt idx="592">
                <c:v>-0.130185</c:v>
              </c:pt>
              <c:pt idx="593">
                <c:v>0.115291</c:v>
              </c:pt>
              <c:pt idx="594">
                <c:v>-0.317936</c:v>
              </c:pt>
              <c:pt idx="595">
                <c:v>6.7159999999999997E-2</c:v>
              </c:pt>
              <c:pt idx="596">
                <c:v>-0.17100299999999999</c:v>
              </c:pt>
              <c:pt idx="597">
                <c:v>0.19561700000000001</c:v>
              </c:pt>
              <c:pt idx="598">
                <c:v>0.17416300000000001</c:v>
              </c:pt>
              <c:pt idx="599">
                <c:v>0.15245900000000001</c:v>
              </c:pt>
              <c:pt idx="600">
                <c:v>0.272393</c:v>
              </c:pt>
              <c:pt idx="601">
                <c:v>-8.4793999999999994E-2</c:v>
              </c:pt>
              <c:pt idx="602">
                <c:v>-0.124172</c:v>
              </c:pt>
              <c:pt idx="603">
                <c:v>8.7379999999999999E-2</c:v>
              </c:pt>
              <c:pt idx="604">
                <c:v>-0.181667</c:v>
              </c:pt>
              <c:pt idx="605">
                <c:v>5.9941000000000001E-2</c:v>
              </c:pt>
              <c:pt idx="606">
                <c:v>6.1622999999999997E-2</c:v>
              </c:pt>
              <c:pt idx="607">
                <c:v>-3.1634000000000002E-2</c:v>
              </c:pt>
              <c:pt idx="608">
                <c:v>0.10563599999999999</c:v>
              </c:pt>
              <c:pt idx="609">
                <c:v>0.12906899999999999</c:v>
              </c:pt>
              <c:pt idx="610">
                <c:v>6.6677E-2</c:v>
              </c:pt>
              <c:pt idx="611">
                <c:v>-6.5589999999999996E-2</c:v>
              </c:pt>
              <c:pt idx="612">
                <c:v>2.1055000000000001E-2</c:v>
              </c:pt>
              <c:pt idx="613">
                <c:v>-0.13134299999999999</c:v>
              </c:pt>
              <c:pt idx="614">
                <c:v>-9.6934999999999993E-2</c:v>
              </c:pt>
              <c:pt idx="615">
                <c:v>-7.3965000000000003E-2</c:v>
              </c:pt>
              <c:pt idx="616">
                <c:v>5.5258000000000002E-2</c:v>
              </c:pt>
              <c:pt idx="617">
                <c:v>-0.119827</c:v>
              </c:pt>
              <c:pt idx="618">
                <c:v>-0.167715</c:v>
              </c:pt>
              <c:pt idx="619">
                <c:v>-0.11212</c:v>
              </c:pt>
              <c:pt idx="620">
                <c:v>0.114413</c:v>
              </c:pt>
              <c:pt idx="621">
                <c:v>-9.6264000000000002E-2</c:v>
              </c:pt>
              <c:pt idx="622">
                <c:v>0.10885499999999999</c:v>
              </c:pt>
              <c:pt idx="623">
                <c:v>0.177929</c:v>
              </c:pt>
              <c:pt idx="624">
                <c:v>0.36405199999999999</c:v>
              </c:pt>
              <c:pt idx="625">
                <c:v>0.66064299999999998</c:v>
              </c:pt>
              <c:pt idx="626">
                <c:v>0.47161500000000001</c:v>
              </c:pt>
              <c:pt idx="627">
                <c:v>-0.72660899999999995</c:v>
              </c:pt>
              <c:pt idx="628">
                <c:v>0.41826600000000003</c:v>
              </c:pt>
              <c:pt idx="629">
                <c:v>-0.104131</c:v>
              </c:pt>
              <c:pt idx="630">
                <c:v>-0.10717699999999999</c:v>
              </c:pt>
              <c:pt idx="631">
                <c:v>0.119279</c:v>
              </c:pt>
              <c:pt idx="632">
                <c:v>-0.15659799999999999</c:v>
              </c:pt>
              <c:pt idx="633">
                <c:v>-7.0211999999999997E-2</c:v>
              </c:pt>
              <c:pt idx="634">
                <c:v>7.2036000000000003E-2</c:v>
              </c:pt>
              <c:pt idx="635">
                <c:v>6.2191000000000003E-2</c:v>
              </c:pt>
              <c:pt idx="636">
                <c:v>4.5580000000000002E-2</c:v>
              </c:pt>
              <c:pt idx="637">
                <c:v>5.0112999999999998E-2</c:v>
              </c:pt>
              <c:pt idx="638">
                <c:v>9.3688999999999995E-2</c:v>
              </c:pt>
              <c:pt idx="639">
                <c:v>-0.110217</c:v>
              </c:pt>
              <c:pt idx="640">
                <c:v>-0.101247</c:v>
              </c:pt>
              <c:pt idx="641">
                <c:v>8.6835999999999997E-2</c:v>
              </c:pt>
              <c:pt idx="642">
                <c:v>3.6207000000000003E-2</c:v>
              </c:pt>
              <c:pt idx="643">
                <c:v>-0.18936500000000001</c:v>
              </c:pt>
              <c:pt idx="644">
                <c:v>0.464453</c:v>
              </c:pt>
              <c:pt idx="645">
                <c:v>0.227739</c:v>
              </c:pt>
              <c:pt idx="646">
                <c:v>0.77597700000000003</c:v>
              </c:pt>
              <c:pt idx="647">
                <c:v>-0.90260399999999996</c:v>
              </c:pt>
              <c:pt idx="648">
                <c:v>-0.61051900000000003</c:v>
              </c:pt>
              <c:pt idx="649">
                <c:v>0.24545700000000001</c:v>
              </c:pt>
              <c:pt idx="650">
                <c:v>-0.17278499999999999</c:v>
              </c:pt>
              <c:pt idx="651">
                <c:v>0.13750999999999999</c:v>
              </c:pt>
              <c:pt idx="652">
                <c:v>0.17419100000000001</c:v>
              </c:pt>
              <c:pt idx="653">
                <c:v>0.11985</c:v>
              </c:pt>
              <c:pt idx="654">
                <c:v>0.15850600000000001</c:v>
              </c:pt>
              <c:pt idx="655">
                <c:v>0.17170199999999999</c:v>
              </c:pt>
              <c:pt idx="656">
                <c:v>0.14669299999999999</c:v>
              </c:pt>
              <c:pt idx="657">
                <c:v>-0.119522</c:v>
              </c:pt>
              <c:pt idx="658">
                <c:v>-7.6234999999999997E-2</c:v>
              </c:pt>
              <c:pt idx="659">
                <c:v>-0.28234199999999998</c:v>
              </c:pt>
              <c:pt idx="660">
                <c:v>-0.43917699999999998</c:v>
              </c:pt>
              <c:pt idx="661">
                <c:v>1.059974</c:v>
              </c:pt>
              <c:pt idx="662">
                <c:v>0.55508800000000003</c:v>
              </c:pt>
              <c:pt idx="663">
                <c:v>0.15451599999999999</c:v>
              </c:pt>
              <c:pt idx="664">
                <c:v>-0.13553599999999999</c:v>
              </c:pt>
              <c:pt idx="665">
                <c:v>-0.331787</c:v>
              </c:pt>
              <c:pt idx="666">
                <c:v>0.26284600000000002</c:v>
              </c:pt>
              <c:pt idx="667">
                <c:v>7.2167999999999996E-2</c:v>
              </c:pt>
              <c:pt idx="668">
                <c:v>0.21026600000000001</c:v>
              </c:pt>
              <c:pt idx="669">
                <c:v>0.22159799999999999</c:v>
              </c:pt>
              <c:pt idx="670">
                <c:v>0.174096</c:v>
              </c:pt>
              <c:pt idx="671">
                <c:v>0.28128599999999998</c:v>
              </c:pt>
              <c:pt idx="672">
                <c:v>0.22595299999999999</c:v>
              </c:pt>
              <c:pt idx="673">
                <c:v>0.14372499999999999</c:v>
              </c:pt>
              <c:pt idx="674">
                <c:v>-0.15131800000000001</c:v>
              </c:pt>
              <c:pt idx="675">
                <c:v>-0.17444799999999999</c:v>
              </c:pt>
              <c:pt idx="676">
                <c:v>0.14702399999999999</c:v>
              </c:pt>
              <c:pt idx="677">
                <c:v>5.9344000000000001E-2</c:v>
              </c:pt>
              <c:pt idx="678">
                <c:v>-4.2047000000000001E-2</c:v>
              </c:pt>
              <c:pt idx="679">
                <c:v>8.7473999999999996E-2</c:v>
              </c:pt>
              <c:pt idx="680">
                <c:v>0.12856600000000001</c:v>
              </c:pt>
              <c:pt idx="681">
                <c:v>0.13683600000000001</c:v>
              </c:pt>
              <c:pt idx="682">
                <c:v>6.3149999999999998E-2</c:v>
              </c:pt>
              <c:pt idx="683">
                <c:v>-2.7421999999999998E-2</c:v>
              </c:pt>
              <c:pt idx="684">
                <c:v>-0.147064</c:v>
              </c:pt>
              <c:pt idx="685">
                <c:v>-0.111208</c:v>
              </c:pt>
              <c:pt idx="686">
                <c:v>-8.3896999999999999E-2</c:v>
              </c:pt>
              <c:pt idx="687">
                <c:v>-4.1908000000000001E-2</c:v>
              </c:pt>
              <c:pt idx="688">
                <c:v>-0.114416</c:v>
              </c:pt>
              <c:pt idx="689">
                <c:v>-0.153503</c:v>
              </c:pt>
              <c:pt idx="690">
                <c:v>8.5846000000000006E-2</c:v>
              </c:pt>
              <c:pt idx="691">
                <c:v>9.6673999999999996E-2</c:v>
              </c:pt>
              <c:pt idx="692">
                <c:v>0.114209</c:v>
              </c:pt>
              <c:pt idx="693">
                <c:v>-0.101128</c:v>
              </c:pt>
              <c:pt idx="694">
                <c:v>-6.6007999999999997E-2</c:v>
              </c:pt>
              <c:pt idx="695">
                <c:v>0.27423399999999998</c:v>
              </c:pt>
              <c:pt idx="696">
                <c:v>0.655613</c:v>
              </c:pt>
              <c:pt idx="697">
                <c:v>-0.245863</c:v>
              </c:pt>
              <c:pt idx="698">
                <c:v>-0.69333500000000003</c:v>
              </c:pt>
              <c:pt idx="699">
                <c:v>0.49002000000000001</c:v>
              </c:pt>
              <c:pt idx="700">
                <c:v>-7.7731999999999996E-2</c:v>
              </c:pt>
              <c:pt idx="701">
                <c:v>-8.1125000000000003E-2</c:v>
              </c:pt>
              <c:pt idx="702">
                <c:v>-0.10893899999999999</c:v>
              </c:pt>
              <c:pt idx="703">
                <c:v>0.116162</c:v>
              </c:pt>
              <c:pt idx="704">
                <c:v>-0.160968</c:v>
              </c:pt>
              <c:pt idx="705">
                <c:v>6.2747999999999998E-2</c:v>
              </c:pt>
              <c:pt idx="706">
                <c:v>7.0459999999999995E-2</c:v>
              </c:pt>
              <c:pt idx="707">
                <c:v>4.6184000000000003E-2</c:v>
              </c:pt>
              <c:pt idx="708">
                <c:v>5.6002000000000003E-2</c:v>
              </c:pt>
              <c:pt idx="709">
                <c:v>6.1654E-2</c:v>
              </c:pt>
              <c:pt idx="710">
                <c:v>0.164052</c:v>
              </c:pt>
              <c:pt idx="711">
                <c:v>-9.6407000000000007E-2</c:v>
              </c:pt>
              <c:pt idx="712">
                <c:v>7.9120999999999997E-2</c:v>
              </c:pt>
              <c:pt idx="713">
                <c:v>6.6099000000000005E-2</c:v>
              </c:pt>
              <c:pt idx="714">
                <c:v>2.8573000000000001E-2</c:v>
              </c:pt>
              <c:pt idx="715">
                <c:v>0.20652899999999999</c:v>
              </c:pt>
              <c:pt idx="716">
                <c:v>0.48871599999999998</c:v>
              </c:pt>
              <c:pt idx="717">
                <c:v>-0.40920899999999999</c:v>
              </c:pt>
              <c:pt idx="718">
                <c:v>-0.92691599999999996</c:v>
              </c:pt>
              <c:pt idx="719">
                <c:v>0.65791500000000003</c:v>
              </c:pt>
              <c:pt idx="720">
                <c:v>0.36694399999999999</c:v>
              </c:pt>
              <c:pt idx="721">
                <c:v>0.25206299999999998</c:v>
              </c:pt>
              <c:pt idx="722">
                <c:v>0.14588499999999999</c:v>
              </c:pt>
              <c:pt idx="723">
                <c:v>0.14726600000000001</c:v>
              </c:pt>
              <c:pt idx="724">
                <c:v>-0.13882700000000001</c:v>
              </c:pt>
              <c:pt idx="725">
                <c:v>-6.4011999999999999E-2</c:v>
              </c:pt>
              <c:pt idx="726">
                <c:v>0.170013</c:v>
              </c:pt>
              <c:pt idx="727">
                <c:v>-0.164266</c:v>
              </c:pt>
              <c:pt idx="728">
                <c:v>0.12221899999999999</c:v>
              </c:pt>
              <c:pt idx="729">
                <c:v>8.1925999999999999E-2</c:v>
              </c:pt>
              <c:pt idx="730">
                <c:v>-0.22350900000000001</c:v>
              </c:pt>
              <c:pt idx="731">
                <c:v>-0.30462499999999998</c:v>
              </c:pt>
              <c:pt idx="732">
                <c:v>0.87143000000000004</c:v>
              </c:pt>
              <c:pt idx="733">
                <c:v>1.0650379999999999</c:v>
              </c:pt>
              <c:pt idx="734">
                <c:v>-0.18801899999999999</c:v>
              </c:pt>
              <c:pt idx="735">
                <c:v>-0.13728099999999999</c:v>
              </c:pt>
              <c:pt idx="736">
                <c:v>0.113555</c:v>
              </c:pt>
              <c:pt idx="737">
                <c:v>-0.33092199999999999</c:v>
              </c:pt>
              <c:pt idx="738">
                <c:v>7.3873999999999995E-2</c:v>
              </c:pt>
              <c:pt idx="739">
                <c:v>-0.15420300000000001</c:v>
              </c:pt>
              <c:pt idx="740">
                <c:v>-0.21785399999999999</c:v>
              </c:pt>
              <c:pt idx="741">
                <c:v>0.16871800000000001</c:v>
              </c:pt>
              <c:pt idx="742">
                <c:v>0.16161900000000001</c:v>
              </c:pt>
              <c:pt idx="743">
                <c:v>0.25882500000000003</c:v>
              </c:pt>
              <c:pt idx="744">
                <c:v>7.4307999999999999E-2</c:v>
              </c:pt>
              <c:pt idx="745">
                <c:v>-0.11937</c:v>
              </c:pt>
              <c:pt idx="746">
                <c:v>-0.108483</c:v>
              </c:pt>
              <c:pt idx="747">
                <c:v>-0.17819299999999999</c:v>
              </c:pt>
              <c:pt idx="748">
                <c:v>5.9107E-2</c:v>
              </c:pt>
              <c:pt idx="749">
                <c:v>4.6951E-2</c:v>
              </c:pt>
              <c:pt idx="750">
                <c:v>-3.8003000000000002E-2</c:v>
              </c:pt>
              <c:pt idx="751">
                <c:v>0.11318300000000001</c:v>
              </c:pt>
              <c:pt idx="752">
                <c:v>0.138325</c:v>
              </c:pt>
              <c:pt idx="753">
                <c:v>-7.1836999999999998E-2</c:v>
              </c:pt>
              <c:pt idx="754">
                <c:v>5.3781000000000002E-2</c:v>
              </c:pt>
              <c:pt idx="755">
                <c:v>1.8849999999999999E-2</c:v>
              </c:pt>
              <c:pt idx="756">
                <c:v>0.15010399999999999</c:v>
              </c:pt>
              <c:pt idx="757">
                <c:v>-0.10866199999999999</c:v>
              </c:pt>
              <c:pt idx="758">
                <c:v>-9.3969999999999998E-2</c:v>
              </c:pt>
              <c:pt idx="759">
                <c:v>6.7104999999999998E-2</c:v>
              </c:pt>
              <c:pt idx="760">
                <c:v>-0.126217</c:v>
              </c:pt>
              <c:pt idx="761">
                <c:v>-0.13525499999999999</c:v>
              </c:pt>
              <c:pt idx="762">
                <c:v>-8.8746000000000005E-2</c:v>
              </c:pt>
              <c:pt idx="763">
                <c:v>9.5863000000000004E-2</c:v>
              </c:pt>
              <c:pt idx="764">
                <c:v>0.10059800000000001</c:v>
              </c:pt>
              <c:pt idx="765">
                <c:v>-9.1645000000000004E-2</c:v>
              </c:pt>
              <c:pt idx="766">
                <c:v>5.3498999999999998E-2</c:v>
              </c:pt>
              <c:pt idx="767">
                <c:v>0.36203000000000002</c:v>
              </c:pt>
              <c:pt idx="768">
                <c:v>0.64349800000000001</c:v>
              </c:pt>
              <c:pt idx="769">
                <c:v>0.26574399999999998</c:v>
              </c:pt>
              <c:pt idx="770">
                <c:v>-0.63394700000000004</c:v>
              </c:pt>
              <c:pt idx="771">
                <c:v>0.41189799999999999</c:v>
              </c:pt>
              <c:pt idx="772">
                <c:v>-9.0801999999999994E-2</c:v>
              </c:pt>
              <c:pt idx="773">
                <c:v>-9.8890000000000006E-2</c:v>
              </c:pt>
              <c:pt idx="774">
                <c:v>-0.112415</c:v>
              </c:pt>
              <c:pt idx="775">
                <c:v>-0.15484100000000001</c:v>
              </c:pt>
              <c:pt idx="776">
                <c:v>-7.571E-2</c:v>
              </c:pt>
              <c:pt idx="777">
                <c:v>8.2438999999999998E-2</c:v>
              </c:pt>
              <c:pt idx="778">
                <c:v>-6.0252E-2</c:v>
              </c:pt>
              <c:pt idx="779">
                <c:v>5.6277000000000001E-2</c:v>
              </c:pt>
              <c:pt idx="780">
                <c:v>4.2409000000000002E-2</c:v>
              </c:pt>
              <c:pt idx="781">
                <c:v>-7.0208000000000007E-2</c:v>
              </c:pt>
              <c:pt idx="782">
                <c:v>0.102106</c:v>
              </c:pt>
              <c:pt idx="783">
                <c:v>-0.118812</c:v>
              </c:pt>
              <c:pt idx="784">
                <c:v>8.9071999999999998E-2</c:v>
              </c:pt>
              <c:pt idx="785">
                <c:v>6.4557000000000003E-2</c:v>
              </c:pt>
              <c:pt idx="786">
                <c:v>3.0256000000000002E-2</c:v>
              </c:pt>
              <c:pt idx="787">
                <c:v>0.47847099999999998</c:v>
              </c:pt>
              <c:pt idx="788">
                <c:v>0.35340500000000002</c:v>
              </c:pt>
              <c:pt idx="789">
                <c:v>0.76022100000000004</c:v>
              </c:pt>
              <c:pt idx="790">
                <c:v>-0.94612399999999997</c:v>
              </c:pt>
              <c:pt idx="791">
                <c:v>-0.60619999999999996</c:v>
              </c:pt>
              <c:pt idx="792">
                <c:v>0.219889</c:v>
              </c:pt>
              <c:pt idx="793">
                <c:v>0.19963700000000001</c:v>
              </c:pt>
              <c:pt idx="794">
                <c:v>0.148649</c:v>
              </c:pt>
              <c:pt idx="795">
                <c:v>0.16090199999999999</c:v>
              </c:pt>
              <c:pt idx="796">
                <c:v>9.2254000000000003E-2</c:v>
              </c:pt>
              <c:pt idx="797">
                <c:v>-6.2288999999999997E-2</c:v>
              </c:pt>
              <c:pt idx="798">
                <c:v>0.17694299999999999</c:v>
              </c:pt>
              <c:pt idx="799">
                <c:v>-0.15259700000000001</c:v>
              </c:pt>
              <c:pt idx="800">
                <c:v>-0.118813</c:v>
              </c:pt>
              <c:pt idx="801">
                <c:v>8.7345000000000006E-2</c:v>
              </c:pt>
              <c:pt idx="802">
                <c:v>-0.28010400000000002</c:v>
              </c:pt>
              <c:pt idx="803">
                <c:v>-0.44117200000000001</c:v>
              </c:pt>
              <c:pt idx="804">
                <c:v>-1.036653</c:v>
              </c:pt>
              <c:pt idx="805">
                <c:v>1.0540389999999999</c:v>
              </c:pt>
              <c:pt idx="806">
                <c:v>0.14146300000000001</c:v>
              </c:pt>
              <c:pt idx="807">
                <c:v>-0.137299</c:v>
              </c:pt>
              <c:pt idx="808">
                <c:v>-0.102271</c:v>
              </c:pt>
              <c:pt idx="809">
                <c:v>-0.33246100000000001</c:v>
              </c:pt>
              <c:pt idx="810">
                <c:v>7.1681999999999996E-2</c:v>
              </c:pt>
              <c:pt idx="811">
                <c:v>0.22294900000000001</c:v>
              </c:pt>
              <c:pt idx="812">
                <c:v>0.24004600000000001</c:v>
              </c:pt>
              <c:pt idx="813">
                <c:v>0.17133899999999999</c:v>
              </c:pt>
              <c:pt idx="814">
                <c:v>0.25251800000000002</c:v>
              </c:pt>
              <c:pt idx="815">
                <c:v>0.23766300000000001</c:v>
              </c:pt>
              <c:pt idx="816">
                <c:v>8.3445000000000005E-2</c:v>
              </c:pt>
              <c:pt idx="817">
                <c:v>0.15999099999999999</c:v>
              </c:pt>
              <c:pt idx="818">
                <c:v>8.9070999999999997E-2</c:v>
              </c:pt>
              <c:pt idx="819">
                <c:v>-0.19217899999999999</c:v>
              </c:pt>
              <c:pt idx="820">
                <c:v>6.1918000000000001E-2</c:v>
              </c:pt>
              <c:pt idx="821">
                <c:v>4.9542999999999997E-2</c:v>
              </c:pt>
              <c:pt idx="822">
                <c:v>6.5564999999999998E-2</c:v>
              </c:pt>
              <c:pt idx="823">
                <c:v>0.146568</c:v>
              </c:pt>
              <c:pt idx="824">
                <c:v>0.13995099999999999</c:v>
              </c:pt>
              <c:pt idx="825">
                <c:v>5.7471000000000001E-2</c:v>
              </c:pt>
              <c:pt idx="826">
                <c:v>2.9519E-2</c:v>
              </c:pt>
              <c:pt idx="827">
                <c:v>0.150973</c:v>
              </c:pt>
              <c:pt idx="828">
                <c:v>-0.107463</c:v>
              </c:pt>
              <c:pt idx="829">
                <c:v>-8.4213999999999997E-2</c:v>
              </c:pt>
              <c:pt idx="830">
                <c:v>-2.6911999999999998E-2</c:v>
              </c:pt>
              <c:pt idx="831">
                <c:v>0.137298</c:v>
              </c:pt>
              <c:pt idx="832">
                <c:v>-0.16282199999999999</c:v>
              </c:pt>
              <c:pt idx="833">
                <c:v>9.1326000000000004E-2</c:v>
              </c:pt>
              <c:pt idx="834">
                <c:v>9.7441E-2</c:v>
              </c:pt>
              <c:pt idx="835">
                <c:v>0.13370599999999999</c:v>
              </c:pt>
              <c:pt idx="836">
                <c:v>-0.10979800000000001</c:v>
              </c:pt>
              <c:pt idx="837">
                <c:v>-6.8721000000000004E-2</c:v>
              </c:pt>
              <c:pt idx="838">
                <c:v>0.25883099999999998</c:v>
              </c:pt>
              <c:pt idx="839">
                <c:v>-0.58199500000000004</c:v>
              </c:pt>
              <c:pt idx="840">
                <c:v>0.64570099999999997</c:v>
              </c:pt>
              <c:pt idx="841">
                <c:v>-1.1685970000000001</c:v>
              </c:pt>
              <c:pt idx="842">
                <c:v>0.50205900000000003</c:v>
              </c:pt>
              <c:pt idx="843">
                <c:v>-0.15301899999999999</c:v>
              </c:pt>
              <c:pt idx="844">
                <c:v>-8.7368000000000001E-2</c:v>
              </c:pt>
              <c:pt idx="845">
                <c:v>-0.10902199999999999</c:v>
              </c:pt>
              <c:pt idx="846">
                <c:v>0.11036</c:v>
              </c:pt>
              <c:pt idx="847">
                <c:v>-0.16675000000000001</c:v>
              </c:pt>
              <c:pt idx="848">
                <c:v>6.4522999999999997E-2</c:v>
              </c:pt>
              <c:pt idx="849">
                <c:v>7.3605000000000004E-2</c:v>
              </c:pt>
              <c:pt idx="850">
                <c:v>4.7205999999999998E-2</c:v>
              </c:pt>
              <c:pt idx="851">
                <c:v>4.3881999999999997E-2</c:v>
              </c:pt>
              <c:pt idx="852">
                <c:v>5.0712E-2</c:v>
              </c:pt>
              <c:pt idx="853">
                <c:v>0.13505800000000001</c:v>
              </c:pt>
              <c:pt idx="854">
                <c:v>-0.13269600000000001</c:v>
              </c:pt>
              <c:pt idx="855">
                <c:v>-0.116878</c:v>
              </c:pt>
              <c:pt idx="856">
                <c:v>8.5315000000000002E-2</c:v>
              </c:pt>
              <c:pt idx="857">
                <c:v>5.3023000000000001E-2</c:v>
              </c:pt>
              <c:pt idx="858">
                <c:v>-0.19714799999999999</c:v>
              </c:pt>
              <c:pt idx="859">
                <c:v>0.493923</c:v>
              </c:pt>
              <c:pt idx="860">
                <c:v>0.12696299999999999</c:v>
              </c:pt>
              <c:pt idx="861">
                <c:v>-0.98219299999999998</c:v>
              </c:pt>
              <c:pt idx="862">
                <c:v>0.65878700000000001</c:v>
              </c:pt>
              <c:pt idx="863">
                <c:v>0.34947099999999998</c:v>
              </c:pt>
              <c:pt idx="864">
                <c:v>0.24645300000000001</c:v>
              </c:pt>
              <c:pt idx="865">
                <c:v>-0.15962499999999999</c:v>
              </c:pt>
              <c:pt idx="866">
                <c:v>0.104646</c:v>
              </c:pt>
              <c:pt idx="867">
                <c:v>0.18202499999999999</c:v>
              </c:pt>
              <c:pt idx="868">
                <c:v>-9.9398E-2</c:v>
              </c:pt>
              <c:pt idx="869">
                <c:v>0.16322800000000001</c:v>
              </c:pt>
              <c:pt idx="870">
                <c:v>-0.170156</c:v>
              </c:pt>
              <c:pt idx="871">
                <c:v>0.13120299999999999</c:v>
              </c:pt>
              <c:pt idx="872">
                <c:v>-0.114494</c:v>
              </c:pt>
              <c:pt idx="873">
                <c:v>-0.11062900000000001</c:v>
              </c:pt>
              <c:pt idx="874">
                <c:v>-0.30526300000000001</c:v>
              </c:pt>
              <c:pt idx="875">
                <c:v>-0.23615800000000001</c:v>
              </c:pt>
              <c:pt idx="876">
                <c:v>0.18596299999999999</c:v>
              </c:pt>
              <c:pt idx="877">
                <c:v>8.1219E-2</c:v>
              </c:pt>
              <c:pt idx="878">
                <c:v>-4.6900999999999998E-2</c:v>
              </c:pt>
              <c:pt idx="879">
                <c:v>-2.1609E-2</c:v>
              </c:pt>
              <c:pt idx="880">
                <c:v>0.25415300000000002</c:v>
              </c:pt>
              <c:pt idx="881">
                <c:v>-0.341667</c:v>
              </c:pt>
              <c:pt idx="882">
                <c:v>0.21260200000000001</c:v>
              </c:pt>
              <c:pt idx="883">
                <c:v>-0.14238100000000001</c:v>
              </c:pt>
              <c:pt idx="884">
                <c:v>0.23935899999999999</c:v>
              </c:pt>
              <c:pt idx="885">
                <c:v>0.30236099999999999</c:v>
              </c:pt>
              <c:pt idx="886">
                <c:v>-0.19841400000000001</c:v>
              </c:pt>
              <c:pt idx="887">
                <c:v>-0.138489</c:v>
              </c:pt>
              <c:pt idx="888">
                <c:v>5.8739E-2</c:v>
              </c:pt>
              <c:pt idx="889">
                <c:v>-5.6252999999999997E-2</c:v>
              </c:pt>
              <c:pt idx="890">
                <c:v>-6.9223999999999994E-2</c:v>
              </c:pt>
              <c:pt idx="891">
                <c:v>-9.8248000000000002E-2</c:v>
              </c:pt>
              <c:pt idx="892">
                <c:v>-9.2852000000000004E-2</c:v>
              </c:pt>
              <c:pt idx="893">
                <c:v>-0.117268</c:v>
              </c:pt>
              <c:pt idx="894">
                <c:v>-6.3176999999999997E-2</c:v>
              </c:pt>
              <c:pt idx="895">
                <c:v>0.34843499999999999</c:v>
              </c:pt>
              <c:pt idx="896">
                <c:v>0.29452699999999998</c:v>
              </c:pt>
              <c:pt idx="897">
                <c:v>0.644702</c:v>
              </c:pt>
              <c:pt idx="898">
                <c:v>0.434529</c:v>
              </c:pt>
              <c:pt idx="899">
                <c:v>-0.52334999999999998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CABF-5846-A8CF-C6418A633D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24435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Acceleration (g)</a:t>
                </a:r>
              </a:p>
            </c:rich>
          </c:tx>
          <c:overlay val="1"/>
        </c:title>
        <c:numFmt formatCode="0.0" sourceLinked="1"/>
        <c:majorTickMark val="none"/>
        <c:minorTickMark val="none"/>
        <c:tickLblPos val="nextTo"/>
        <c:spPr>
          <a:ln w="0">
            <a:solidFill>
              <a:srgbClr val="06121D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366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Time (s)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244358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72768"/>
        <c:crosses val="autoZero"/>
        <c:crossBetween val="midCat"/>
        <c:majorUnit val="60"/>
      </c:valAx>
      <c:spPr>
        <a:solidFill>
          <a:srgbClr val="06121D"/>
        </a:solidFill>
        <a:ln w="0">
          <a:solidFill>
            <a:srgbClr val="06121D"/>
          </a:solidFill>
          <a:prstDash val="solid"/>
        </a:ln>
      </c:spPr>
    </c:plotArea>
    <c:plotVisOnly val="1"/>
    <c:dispBlanksAs val="zero"/>
    <c:showDLblsOverMax val="1"/>
  </c:chart>
  <c:spPr>
    <a:solidFill>
      <a:srgbClr val="06121D"/>
    </a:solidFill>
    <a:ln w="0">
      <a:solidFill>
        <a:srgbClr val="06121D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上手</c:v>
          </c:tx>
          <c:spPr>
            <a:ln w="14288">
              <a:solidFill>
                <a:srgbClr val="23D5E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900"/>
              <c:pt idx="0">
                <c:v>0.189453125</c:v>
              </c:pt>
              <c:pt idx="1">
                <c:v>0.623046875</c:v>
              </c:pt>
              <c:pt idx="2">
                <c:v>0.85449218699999996</c:v>
              </c:pt>
              <c:pt idx="3">
                <c:v>1.45703125</c:v>
              </c:pt>
              <c:pt idx="4">
                <c:v>1.932617187</c:v>
              </c:pt>
              <c:pt idx="5">
                <c:v>2.111328125</c:v>
              </c:pt>
              <c:pt idx="6">
                <c:v>2.491210937</c:v>
              </c:pt>
              <c:pt idx="7">
                <c:v>3.19140625</c:v>
              </c:pt>
              <c:pt idx="8">
                <c:v>3.260742187</c:v>
              </c:pt>
              <c:pt idx="9">
                <c:v>4.016601562</c:v>
              </c:pt>
              <c:pt idx="10">
                <c:v>4.12890625</c:v>
              </c:pt>
              <c:pt idx="11">
                <c:v>4.826171875</c:v>
              </c:pt>
              <c:pt idx="12">
                <c:v>5.280273437</c:v>
              </c:pt>
              <c:pt idx="13">
                <c:v>5.333984375</c:v>
              </c:pt>
              <c:pt idx="14">
                <c:v>5.715820312</c:v>
              </c:pt>
              <c:pt idx="15">
                <c:v>6.2265625</c:v>
              </c:pt>
              <c:pt idx="16">
                <c:v>6.8359375</c:v>
              </c:pt>
              <c:pt idx="17">
                <c:v>7.268554687</c:v>
              </c:pt>
              <c:pt idx="18">
                <c:v>7.6328125</c:v>
              </c:pt>
              <c:pt idx="19">
                <c:v>7.84765625</c:v>
              </c:pt>
              <c:pt idx="20">
                <c:v>8.413085937</c:v>
              </c:pt>
              <c:pt idx="21">
                <c:v>8.940429687</c:v>
              </c:pt>
              <c:pt idx="22">
                <c:v>9.212890625</c:v>
              </c:pt>
              <c:pt idx="23">
                <c:v>9.358398437</c:v>
              </c:pt>
              <c:pt idx="24">
                <c:v>9.879882812</c:v>
              </c:pt>
              <c:pt idx="25">
                <c:v>10.178710937</c:v>
              </c:pt>
              <c:pt idx="26">
                <c:v>10.921875</c:v>
              </c:pt>
              <c:pt idx="27">
                <c:v>11.35546875</c:v>
              </c:pt>
              <c:pt idx="28">
                <c:v>11.778320312</c:v>
              </c:pt>
              <c:pt idx="29">
                <c:v>11.934570312</c:v>
              </c:pt>
              <c:pt idx="30">
                <c:v>12.208984375</c:v>
              </c:pt>
              <c:pt idx="31">
                <c:v>12.760742187</c:v>
              </c:pt>
              <c:pt idx="32">
                <c:v>13.2421875</c:v>
              </c:pt>
              <c:pt idx="33">
                <c:v>13.814453125</c:v>
              </c:pt>
              <c:pt idx="34">
                <c:v>14.008789062</c:v>
              </c:pt>
              <c:pt idx="35">
                <c:v>14.233398437</c:v>
              </c:pt>
              <c:pt idx="36">
                <c:v>14.874023437</c:v>
              </c:pt>
              <c:pt idx="37">
                <c:v>15.072265625</c:v>
              </c:pt>
              <c:pt idx="38">
                <c:v>15.642578125</c:v>
              </c:pt>
              <c:pt idx="39">
                <c:v>15.953125</c:v>
              </c:pt>
              <c:pt idx="40">
                <c:v>16.618164062000002</c:v>
              </c:pt>
              <c:pt idx="41">
                <c:v>16.731445312000002</c:v>
              </c:pt>
              <c:pt idx="42">
                <c:v>17.086914062000002</c:v>
              </c:pt>
              <c:pt idx="43">
                <c:v>17.736328125</c:v>
              </c:pt>
              <c:pt idx="44">
                <c:v>17.920898437000002</c:v>
              </c:pt>
              <c:pt idx="45">
                <c:v>18.697265625</c:v>
              </c:pt>
              <c:pt idx="46">
                <c:v>18.706054687000002</c:v>
              </c:pt>
              <c:pt idx="47">
                <c:v>19.252929687000002</c:v>
              </c:pt>
              <c:pt idx="48">
                <c:v>19.87890625</c:v>
              </c:pt>
              <c:pt idx="49">
                <c:v>20.249023437000002</c:v>
              </c:pt>
              <c:pt idx="50">
                <c:v>20.430664062000002</c:v>
              </c:pt>
              <c:pt idx="51">
                <c:v>20.827148437000002</c:v>
              </c:pt>
              <c:pt idx="52">
                <c:v>21.533203125</c:v>
              </c:pt>
              <c:pt idx="53">
                <c:v>21.735351562000002</c:v>
              </c:pt>
              <c:pt idx="54">
                <c:v>21.981445312000002</c:v>
              </c:pt>
              <c:pt idx="55">
                <c:v>22.590820312000002</c:v>
              </c:pt>
              <c:pt idx="56">
                <c:v>23.030273437000002</c:v>
              </c:pt>
              <c:pt idx="57">
                <c:v>23.197265625</c:v>
              </c:pt>
              <c:pt idx="58">
                <c:v>23.971679687000002</c:v>
              </c:pt>
              <c:pt idx="59">
                <c:v>24.153320312000002</c:v>
              </c:pt>
              <c:pt idx="60">
                <c:v>24.440429687000002</c:v>
              </c:pt>
              <c:pt idx="61">
                <c:v>24.952148437000002</c:v>
              </c:pt>
              <c:pt idx="62">
                <c:v>25.540039062000002</c:v>
              </c:pt>
              <c:pt idx="63">
                <c:v>25.913085937000002</c:v>
              </c:pt>
              <c:pt idx="64">
                <c:v>26.075195312000002</c:v>
              </c:pt>
              <c:pt idx="65">
                <c:v>26.670898437000002</c:v>
              </c:pt>
              <c:pt idx="66">
                <c:v>27.153320312000002</c:v>
              </c:pt>
              <c:pt idx="67">
                <c:v>27.388671875</c:v>
              </c:pt>
              <c:pt idx="68">
                <c:v>28.015625</c:v>
              </c:pt>
              <c:pt idx="69">
                <c:v>28.091796875</c:v>
              </c:pt>
              <c:pt idx="70">
                <c:v>28.751953125</c:v>
              </c:pt>
              <c:pt idx="71">
                <c:v>29.267578125</c:v>
              </c:pt>
              <c:pt idx="72">
                <c:v>29.573242187000002</c:v>
              </c:pt>
              <c:pt idx="73">
                <c:v>29.799804687000002</c:v>
              </c:pt>
              <c:pt idx="74">
                <c:v>30.392578125</c:v>
              </c:pt>
              <c:pt idx="75">
                <c:v>30.88671875</c:v>
              </c:pt>
              <c:pt idx="76">
                <c:v>30.967773437000002</c:v>
              </c:pt>
              <c:pt idx="77">
                <c:v>31.716796875</c:v>
              </c:pt>
              <c:pt idx="78">
                <c:v>31.848632812000002</c:v>
              </c:pt>
              <c:pt idx="79">
                <c:v>32.125976561999998</c:v>
              </c:pt>
              <c:pt idx="80">
                <c:v>32.6484375</c:v>
              </c:pt>
              <c:pt idx="81">
                <c:v>32.99609375</c:v>
              </c:pt>
              <c:pt idx="82">
                <c:v>33.741210936999998</c:v>
              </c:pt>
              <c:pt idx="83">
                <c:v>33.958007811999998</c:v>
              </c:pt>
              <c:pt idx="84">
                <c:v>34.383789061999998</c:v>
              </c:pt>
              <c:pt idx="85">
                <c:v>34.58984375</c:v>
              </c:pt>
              <c:pt idx="86">
                <c:v>35.014648436999998</c:v>
              </c:pt>
              <c:pt idx="87">
                <c:v>35.454101561999998</c:v>
              </c:pt>
              <c:pt idx="88">
                <c:v>35.885742186999998</c:v>
              </c:pt>
              <c:pt idx="89">
                <c:v>36.465820311999998</c:v>
              </c:pt>
              <c:pt idx="90">
                <c:v>37.004882811999998</c:v>
              </c:pt>
              <c:pt idx="91">
                <c:v>37.013671875</c:v>
              </c:pt>
              <c:pt idx="92">
                <c:v>37.596679686999998</c:v>
              </c:pt>
              <c:pt idx="93">
                <c:v>37.86328125</c:v>
              </c:pt>
              <c:pt idx="94">
                <c:v>38.564453125</c:v>
              </c:pt>
              <c:pt idx="95">
                <c:v>38.647460936999998</c:v>
              </c:pt>
              <c:pt idx="96">
                <c:v>39.430664061999998</c:v>
              </c:pt>
              <c:pt idx="97">
                <c:v>39.810546875</c:v>
              </c:pt>
              <c:pt idx="98">
                <c:v>39.88671875</c:v>
              </c:pt>
              <c:pt idx="99">
                <c:v>40.659179686999998</c:v>
              </c:pt>
              <c:pt idx="100">
                <c:v>40.672851561999998</c:v>
              </c:pt>
              <c:pt idx="101">
                <c:v>41.455078125</c:v>
              </c:pt>
              <c:pt idx="102">
                <c:v>41.525390625</c:v>
              </c:pt>
              <c:pt idx="103">
                <c:v>41.985351561999998</c:v>
              </c:pt>
              <c:pt idx="104">
                <c:v>42.575195311999998</c:v>
              </c:pt>
              <c:pt idx="105">
                <c:v>42.8046875</c:v>
              </c:pt>
              <c:pt idx="106">
                <c:v>43.141601561999998</c:v>
              </c:pt>
              <c:pt idx="107">
                <c:v>43.557617186999998</c:v>
              </c:pt>
              <c:pt idx="108">
                <c:v>44.309570311999998</c:v>
              </c:pt>
              <c:pt idx="109">
                <c:v>44.327148436999998</c:v>
              </c:pt>
              <c:pt idx="110">
                <c:v>45.095703125</c:v>
              </c:pt>
              <c:pt idx="111">
                <c:v>45.26953125</c:v>
              </c:pt>
              <c:pt idx="112">
                <c:v>45.598632811999998</c:v>
              </c:pt>
              <c:pt idx="113">
                <c:v>46.356445311999998</c:v>
              </c:pt>
              <c:pt idx="114">
                <c:v>46.515625</c:v>
              </c:pt>
              <c:pt idx="115">
                <c:v>47.147460936999998</c:v>
              </c:pt>
              <c:pt idx="116">
                <c:v>47.228515625</c:v>
              </c:pt>
              <c:pt idx="117">
                <c:v>47.634765625</c:v>
              </c:pt>
              <c:pt idx="118">
                <c:v>47.989257811999998</c:v>
              </c:pt>
              <c:pt idx="119">
                <c:v>48.69140625</c:v>
              </c:pt>
              <c:pt idx="120">
                <c:v>48.971679686999998</c:v>
              </c:pt>
              <c:pt idx="121">
                <c:v>49.241210936999998</c:v>
              </c:pt>
              <c:pt idx="122">
                <c:v>49.994140625</c:v>
              </c:pt>
              <c:pt idx="123">
                <c:v>50.163085936999998</c:v>
              </c:pt>
              <c:pt idx="124">
                <c:v>50.46484375</c:v>
              </c:pt>
              <c:pt idx="125">
                <c:v>51.05078125</c:v>
              </c:pt>
              <c:pt idx="126">
                <c:v>51.545898436999998</c:v>
              </c:pt>
              <c:pt idx="127">
                <c:v>51.713867186999998</c:v>
              </c:pt>
              <c:pt idx="128">
                <c:v>52.45703125</c:v>
              </c:pt>
              <c:pt idx="129">
                <c:v>52.47265625</c:v>
              </c:pt>
              <c:pt idx="130">
                <c:v>52.931640625</c:v>
              </c:pt>
              <c:pt idx="131">
                <c:v>53.469726561999998</c:v>
              </c:pt>
              <c:pt idx="132">
                <c:v>53.696289061999998</c:v>
              </c:pt>
              <c:pt idx="133">
                <c:v>54.309570311999998</c:v>
              </c:pt>
              <c:pt idx="134">
                <c:v>54.713867186999998</c:v>
              </c:pt>
              <c:pt idx="135">
                <c:v>55.010742186999998</c:v>
              </c:pt>
              <c:pt idx="136">
                <c:v>55.432617186999998</c:v>
              </c:pt>
              <c:pt idx="137">
                <c:v>55.786132811999998</c:v>
              </c:pt>
              <c:pt idx="138">
                <c:v>56.2265625</c:v>
              </c:pt>
              <c:pt idx="139">
                <c:v>56.607421875</c:v>
              </c:pt>
              <c:pt idx="140">
                <c:v>56.932617186999998</c:v>
              </c:pt>
              <c:pt idx="141">
                <c:v>57.701171875</c:v>
              </c:pt>
              <c:pt idx="142">
                <c:v>58.087890625</c:v>
              </c:pt>
              <c:pt idx="143">
                <c:v>58.21875</c:v>
              </c:pt>
              <c:pt idx="144">
                <c:v>58.940429686999998</c:v>
              </c:pt>
              <c:pt idx="145">
                <c:v>59.337890625</c:v>
              </c:pt>
              <c:pt idx="146">
                <c:v>59.481445311999998</c:v>
              </c:pt>
              <c:pt idx="147">
                <c:v>60.176757811999998</c:v>
              </c:pt>
              <c:pt idx="148">
                <c:v>60.3359375</c:v>
              </c:pt>
              <c:pt idx="149">
                <c:v>60.6015625</c:v>
              </c:pt>
              <c:pt idx="150">
                <c:v>61.165039061999998</c:v>
              </c:pt>
              <c:pt idx="151">
                <c:v>61.512695311999998</c:v>
              </c:pt>
              <c:pt idx="152">
                <c:v>62.02734375</c:v>
              </c:pt>
              <c:pt idx="153">
                <c:v>62.4453125</c:v>
              </c:pt>
              <c:pt idx="154">
                <c:v>62.899414061999998</c:v>
              </c:pt>
              <c:pt idx="155">
                <c:v>63.182617186999998</c:v>
              </c:pt>
              <c:pt idx="156">
                <c:v>63.708007811999998</c:v>
              </c:pt>
              <c:pt idx="157">
                <c:v>64.083984375</c:v>
              </c:pt>
              <c:pt idx="158">
                <c:v>64.420898437000005</c:v>
              </c:pt>
              <c:pt idx="159">
                <c:v>64.974609375</c:v>
              </c:pt>
              <c:pt idx="160">
                <c:v>65.16796875</c:v>
              </c:pt>
              <c:pt idx="161">
                <c:v>65.5234375</c:v>
              </c:pt>
              <c:pt idx="162">
                <c:v>66.127929687000005</c:v>
              </c:pt>
              <c:pt idx="163">
                <c:v>66.380859375</c:v>
              </c:pt>
              <c:pt idx="164">
                <c:v>67.080078125</c:v>
              </c:pt>
              <c:pt idx="165">
                <c:v>67.1640625</c:v>
              </c:pt>
              <c:pt idx="166">
                <c:v>67.556640625</c:v>
              </c:pt>
              <c:pt idx="167">
                <c:v>68.188476562000005</c:v>
              </c:pt>
              <c:pt idx="168">
                <c:v>68.4453125</c:v>
              </c:pt>
              <c:pt idx="169">
                <c:v>69.030273437000005</c:v>
              </c:pt>
              <c:pt idx="170">
                <c:v>69.188476562000005</c:v>
              </c:pt>
              <c:pt idx="171">
                <c:v>69.763671875</c:v>
              </c:pt>
              <c:pt idx="172">
                <c:v>70.065429687000005</c:v>
              </c:pt>
              <c:pt idx="173">
                <c:v>70.635742187000005</c:v>
              </c:pt>
              <c:pt idx="174">
                <c:v>71.125</c:v>
              </c:pt>
              <c:pt idx="175">
                <c:v>71.322265625</c:v>
              </c:pt>
              <c:pt idx="176">
                <c:v>71.725585937000005</c:v>
              </c:pt>
              <c:pt idx="177">
                <c:v>72.055664062000005</c:v>
              </c:pt>
              <c:pt idx="178">
                <c:v>72.736328125</c:v>
              </c:pt>
              <c:pt idx="179">
                <c:v>72.849609375</c:v>
              </c:pt>
              <c:pt idx="180">
                <c:v>73.259765625</c:v>
              </c:pt>
              <c:pt idx="181">
                <c:v>73.782226562000005</c:v>
              </c:pt>
              <c:pt idx="182">
                <c:v>74.159179687000005</c:v>
              </c:pt>
              <c:pt idx="183">
                <c:v>74.495117187000005</c:v>
              </c:pt>
              <c:pt idx="184">
                <c:v>74.8671875</c:v>
              </c:pt>
              <c:pt idx="185">
                <c:v>75.55859375</c:v>
              </c:pt>
              <c:pt idx="186">
                <c:v>75.856445312000005</c:v>
              </c:pt>
              <c:pt idx="187">
                <c:v>76.06640625</c:v>
              </c:pt>
              <c:pt idx="188">
                <c:v>76.459960937000005</c:v>
              </c:pt>
              <c:pt idx="189">
                <c:v>77.2421875</c:v>
              </c:pt>
              <c:pt idx="190">
                <c:v>77.274414062000005</c:v>
              </c:pt>
              <c:pt idx="191">
                <c:v>77.826171875</c:v>
              </c:pt>
              <c:pt idx="192">
                <c:v>78.463867187000005</c:v>
              </c:pt>
              <c:pt idx="193">
                <c:v>78.869140625</c:v>
              </c:pt>
              <c:pt idx="194">
                <c:v>78.954101562000005</c:v>
              </c:pt>
              <c:pt idx="195">
                <c:v>79.659179687000005</c:v>
              </c:pt>
              <c:pt idx="196">
                <c:v>80.111328125</c:v>
              </c:pt>
              <c:pt idx="197">
                <c:v>80.16796875</c:v>
              </c:pt>
              <c:pt idx="198">
                <c:v>80.893554687000005</c:v>
              </c:pt>
              <c:pt idx="199">
                <c:v>81.30078125</c:v>
              </c:pt>
              <c:pt idx="200">
                <c:v>81.334960937000005</c:v>
              </c:pt>
              <c:pt idx="201">
                <c:v>82.090820312000005</c:v>
              </c:pt>
              <c:pt idx="202">
                <c:v>82.16796875</c:v>
              </c:pt>
              <c:pt idx="203">
                <c:v>82.678710937000005</c:v>
              </c:pt>
              <c:pt idx="204">
                <c:v>83.02734375</c:v>
              </c:pt>
              <c:pt idx="205">
                <c:v>83.631835937000005</c:v>
              </c:pt>
              <c:pt idx="206">
                <c:v>83.809570312000005</c:v>
              </c:pt>
              <c:pt idx="207">
                <c:v>84.235351562000005</c:v>
              </c:pt>
              <c:pt idx="208">
                <c:v>84.59765625</c:v>
              </c:pt>
              <c:pt idx="209">
                <c:v>85.203125</c:v>
              </c:pt>
              <c:pt idx="210">
                <c:v>85.419921875</c:v>
              </c:pt>
              <c:pt idx="211">
                <c:v>86.026367187000005</c:v>
              </c:pt>
              <c:pt idx="212">
                <c:v>86.400390625</c:v>
              </c:pt>
              <c:pt idx="213">
                <c:v>86.919921875</c:v>
              </c:pt>
              <c:pt idx="214">
                <c:v>87.03515625</c:v>
              </c:pt>
              <c:pt idx="215">
                <c:v>87.826171875</c:v>
              </c:pt>
              <c:pt idx="216">
                <c:v>88.108398437000005</c:v>
              </c:pt>
              <c:pt idx="217">
                <c:v>88.344726562000005</c:v>
              </c:pt>
              <c:pt idx="218">
                <c:v>88.962890625</c:v>
              </c:pt>
              <c:pt idx="219">
                <c:v>89.21875</c:v>
              </c:pt>
              <c:pt idx="220">
                <c:v>89.7890625</c:v>
              </c:pt>
              <c:pt idx="221">
                <c:v>89.880859375</c:v>
              </c:pt>
              <c:pt idx="222">
                <c:v>90.587890625</c:v>
              </c:pt>
              <c:pt idx="223">
                <c:v>91.08203125</c:v>
              </c:pt>
              <c:pt idx="224">
                <c:v>91.169921875</c:v>
              </c:pt>
              <c:pt idx="225">
                <c:v>91.522460937000005</c:v>
              </c:pt>
              <c:pt idx="226">
                <c:v>92.127929687000005</c:v>
              </c:pt>
              <c:pt idx="227">
                <c:v>92.509765625</c:v>
              </c:pt>
              <c:pt idx="228">
                <c:v>93.02734375</c:v>
              </c:pt>
              <c:pt idx="229">
                <c:v>93.521484375</c:v>
              </c:pt>
              <c:pt idx="230">
                <c:v>93.577148437000005</c:v>
              </c:pt>
              <c:pt idx="231">
                <c:v>94.145507812000005</c:v>
              </c:pt>
              <c:pt idx="232">
                <c:v>94.737304687000005</c:v>
              </c:pt>
              <c:pt idx="233">
                <c:v>95.109375</c:v>
              </c:pt>
              <c:pt idx="234">
                <c:v>95.171875</c:v>
              </c:pt>
              <c:pt idx="235">
                <c:v>95.700195312000005</c:v>
              </c:pt>
              <c:pt idx="236">
                <c:v>96.252929687000005</c:v>
              </c:pt>
              <c:pt idx="237">
                <c:v>96.768554687000005</c:v>
              </c:pt>
              <c:pt idx="238">
                <c:v>97.08203125</c:v>
              </c:pt>
              <c:pt idx="239">
                <c:v>97.544921875</c:v>
              </c:pt>
              <c:pt idx="240">
                <c:v>97.80078125</c:v>
              </c:pt>
              <c:pt idx="241">
                <c:v>98.063476562000005</c:v>
              </c:pt>
              <c:pt idx="242">
                <c:v>98.518554687000005</c:v>
              </c:pt>
              <c:pt idx="243">
                <c:v>99.109375</c:v>
              </c:pt>
              <c:pt idx="244">
                <c:v>99.525390625</c:v>
              </c:pt>
              <c:pt idx="245">
                <c:v>99.955078125</c:v>
              </c:pt>
              <c:pt idx="246">
                <c:v>100.08105468700001</c:v>
              </c:pt>
              <c:pt idx="247">
                <c:v>100.70800781200001</c:v>
              </c:pt>
              <c:pt idx="248">
                <c:v>100.86035156200001</c:v>
              </c:pt>
              <c:pt idx="249">
                <c:v>101.45410156200001</c:v>
              </c:pt>
              <c:pt idx="250">
                <c:v>101.67675781200001</c:v>
              </c:pt>
              <c:pt idx="251">
                <c:v>102.46875</c:v>
              </c:pt>
              <c:pt idx="252">
                <c:v>102.677734375</c:v>
              </c:pt>
              <c:pt idx="253">
                <c:v>102.90722656200001</c:v>
              </c:pt>
              <c:pt idx="254">
                <c:v>103.669921875</c:v>
              </c:pt>
              <c:pt idx="255">
                <c:v>103.75878906200001</c:v>
              </c:pt>
              <c:pt idx="256">
                <c:v>104.45703125</c:v>
              </c:pt>
              <c:pt idx="257">
                <c:v>104.54394531200001</c:v>
              </c:pt>
              <c:pt idx="258">
                <c:v>105.02636718700001</c:v>
              </c:pt>
              <c:pt idx="259">
                <c:v>105.63671875</c:v>
              </c:pt>
              <c:pt idx="260">
                <c:v>106.06738281200001</c:v>
              </c:pt>
              <c:pt idx="261">
                <c:v>106.53125</c:v>
              </c:pt>
              <c:pt idx="262">
                <c:v>106.57519531200001</c:v>
              </c:pt>
              <c:pt idx="263">
                <c:v>107.35839843700001</c:v>
              </c:pt>
              <c:pt idx="264">
                <c:v>107.603515625</c:v>
              </c:pt>
              <c:pt idx="265">
                <c:v>107.78417968700001</c:v>
              </c:pt>
              <c:pt idx="266">
                <c:v>108.34863281200001</c:v>
              </c:pt>
              <c:pt idx="267">
                <c:v>108.857421875</c:v>
              </c:pt>
              <c:pt idx="268">
                <c:v>108.99707031200001</c:v>
              </c:pt>
              <c:pt idx="269">
                <c:v>109.73730468700001</c:v>
              </c:pt>
              <c:pt idx="270">
                <c:v>109.97949218700001</c:v>
              </c:pt>
              <c:pt idx="271">
                <c:v>110.24316406200001</c:v>
              </c:pt>
              <c:pt idx="272">
                <c:v>110.77734375</c:v>
              </c:pt>
              <c:pt idx="273">
                <c:v>111.30078125</c:v>
              </c:pt>
              <c:pt idx="274">
                <c:v>111.5625</c:v>
              </c:pt>
              <c:pt idx="275">
                <c:v>112.06347656200001</c:v>
              </c:pt>
              <c:pt idx="276">
                <c:v>112.314453125</c:v>
              </c:pt>
              <c:pt idx="277">
                <c:v>112.74121093700001</c:v>
              </c:pt>
              <c:pt idx="278">
                <c:v>113.111328125</c:v>
              </c:pt>
              <c:pt idx="279">
                <c:v>113.525390625</c:v>
              </c:pt>
              <c:pt idx="280">
                <c:v>114.10839843700001</c:v>
              </c:pt>
              <c:pt idx="281">
                <c:v>114.49609375</c:v>
              </c:pt>
              <c:pt idx="282">
                <c:v>115.0078125</c:v>
              </c:pt>
              <c:pt idx="283">
                <c:v>115.34375</c:v>
              </c:pt>
              <c:pt idx="284">
                <c:v>115.529296875</c:v>
              </c:pt>
              <c:pt idx="285">
                <c:v>116.24902343700001</c:v>
              </c:pt>
              <c:pt idx="286">
                <c:v>116.71191406200001</c:v>
              </c:pt>
              <c:pt idx="287">
                <c:v>116.712890625</c:v>
              </c:pt>
              <c:pt idx="288">
                <c:v>117.51660156200001</c:v>
              </c:pt>
              <c:pt idx="289">
                <c:v>117.6484375</c:v>
              </c:pt>
              <c:pt idx="290">
                <c:v>117.9453125</c:v>
              </c:pt>
              <c:pt idx="291">
                <c:v>118.47949218700001</c:v>
              </c:pt>
              <c:pt idx="292">
                <c:v>118.82421875</c:v>
              </c:pt>
              <c:pt idx="293">
                <c:v>119.46972656200001</c:v>
              </c:pt>
              <c:pt idx="294">
                <c:v>119.7578125</c:v>
              </c:pt>
              <c:pt idx="295">
                <c:v>120.22167968700001</c:v>
              </c:pt>
              <c:pt idx="296">
                <c:v>120.55859375</c:v>
              </c:pt>
              <c:pt idx="297">
                <c:v>120.99707031200001</c:v>
              </c:pt>
              <c:pt idx="298">
                <c:v>121.287109375</c:v>
              </c:pt>
              <c:pt idx="299">
                <c:v>121.71972656200001</c:v>
              </c:pt>
              <c:pt idx="300">
                <c:v>122.29296875</c:v>
              </c:pt>
              <c:pt idx="301">
                <c:v>122.80371093700001</c:v>
              </c:pt>
              <c:pt idx="302">
                <c:v>122.87402343700001</c:v>
              </c:pt>
              <c:pt idx="303">
                <c:v>123.43847656200001</c:v>
              </c:pt>
              <c:pt idx="304">
                <c:v>123.712890625</c:v>
              </c:pt>
              <c:pt idx="305">
                <c:v>124.3203125</c:v>
              </c:pt>
              <c:pt idx="306">
                <c:v>124.455078125</c:v>
              </c:pt>
              <c:pt idx="307">
                <c:v>124.994140625</c:v>
              </c:pt>
              <c:pt idx="308">
                <c:v>125.6328125</c:v>
              </c:pt>
              <c:pt idx="309">
                <c:v>125.67578125</c:v>
              </c:pt>
              <c:pt idx="310">
                <c:v>126.43359375</c:v>
              </c:pt>
              <c:pt idx="311">
                <c:v>126.47363281200001</c:v>
              </c:pt>
              <c:pt idx="312">
                <c:v>127.11816406200001</c:v>
              </c:pt>
              <c:pt idx="313">
                <c:v>127.3671875</c:v>
              </c:pt>
              <c:pt idx="314">
                <c:v>128.07324218700001</c:v>
              </c:pt>
              <c:pt idx="315">
                <c:v>128.27050781200001</c:v>
              </c:pt>
              <c:pt idx="316">
                <c:v>128.52636718700001</c:v>
              </c:pt>
              <c:pt idx="317">
                <c:v>129.11328125</c:v>
              </c:pt>
              <c:pt idx="318">
                <c:v>129.35839843700001</c:v>
              </c:pt>
              <c:pt idx="319">
                <c:v>130.07128906200001</c:v>
              </c:pt>
              <c:pt idx="320">
                <c:v>130.19433593700001</c:v>
              </c:pt>
              <c:pt idx="321">
                <c:v>130.61035156200001</c:v>
              </c:pt>
              <c:pt idx="322">
                <c:v>131.02832031200001</c:v>
              </c:pt>
              <c:pt idx="323">
                <c:v>131.357421875</c:v>
              </c:pt>
              <c:pt idx="324">
                <c:v>132.11425781200001</c:v>
              </c:pt>
              <c:pt idx="325">
                <c:v>132.17675781200001</c:v>
              </c:pt>
              <c:pt idx="326">
                <c:v>132.97265625</c:v>
              </c:pt>
              <c:pt idx="327">
                <c:v>133.015625</c:v>
              </c:pt>
              <c:pt idx="328">
                <c:v>133.63671875</c:v>
              </c:pt>
              <c:pt idx="329">
                <c:v>133.85253906200001</c:v>
              </c:pt>
              <c:pt idx="330">
                <c:v>134.544921875</c:v>
              </c:pt>
              <c:pt idx="331">
                <c:v>134.71582031200001</c:v>
              </c:pt>
              <c:pt idx="332">
                <c:v>135.07519531200001</c:v>
              </c:pt>
              <c:pt idx="333">
                <c:v>135.6796875</c:v>
              </c:pt>
              <c:pt idx="334">
                <c:v>136.03417968700001</c:v>
              </c:pt>
              <c:pt idx="335">
                <c:v>136.31933593700001</c:v>
              </c:pt>
              <c:pt idx="336">
                <c:v>136.98339843700001</c:v>
              </c:pt>
              <c:pt idx="337">
                <c:v>137.34765625</c:v>
              </c:pt>
              <c:pt idx="338">
                <c:v>137.46582031200001</c:v>
              </c:pt>
              <c:pt idx="339">
                <c:v>138.26464843700001</c:v>
              </c:pt>
              <c:pt idx="340">
                <c:v>138.36328125</c:v>
              </c:pt>
              <c:pt idx="341">
                <c:v>138.806640625</c:v>
              </c:pt>
              <c:pt idx="342">
                <c:v>139.33984375</c:v>
              </c:pt>
              <c:pt idx="343">
                <c:v>139.52832031200001</c:v>
              </c:pt>
              <c:pt idx="344">
                <c:v>139.927734375</c:v>
              </c:pt>
              <c:pt idx="345">
                <c:v>140.62207031200001</c:v>
              </c:pt>
              <c:pt idx="346">
                <c:v>140.87011718700001</c:v>
              </c:pt>
              <c:pt idx="347">
                <c:v>141.119140625</c:v>
              </c:pt>
              <c:pt idx="348">
                <c:v>141.541015625</c:v>
              </c:pt>
              <c:pt idx="349">
                <c:v>142.25488281200001</c:v>
              </c:pt>
              <c:pt idx="350">
                <c:v>142.51855468700001</c:v>
              </c:pt>
              <c:pt idx="351">
                <c:v>143.11328125</c:v>
              </c:pt>
              <c:pt idx="352">
                <c:v>143.27636718700001</c:v>
              </c:pt>
              <c:pt idx="353">
                <c:v>143.92675781200001</c:v>
              </c:pt>
              <c:pt idx="354">
                <c:v>144.2421875</c:v>
              </c:pt>
              <c:pt idx="355">
                <c:v>144.39550781200001</c:v>
              </c:pt>
              <c:pt idx="356">
                <c:v>145.111328125</c:v>
              </c:pt>
              <c:pt idx="357">
                <c:v>145.2734375</c:v>
              </c:pt>
              <c:pt idx="358">
                <c:v>145.59082031200001</c:v>
              </c:pt>
              <c:pt idx="359">
                <c:v>146.20605468700001</c:v>
              </c:pt>
              <c:pt idx="360">
                <c:v>146.46484375</c:v>
              </c:pt>
              <c:pt idx="361">
                <c:v>147.11816406200001</c:v>
              </c:pt>
              <c:pt idx="362">
                <c:v>147.21582031200001</c:v>
              </c:pt>
              <c:pt idx="363">
                <c:v>147.84082031200001</c:v>
              </c:pt>
              <c:pt idx="364">
                <c:v>148.24902343700001</c:v>
              </c:pt>
              <c:pt idx="365">
                <c:v>148.78808593700001</c:v>
              </c:pt>
              <c:pt idx="366">
                <c:v>149.24316406200001</c:v>
              </c:pt>
              <c:pt idx="367">
                <c:v>149.60839843700001</c:v>
              </c:pt>
              <c:pt idx="368">
                <c:v>149.85253906200001</c:v>
              </c:pt>
              <c:pt idx="369">
                <c:v>150.33886718700001</c:v>
              </c:pt>
              <c:pt idx="370">
                <c:v>150.869140625</c:v>
              </c:pt>
              <c:pt idx="371">
                <c:v>150.87988281200001</c:v>
              </c:pt>
              <c:pt idx="372">
                <c:v>151.39941406200001</c:v>
              </c:pt>
              <c:pt idx="373">
                <c:v>152.029296875</c:v>
              </c:pt>
              <c:pt idx="374">
                <c:v>152.28613281200001</c:v>
              </c:pt>
              <c:pt idx="375">
                <c:v>152.84277343700001</c:v>
              </c:pt>
              <c:pt idx="376">
                <c:v>152.95019531200001</c:v>
              </c:pt>
              <c:pt idx="377">
                <c:v>153.70800781200001</c:v>
              </c:pt>
              <c:pt idx="378">
                <c:v>154.01855468700001</c:v>
              </c:pt>
              <c:pt idx="379">
                <c:v>154.32128906200001</c:v>
              </c:pt>
              <c:pt idx="380">
                <c:v>154.93847656200001</c:v>
              </c:pt>
              <c:pt idx="381">
                <c:v>155.0390625</c:v>
              </c:pt>
              <c:pt idx="382">
                <c:v>155.34765625</c:v>
              </c:pt>
              <c:pt idx="383">
                <c:v>155.82421875</c:v>
              </c:pt>
              <c:pt idx="384">
                <c:v>156.53808593700001</c:v>
              </c:pt>
              <c:pt idx="385">
                <c:v>156.91015625</c:v>
              </c:pt>
              <c:pt idx="386">
                <c:v>157.07324218700001</c:v>
              </c:pt>
              <c:pt idx="387">
                <c:v>157.60253906200001</c:v>
              </c:pt>
              <c:pt idx="388">
                <c:v>157.95703125</c:v>
              </c:pt>
              <c:pt idx="389">
                <c:v>158.58105468700001</c:v>
              </c:pt>
              <c:pt idx="390">
                <c:v>158.73535156200001</c:v>
              </c:pt>
              <c:pt idx="391">
                <c:v>159.0234375</c:v>
              </c:pt>
              <c:pt idx="392">
                <c:v>159.69433593700001</c:v>
              </c:pt>
              <c:pt idx="393">
                <c:v>159.91113281200001</c:v>
              </c:pt>
              <c:pt idx="394">
                <c:v>160.330078125</c:v>
              </c:pt>
              <c:pt idx="395">
                <c:v>160.779296875</c:v>
              </c:pt>
              <c:pt idx="396">
                <c:v>161.41796875</c:v>
              </c:pt>
              <c:pt idx="397">
                <c:v>161.654296875</c:v>
              </c:pt>
              <c:pt idx="398">
                <c:v>161.900390625</c:v>
              </c:pt>
              <c:pt idx="399">
                <c:v>162.384765625</c:v>
              </c:pt>
              <c:pt idx="400">
                <c:v>163.025390625</c:v>
              </c:pt>
              <c:pt idx="401">
                <c:v>163.33203125</c:v>
              </c:pt>
              <c:pt idx="402">
                <c:v>163.69628906200001</c:v>
              </c:pt>
              <c:pt idx="403">
                <c:v>164.00683593700001</c:v>
              </c:pt>
              <c:pt idx="404">
                <c:v>164.6328125</c:v>
              </c:pt>
              <c:pt idx="405">
                <c:v>164.94140625</c:v>
              </c:pt>
              <c:pt idx="406">
                <c:v>165.12109375</c:v>
              </c:pt>
              <c:pt idx="407">
                <c:v>165.86816406200001</c:v>
              </c:pt>
              <c:pt idx="408">
                <c:v>165.92871093700001</c:v>
              </c:pt>
              <c:pt idx="409">
                <c:v>166.71972656200001</c:v>
              </c:pt>
              <c:pt idx="410">
                <c:v>167.060546875</c:v>
              </c:pt>
              <c:pt idx="411">
                <c:v>167.162109375</c:v>
              </c:pt>
              <c:pt idx="412">
                <c:v>167.95019531200001</c:v>
              </c:pt>
              <c:pt idx="413">
                <c:v>167.99121093700001</c:v>
              </c:pt>
              <c:pt idx="414">
                <c:v>168.55078125</c:v>
              </c:pt>
              <c:pt idx="415">
                <c:v>168.83105468700001</c:v>
              </c:pt>
              <c:pt idx="416">
                <c:v>169.48046875</c:v>
              </c:pt>
              <c:pt idx="417">
                <c:v>169.72265625</c:v>
              </c:pt>
              <c:pt idx="418">
                <c:v>170.09375</c:v>
              </c:pt>
              <c:pt idx="419">
                <c:v>170.44921875</c:v>
              </c:pt>
              <c:pt idx="420">
                <c:v>171.0546875</c:v>
              </c:pt>
              <c:pt idx="421">
                <c:v>171.31152343700001</c:v>
              </c:pt>
              <c:pt idx="422">
                <c:v>171.89160156200001</c:v>
              </c:pt>
              <c:pt idx="423">
                <c:v>172.396484375</c:v>
              </c:pt>
              <c:pt idx="424">
                <c:v>172.7109375</c:v>
              </c:pt>
              <c:pt idx="425">
                <c:v>172.857421875</c:v>
              </c:pt>
              <c:pt idx="426">
                <c:v>173.43066406200001</c:v>
              </c:pt>
              <c:pt idx="427">
                <c:v>173.94042968700001</c:v>
              </c:pt>
              <c:pt idx="428">
                <c:v>174.0703125</c:v>
              </c:pt>
              <c:pt idx="429">
                <c:v>174.857421875</c:v>
              </c:pt>
              <c:pt idx="430">
                <c:v>174.87207031200001</c:v>
              </c:pt>
              <c:pt idx="431">
                <c:v>175.287109375</c:v>
              </c:pt>
              <c:pt idx="432">
                <c:v>175.71191406200001</c:v>
              </c:pt>
              <c:pt idx="433">
                <c:v>176.123046875</c:v>
              </c:pt>
              <c:pt idx="434">
                <c:v>176.70019531200001</c:v>
              </c:pt>
              <c:pt idx="435">
                <c:v>177.08203125</c:v>
              </c:pt>
              <c:pt idx="436">
                <c:v>177.455078125</c:v>
              </c:pt>
              <c:pt idx="437">
                <c:v>177.734375</c:v>
              </c:pt>
              <c:pt idx="438">
                <c:v>178.326171875</c:v>
              </c:pt>
              <c:pt idx="439">
                <c:v>178.53515625</c:v>
              </c:pt>
              <c:pt idx="440">
                <c:v>179.33105468700001</c:v>
              </c:pt>
              <c:pt idx="441">
                <c:v>179.537109375</c:v>
              </c:pt>
              <c:pt idx="442">
                <c:v>180.07714843700001</c:v>
              </c:pt>
              <c:pt idx="443">
                <c:v>180.20410156200001</c:v>
              </c:pt>
              <c:pt idx="444">
                <c:v>180.91308593700001</c:v>
              </c:pt>
              <c:pt idx="445">
                <c:v>181.041015625</c:v>
              </c:pt>
              <c:pt idx="446">
                <c:v>181.63574218700001</c:v>
              </c:pt>
              <c:pt idx="447">
                <c:v>181.78417968700001</c:v>
              </c:pt>
              <c:pt idx="448">
                <c:v>182.57910156200001</c:v>
              </c:pt>
              <c:pt idx="449">
                <c:v>182.9140625</c:v>
              </c:pt>
              <c:pt idx="450">
                <c:v>183.10253906200001</c:v>
              </c:pt>
              <c:pt idx="451">
                <c:v>183.74511718700001</c:v>
              </c:pt>
              <c:pt idx="452">
                <c:v>183.82128906200001</c:v>
              </c:pt>
              <c:pt idx="453">
                <c:v>184.416015625</c:v>
              </c:pt>
              <c:pt idx="454">
                <c:v>184.83886718700001</c:v>
              </c:pt>
              <c:pt idx="455">
                <c:v>185.27636718700001</c:v>
              </c:pt>
              <c:pt idx="456">
                <c:v>185.81152343700001</c:v>
              </c:pt>
              <c:pt idx="457">
                <c:v>185.86621093700001</c:v>
              </c:pt>
              <c:pt idx="458">
                <c:v>186.63574218700001</c:v>
              </c:pt>
              <c:pt idx="459">
                <c:v>186.6796875</c:v>
              </c:pt>
              <c:pt idx="460">
                <c:v>187.40917968700001</c:v>
              </c:pt>
              <c:pt idx="461">
                <c:v>187.4765625</c:v>
              </c:pt>
              <c:pt idx="462">
                <c:v>188.12011718700001</c:v>
              </c:pt>
              <c:pt idx="463">
                <c:v>188.37792968700001</c:v>
              </c:pt>
              <c:pt idx="464">
                <c:v>188.75097656200001</c:v>
              </c:pt>
              <c:pt idx="465">
                <c:v>189.46386718700001</c:v>
              </c:pt>
              <c:pt idx="466">
                <c:v>189.62597656200001</c:v>
              </c:pt>
              <c:pt idx="467">
                <c:v>190.25097656200001</c:v>
              </c:pt>
              <c:pt idx="468">
                <c:v>190.36621093700001</c:v>
              </c:pt>
              <c:pt idx="469">
                <c:v>191.0078125</c:v>
              </c:pt>
              <c:pt idx="470">
                <c:v>191.14941406200001</c:v>
              </c:pt>
              <c:pt idx="471">
                <c:v>191.783203125</c:v>
              </c:pt>
              <c:pt idx="472">
                <c:v>191.97753906200001</c:v>
              </c:pt>
              <c:pt idx="473">
                <c:v>192.47265625</c:v>
              </c:pt>
              <c:pt idx="474">
                <c:v>193.078125</c:v>
              </c:pt>
              <c:pt idx="475">
                <c:v>193.51464843700001</c:v>
              </c:pt>
              <c:pt idx="476">
                <c:v>193.72558593700001</c:v>
              </c:pt>
              <c:pt idx="477">
                <c:v>194.30859375</c:v>
              </c:pt>
              <c:pt idx="478">
                <c:v>194.716796875</c:v>
              </c:pt>
              <c:pt idx="479">
                <c:v>194.81542968700001</c:v>
              </c:pt>
              <c:pt idx="480">
                <c:v>195.58886718700001</c:v>
              </c:pt>
              <c:pt idx="481">
                <c:v>195.953125</c:v>
              </c:pt>
              <c:pt idx="482">
                <c:v>196.05566406200001</c:v>
              </c:pt>
              <c:pt idx="483">
                <c:v>196.740234375</c:v>
              </c:pt>
              <c:pt idx="484">
                <c:v>196.845703125</c:v>
              </c:pt>
              <c:pt idx="485">
                <c:v>197.34277343700001</c:v>
              </c:pt>
              <c:pt idx="486">
                <c:v>198.01269531200001</c:v>
              </c:pt>
              <c:pt idx="487">
                <c:v>198.279296875</c:v>
              </c:pt>
              <c:pt idx="488">
                <c:v>198.46191406200001</c:v>
              </c:pt>
              <c:pt idx="489">
                <c:v>198.912109375</c:v>
              </c:pt>
              <c:pt idx="490">
                <c:v>199.47167968700001</c:v>
              </c:pt>
              <c:pt idx="491">
                <c:v>199.92285156200001</c:v>
              </c:pt>
              <c:pt idx="492">
                <c:v>200.25390625</c:v>
              </c:pt>
              <c:pt idx="493">
                <c:v>200.734375</c:v>
              </c:pt>
              <c:pt idx="494">
                <c:v>201.00097656200001</c:v>
              </c:pt>
              <c:pt idx="495">
                <c:v>201.509765625</c:v>
              </c:pt>
              <c:pt idx="496">
                <c:v>201.70703125</c:v>
              </c:pt>
              <c:pt idx="497">
                <c:v>202.484375</c:v>
              </c:pt>
              <c:pt idx="498">
                <c:v>202.69238281200001</c:v>
              </c:pt>
              <c:pt idx="499">
                <c:v>203.00878906200001</c:v>
              </c:pt>
              <c:pt idx="500">
                <c:v>203.62792968700001</c:v>
              </c:pt>
              <c:pt idx="501">
                <c:v>203.8828125</c:v>
              </c:pt>
              <c:pt idx="502">
                <c:v>204.41015625</c:v>
              </c:pt>
              <c:pt idx="503">
                <c:v>204.59082031200001</c:v>
              </c:pt>
              <c:pt idx="504">
                <c:v>205.322265625</c:v>
              </c:pt>
              <c:pt idx="505">
                <c:v>205.72753906200001</c:v>
              </c:pt>
              <c:pt idx="506">
                <c:v>205.796875</c:v>
              </c:pt>
              <c:pt idx="507">
                <c:v>206.296875</c:v>
              </c:pt>
              <c:pt idx="508">
                <c:v>206.85644531200001</c:v>
              </c:pt>
              <c:pt idx="509">
                <c:v>207.24707031200001</c:v>
              </c:pt>
              <c:pt idx="510">
                <c:v>207.40234375</c:v>
              </c:pt>
              <c:pt idx="511">
                <c:v>208.029296875</c:v>
              </c:pt>
              <c:pt idx="512">
                <c:v>208.251953125</c:v>
              </c:pt>
              <c:pt idx="513">
                <c:v>208.76464843700001</c:v>
              </c:pt>
              <c:pt idx="514">
                <c:v>209.40722656200001</c:v>
              </c:pt>
              <c:pt idx="515">
                <c:v>209.60058593700001</c:v>
              </c:pt>
              <c:pt idx="516">
                <c:v>210.1796875</c:v>
              </c:pt>
              <c:pt idx="517">
                <c:v>210.32128906200001</c:v>
              </c:pt>
              <c:pt idx="518">
                <c:v>210.73828125</c:v>
              </c:pt>
              <c:pt idx="519">
                <c:v>211.39550781200001</c:v>
              </c:pt>
              <c:pt idx="520">
                <c:v>211.76464843700001</c:v>
              </c:pt>
              <c:pt idx="521">
                <c:v>212.236328125</c:v>
              </c:pt>
              <c:pt idx="522">
                <c:v>212.423828125</c:v>
              </c:pt>
              <c:pt idx="523">
                <c:v>212.6953125</c:v>
              </c:pt>
              <c:pt idx="524">
                <c:v>213.283203125</c:v>
              </c:pt>
              <c:pt idx="525">
                <c:v>213.79589843700001</c:v>
              </c:pt>
              <c:pt idx="526">
                <c:v>213.96777343700001</c:v>
              </c:pt>
              <c:pt idx="527">
                <c:v>214.357421875</c:v>
              </c:pt>
              <c:pt idx="528">
                <c:v>214.751953125</c:v>
              </c:pt>
              <c:pt idx="529">
                <c:v>215.404296875</c:v>
              </c:pt>
              <c:pt idx="530">
                <c:v>215.83886718700001</c:v>
              </c:pt>
              <c:pt idx="531">
                <c:v>216.12890625</c:v>
              </c:pt>
              <c:pt idx="532">
                <c:v>216.35644531200001</c:v>
              </c:pt>
              <c:pt idx="533">
                <c:v>217.15234375</c:v>
              </c:pt>
              <c:pt idx="534">
                <c:v>217.17480468700001</c:v>
              </c:pt>
              <c:pt idx="535">
                <c:v>217.56640625</c:v>
              </c:pt>
              <c:pt idx="536">
                <c:v>218.22363281200001</c:v>
              </c:pt>
              <c:pt idx="537">
                <c:v>218.755859375</c:v>
              </c:pt>
              <c:pt idx="538">
                <c:v>219.1328125</c:v>
              </c:pt>
              <c:pt idx="539">
                <c:v>219.20605468700001</c:v>
              </c:pt>
              <c:pt idx="540">
                <c:v>219.75878906200001</c:v>
              </c:pt>
              <c:pt idx="541">
                <c:v>220.376953125</c:v>
              </c:pt>
              <c:pt idx="542">
                <c:v>220.71972656200001</c:v>
              </c:pt>
              <c:pt idx="543">
                <c:v>221.14746093700001</c:v>
              </c:pt>
              <c:pt idx="544">
                <c:v>221.333984375</c:v>
              </c:pt>
              <c:pt idx="545">
                <c:v>221.84765625</c:v>
              </c:pt>
              <c:pt idx="546">
                <c:v>222.294921875</c:v>
              </c:pt>
              <c:pt idx="547">
                <c:v>222.49511718700001</c:v>
              </c:pt>
              <c:pt idx="548">
                <c:v>223.07910156200001</c:v>
              </c:pt>
              <c:pt idx="549">
                <c:v>223.60839843700001</c:v>
              </c:pt>
              <c:pt idx="550">
                <c:v>223.67578125</c:v>
              </c:pt>
              <c:pt idx="551">
                <c:v>224.45800781200001</c:v>
              </c:pt>
              <c:pt idx="552">
                <c:v>224.74902343700001</c:v>
              </c:pt>
              <c:pt idx="553">
                <c:v>224.919921875</c:v>
              </c:pt>
              <c:pt idx="554">
                <c:v>225.56152343700001</c:v>
              </c:pt>
              <c:pt idx="555">
                <c:v>225.78808593700001</c:v>
              </c:pt>
              <c:pt idx="556">
                <c:v>226.16308593700001</c:v>
              </c:pt>
              <c:pt idx="557">
                <c:v>226.806640625</c:v>
              </c:pt>
              <c:pt idx="558">
                <c:v>227.28613281200001</c:v>
              </c:pt>
              <c:pt idx="559">
                <c:v>227.3359375</c:v>
              </c:pt>
              <c:pt idx="560">
                <c:v>227.8203125</c:v>
              </c:pt>
              <c:pt idx="561">
                <c:v>228.18359375</c:v>
              </c:pt>
              <c:pt idx="562">
                <c:v>228.884765625</c:v>
              </c:pt>
              <c:pt idx="563">
                <c:v>229.3515625</c:v>
              </c:pt>
              <c:pt idx="564">
                <c:v>229.50390625</c:v>
              </c:pt>
              <c:pt idx="565">
                <c:v>229.8359375</c:v>
              </c:pt>
              <c:pt idx="566">
                <c:v>230.380859375</c:v>
              </c:pt>
              <c:pt idx="567">
                <c:v>230.81933593700001</c:v>
              </c:pt>
              <c:pt idx="568">
                <c:v>231.32519531200001</c:v>
              </c:pt>
              <c:pt idx="569">
                <c:v>231.61425781200001</c:v>
              </c:pt>
              <c:pt idx="570">
                <c:v>231.849609375</c:v>
              </c:pt>
              <c:pt idx="571">
                <c:v>232.46777343700001</c:v>
              </c:pt>
              <c:pt idx="572">
                <c:v>232.72265625</c:v>
              </c:pt>
              <c:pt idx="573">
                <c:v>233.29980468700001</c:v>
              </c:pt>
              <c:pt idx="574">
                <c:v>233.48828125</c:v>
              </c:pt>
              <c:pt idx="575">
                <c:v>234.2109375</c:v>
              </c:pt>
              <c:pt idx="576">
                <c:v>234.55957031200001</c:v>
              </c:pt>
              <c:pt idx="577">
                <c:v>234.966796875</c:v>
              </c:pt>
              <c:pt idx="578">
                <c:v>235.169921875</c:v>
              </c:pt>
              <c:pt idx="579">
                <c:v>235.53417968700001</c:v>
              </c:pt>
              <c:pt idx="580">
                <c:v>236.05175781200001</c:v>
              </c:pt>
              <c:pt idx="581">
                <c:v>236.306640625</c:v>
              </c:pt>
              <c:pt idx="582">
                <c:v>236.94433593700001</c:v>
              </c:pt>
              <c:pt idx="583">
                <c:v>237.15527343700001</c:v>
              </c:pt>
              <c:pt idx="584">
                <c:v>237.66894531200001</c:v>
              </c:pt>
              <c:pt idx="585">
                <c:v>238.29394531200001</c:v>
              </c:pt>
              <c:pt idx="586">
                <c:v>238.52734375</c:v>
              </c:pt>
              <c:pt idx="587">
                <c:v>239.083984375</c:v>
              </c:pt>
              <c:pt idx="588">
                <c:v>239.22753906200001</c:v>
              </c:pt>
              <c:pt idx="589">
                <c:v>239.595703125</c:v>
              </c:pt>
              <c:pt idx="590">
                <c:v>240.29980468700001</c:v>
              </c:pt>
              <c:pt idx="591">
                <c:v>240.57324218700001</c:v>
              </c:pt>
              <c:pt idx="592">
                <c:v>241.06933593700001</c:v>
              </c:pt>
              <c:pt idx="593">
                <c:v>241.31933593700001</c:v>
              </c:pt>
              <c:pt idx="594">
                <c:v>241.60839843700001</c:v>
              </c:pt>
              <c:pt idx="595">
                <c:v>242.251953125</c:v>
              </c:pt>
              <c:pt idx="596">
                <c:v>242.5859375</c:v>
              </c:pt>
              <c:pt idx="597">
                <c:v>242.884765625</c:v>
              </c:pt>
              <c:pt idx="598">
                <c:v>243.47167968700001</c:v>
              </c:pt>
              <c:pt idx="599">
                <c:v>243.67578125</c:v>
              </c:pt>
              <c:pt idx="600">
                <c:v>244.26269531200001</c:v>
              </c:pt>
              <c:pt idx="601">
                <c:v>244.40625</c:v>
              </c:pt>
              <c:pt idx="602">
                <c:v>245.03417968700001</c:v>
              </c:pt>
              <c:pt idx="603">
                <c:v>245.26171875</c:v>
              </c:pt>
              <c:pt idx="604">
                <c:v>246.03222656200001</c:v>
              </c:pt>
              <c:pt idx="605">
                <c:v>246.05371093700001</c:v>
              </c:pt>
              <c:pt idx="606">
                <c:v>246.47265625</c:v>
              </c:pt>
              <c:pt idx="607">
                <c:v>247.11035156200001</c:v>
              </c:pt>
              <c:pt idx="608">
                <c:v>247.3203125</c:v>
              </c:pt>
              <c:pt idx="609">
                <c:v>248.041015625</c:v>
              </c:pt>
              <c:pt idx="610">
                <c:v>248.11425781200001</c:v>
              </c:pt>
              <c:pt idx="611">
                <c:v>248.66113281200001</c:v>
              </c:pt>
              <c:pt idx="612">
                <c:v>249.22753906200001</c:v>
              </c:pt>
              <c:pt idx="613">
                <c:v>249.62597656200001</c:v>
              </c:pt>
              <c:pt idx="614">
                <c:v>249.78417968700001</c:v>
              </c:pt>
              <c:pt idx="615">
                <c:v>250.21972656200001</c:v>
              </c:pt>
              <c:pt idx="616">
                <c:v>250.76953125</c:v>
              </c:pt>
              <c:pt idx="617">
                <c:v>251.1171875</c:v>
              </c:pt>
              <c:pt idx="618">
                <c:v>251.38671875</c:v>
              </c:pt>
              <c:pt idx="619">
                <c:v>252.01269531200001</c:v>
              </c:pt>
              <c:pt idx="620">
                <c:v>252.505859375</c:v>
              </c:pt>
              <c:pt idx="621">
                <c:v>252.55566406200001</c:v>
              </c:pt>
              <c:pt idx="622">
                <c:v>253.337890625</c:v>
              </c:pt>
              <c:pt idx="623">
                <c:v>253.642578125</c:v>
              </c:pt>
              <c:pt idx="624">
                <c:v>253.76660156200001</c:v>
              </c:pt>
              <c:pt idx="625">
                <c:v>254.466796875</c:v>
              </c:pt>
              <c:pt idx="626">
                <c:v>254.57910156200001</c:v>
              </c:pt>
              <c:pt idx="627">
                <c:v>255.033203125</c:v>
              </c:pt>
              <c:pt idx="628">
                <c:v>255.74902343700001</c:v>
              </c:pt>
              <c:pt idx="629">
                <c:v>256.146484375</c:v>
              </c:pt>
              <c:pt idx="630">
                <c:v>256.30566406200001</c:v>
              </c:pt>
              <c:pt idx="631">
                <c:v>256.646484375</c:v>
              </c:pt>
              <c:pt idx="632">
                <c:v>257.068359375</c:v>
              </c:pt>
              <c:pt idx="633">
                <c:v>257.63964843700001</c:v>
              </c:pt>
              <c:pt idx="634">
                <c:v>258.19628906200001</c:v>
              </c:pt>
              <c:pt idx="635">
                <c:v>258.431640625</c:v>
              </c:pt>
              <c:pt idx="636">
                <c:v>258.74511718700001</c:v>
              </c:pt>
              <c:pt idx="637">
                <c:v>259.30859375</c:v>
              </c:pt>
              <c:pt idx="638">
                <c:v>259.47265625</c:v>
              </c:pt>
              <c:pt idx="639">
                <c:v>259.97949218700001</c:v>
              </c:pt>
              <c:pt idx="640">
                <c:v>260.48730468700001</c:v>
              </c:pt>
              <c:pt idx="641">
                <c:v>260.80566406200001</c:v>
              </c:pt>
              <c:pt idx="642">
                <c:v>261.41894531200001</c:v>
              </c:pt>
              <c:pt idx="643">
                <c:v>261.677734375</c:v>
              </c:pt>
              <c:pt idx="644">
                <c:v>262.25097656200001</c:v>
              </c:pt>
              <c:pt idx="645">
                <c:v>262.353515625</c:v>
              </c:pt>
              <c:pt idx="646">
                <c:v>263.046875</c:v>
              </c:pt>
              <c:pt idx="647">
                <c:v>263.5</c:v>
              </c:pt>
              <c:pt idx="648">
                <c:v>263.54394531200001</c:v>
              </c:pt>
              <c:pt idx="649">
                <c:v>263.99902343700001</c:v>
              </c:pt>
              <c:pt idx="650">
                <c:v>264.56347656200001</c:v>
              </c:pt>
              <c:pt idx="651">
                <c:v>264.88964843700001</c:v>
              </c:pt>
              <c:pt idx="652">
                <c:v>265.54980468700001</c:v>
              </c:pt>
              <c:pt idx="653">
                <c:v>265.91308593700001</c:v>
              </c:pt>
              <c:pt idx="654">
                <c:v>266.12402343700001</c:v>
              </c:pt>
              <c:pt idx="655">
                <c:v>266.669921875</c:v>
              </c:pt>
              <c:pt idx="656">
                <c:v>267.173828125</c:v>
              </c:pt>
              <c:pt idx="657">
                <c:v>267.52734375</c:v>
              </c:pt>
              <c:pt idx="658">
                <c:v>267.63378906200001</c:v>
              </c:pt>
              <c:pt idx="659">
                <c:v>268.22265625</c:v>
              </c:pt>
              <c:pt idx="660">
                <c:v>268.39941406200001</c:v>
              </c:pt>
              <c:pt idx="661">
                <c:v>269.169921875</c:v>
              </c:pt>
              <c:pt idx="662">
                <c:v>269.548828125</c:v>
              </c:pt>
              <c:pt idx="663">
                <c:v>269.66894531200001</c:v>
              </c:pt>
              <c:pt idx="664">
                <c:v>270.3203125</c:v>
              </c:pt>
              <c:pt idx="665">
                <c:v>270.48046875</c:v>
              </c:pt>
              <c:pt idx="666">
                <c:v>271.232421875</c:v>
              </c:pt>
              <c:pt idx="667">
                <c:v>271.2734375</c:v>
              </c:pt>
              <c:pt idx="668">
                <c:v>271.83984375</c:v>
              </c:pt>
              <c:pt idx="669">
                <c:v>272.365234375</c:v>
              </c:pt>
              <c:pt idx="670">
                <c:v>272.5078125</c:v>
              </c:pt>
              <c:pt idx="671">
                <c:v>272.92089843700001</c:v>
              </c:pt>
              <c:pt idx="672">
                <c:v>273.328125</c:v>
              </c:pt>
              <c:pt idx="673">
                <c:v>274.07714843700001</c:v>
              </c:pt>
              <c:pt idx="674">
                <c:v>274.123046875</c:v>
              </c:pt>
              <c:pt idx="675">
                <c:v>274.50878906200001</c:v>
              </c:pt>
              <c:pt idx="676">
                <c:v>275.05175781200001</c:v>
              </c:pt>
              <c:pt idx="677">
                <c:v>275.42871093700001</c:v>
              </c:pt>
              <c:pt idx="678">
                <c:v>276.115234375</c:v>
              </c:pt>
              <c:pt idx="679">
                <c:v>276.33105468700001</c:v>
              </c:pt>
              <c:pt idx="680">
                <c:v>276.75878906200001</c:v>
              </c:pt>
              <c:pt idx="681">
                <c:v>276.966796875</c:v>
              </c:pt>
              <c:pt idx="682">
                <c:v>277.61621093700001</c:v>
              </c:pt>
              <c:pt idx="683">
                <c:v>277.75390625</c:v>
              </c:pt>
              <c:pt idx="684">
                <c:v>278.54589843700001</c:v>
              </c:pt>
              <c:pt idx="685">
                <c:v>278.75</c:v>
              </c:pt>
              <c:pt idx="686">
                <c:v>279.212890625</c:v>
              </c:pt>
              <c:pt idx="687">
                <c:v>279.73144531200001</c:v>
              </c:pt>
              <c:pt idx="688">
                <c:v>280.08496093700001</c:v>
              </c:pt>
              <c:pt idx="689">
                <c:v>280.380859375</c:v>
              </c:pt>
              <c:pt idx="690">
                <c:v>280.99707031200001</c:v>
              </c:pt>
              <c:pt idx="691">
                <c:v>281.40917968700001</c:v>
              </c:pt>
              <c:pt idx="692">
                <c:v>281.50683593700001</c:v>
              </c:pt>
              <c:pt idx="693">
                <c:v>282.201171875</c:v>
              </c:pt>
              <c:pt idx="694">
                <c:v>282.517578125</c:v>
              </c:pt>
              <c:pt idx="695">
                <c:v>282.654296875</c:v>
              </c:pt>
              <c:pt idx="696">
                <c:v>283.041015625</c:v>
              </c:pt>
              <c:pt idx="697">
                <c:v>283.48925781200001</c:v>
              </c:pt>
              <c:pt idx="698">
                <c:v>284.04199218700001</c:v>
              </c:pt>
              <c:pt idx="699">
                <c:v>284.41503906200001</c:v>
              </c:pt>
              <c:pt idx="700">
                <c:v>285.0078125</c:v>
              </c:pt>
              <c:pt idx="701">
                <c:v>285.380859375</c:v>
              </c:pt>
              <c:pt idx="702">
                <c:v>285.767578125</c:v>
              </c:pt>
              <c:pt idx="703">
                <c:v>285.95800781200001</c:v>
              </c:pt>
              <c:pt idx="704">
                <c:v>286.623046875</c:v>
              </c:pt>
              <c:pt idx="705">
                <c:v>286.88769531200001</c:v>
              </c:pt>
              <c:pt idx="706">
                <c:v>287.49609375</c:v>
              </c:pt>
              <c:pt idx="707">
                <c:v>287.84375</c:v>
              </c:pt>
              <c:pt idx="708">
                <c:v>288.3203125</c:v>
              </c:pt>
              <c:pt idx="709">
                <c:v>288.33496093700001</c:v>
              </c:pt>
              <c:pt idx="710">
                <c:v>289.025390625</c:v>
              </c:pt>
              <c:pt idx="711">
                <c:v>289.484375</c:v>
              </c:pt>
              <c:pt idx="712">
                <c:v>289.56542968700001</c:v>
              </c:pt>
              <c:pt idx="713">
                <c:v>290.31542968700001</c:v>
              </c:pt>
              <c:pt idx="714">
                <c:v>290.416015625</c:v>
              </c:pt>
              <c:pt idx="715">
                <c:v>290.81347656200001</c:v>
              </c:pt>
              <c:pt idx="716">
                <c:v>291.251953125</c:v>
              </c:pt>
              <c:pt idx="717">
                <c:v>291.59277343700001</c:v>
              </c:pt>
              <c:pt idx="718">
                <c:v>292.36328125</c:v>
              </c:pt>
              <c:pt idx="719">
                <c:v>292.56347656200001</c:v>
              </c:pt>
              <c:pt idx="720">
                <c:v>292.81640625</c:v>
              </c:pt>
              <c:pt idx="721">
                <c:v>293.583984375</c:v>
              </c:pt>
              <c:pt idx="722">
                <c:v>293.921875</c:v>
              </c:pt>
              <c:pt idx="723">
                <c:v>294.13574218700001</c:v>
              </c:pt>
              <c:pt idx="724">
                <c:v>294.560546875</c:v>
              </c:pt>
              <c:pt idx="725">
                <c:v>295.13378906200001</c:v>
              </c:pt>
              <c:pt idx="726">
                <c:v>295.63964843700001</c:v>
              </c:pt>
              <c:pt idx="727">
                <c:v>295.66699218700001</c:v>
              </c:pt>
              <c:pt idx="728">
                <c:v>296.30371093700001</c:v>
              </c:pt>
              <c:pt idx="729">
                <c:v>296.52441406200001</c:v>
              </c:pt>
              <c:pt idx="730">
                <c:v>297.21972656200001</c:v>
              </c:pt>
              <c:pt idx="731">
                <c:v>297.30859375</c:v>
              </c:pt>
              <c:pt idx="732">
                <c:v>297.94628906200001</c:v>
              </c:pt>
              <c:pt idx="733">
                <c:v>298.48046875</c:v>
              </c:pt>
              <c:pt idx="734">
                <c:v>298.666015625</c:v>
              </c:pt>
              <c:pt idx="735">
                <c:v>299.29394531200001</c:v>
              </c:pt>
              <c:pt idx="736">
                <c:v>299.318359375</c:v>
              </c:pt>
              <c:pt idx="737">
                <c:v>300.076171875</c:v>
              </c:pt>
              <c:pt idx="738">
                <c:v>300.39160156200001</c:v>
              </c:pt>
              <c:pt idx="739">
                <c:v>300.728515625</c:v>
              </c:pt>
              <c:pt idx="740">
                <c:v>301.271484375</c:v>
              </c:pt>
              <c:pt idx="741">
                <c:v>301.541015625</c:v>
              </c:pt>
              <c:pt idx="742">
                <c:v>302.126953125</c:v>
              </c:pt>
              <c:pt idx="743">
                <c:v>302.30859375</c:v>
              </c:pt>
              <c:pt idx="744">
                <c:v>302.56542968700001</c:v>
              </c:pt>
              <c:pt idx="745">
                <c:v>303.10253906200001</c:v>
              </c:pt>
              <c:pt idx="746">
                <c:v>303.375</c:v>
              </c:pt>
              <c:pt idx="747">
                <c:v>304.09765625</c:v>
              </c:pt>
              <c:pt idx="748">
                <c:v>304.517578125</c:v>
              </c:pt>
              <c:pt idx="749">
                <c:v>304.59863281200001</c:v>
              </c:pt>
              <c:pt idx="750">
                <c:v>305.22753906200001</c:v>
              </c:pt>
              <c:pt idx="751">
                <c:v>305.42871093700001</c:v>
              </c:pt>
              <c:pt idx="752">
                <c:v>306.05859375</c:v>
              </c:pt>
              <c:pt idx="753">
                <c:v>306.53808593700001</c:v>
              </c:pt>
              <c:pt idx="754">
                <c:v>306.65234375</c:v>
              </c:pt>
              <c:pt idx="755">
                <c:v>307.43066406200001</c:v>
              </c:pt>
              <c:pt idx="756">
                <c:v>307.78027343700001</c:v>
              </c:pt>
              <c:pt idx="757">
                <c:v>308.12011718700001</c:v>
              </c:pt>
              <c:pt idx="758">
                <c:v>308.35058593700001</c:v>
              </c:pt>
              <c:pt idx="759">
                <c:v>308.77636718700001</c:v>
              </c:pt>
              <c:pt idx="760">
                <c:v>309.18261718700001</c:v>
              </c:pt>
              <c:pt idx="761">
                <c:v>309.490234375</c:v>
              </c:pt>
              <c:pt idx="762">
                <c:v>310.11621093700001</c:v>
              </c:pt>
              <c:pt idx="763">
                <c:v>310.60546875</c:v>
              </c:pt>
              <c:pt idx="764">
                <c:v>310.69238281200001</c:v>
              </c:pt>
              <c:pt idx="765">
                <c:v>311.494140625</c:v>
              </c:pt>
              <c:pt idx="766">
                <c:v>311.603515625</c:v>
              </c:pt>
              <c:pt idx="767">
                <c:v>311.95800781200001</c:v>
              </c:pt>
              <c:pt idx="768">
                <c:v>312.59375</c:v>
              </c:pt>
              <c:pt idx="769">
                <c:v>312.775390625</c:v>
              </c:pt>
              <c:pt idx="770">
                <c:v>313.39550781200001</c:v>
              </c:pt>
              <c:pt idx="771">
                <c:v>313.884765625</c:v>
              </c:pt>
              <c:pt idx="772">
                <c:v>314.31152343700001</c:v>
              </c:pt>
              <c:pt idx="773">
                <c:v>314.49121093700001</c:v>
              </c:pt>
              <c:pt idx="774">
                <c:v>314.986328125</c:v>
              </c:pt>
              <c:pt idx="775">
                <c:v>315.53027343700001</c:v>
              </c:pt>
              <c:pt idx="776">
                <c:v>315.69238281200001</c:v>
              </c:pt>
              <c:pt idx="777">
                <c:v>316.208984375</c:v>
              </c:pt>
              <c:pt idx="778">
                <c:v>316.416015625</c:v>
              </c:pt>
              <c:pt idx="779">
                <c:v>316.95605468700001</c:v>
              </c:pt>
              <c:pt idx="780">
                <c:v>317.45800781200001</c:v>
              </c:pt>
              <c:pt idx="781">
                <c:v>317.60644531200001</c:v>
              </c:pt>
              <c:pt idx="782">
                <c:v>318.40234375</c:v>
              </c:pt>
              <c:pt idx="783">
                <c:v>318.609375</c:v>
              </c:pt>
              <c:pt idx="784">
                <c:v>318.927734375</c:v>
              </c:pt>
              <c:pt idx="785">
                <c:v>319.54199218700001</c:v>
              </c:pt>
              <c:pt idx="786">
                <c:v>319.640625</c:v>
              </c:pt>
              <c:pt idx="787">
                <c:v>320.34667968700001</c:v>
              </c:pt>
              <c:pt idx="788">
                <c:v>320.458984375</c:v>
              </c:pt>
              <c:pt idx="789">
                <c:v>321.15136718700001</c:v>
              </c:pt>
              <c:pt idx="790">
                <c:v>321.62792968700001</c:v>
              </c:pt>
              <c:pt idx="791">
                <c:v>321.71972656200001</c:v>
              </c:pt>
              <c:pt idx="792">
                <c:v>322.11328125</c:v>
              </c:pt>
              <c:pt idx="793">
                <c:v>322.822265625</c:v>
              </c:pt>
              <c:pt idx="794">
                <c:v>323.255859375</c:v>
              </c:pt>
              <c:pt idx="795">
                <c:v>323.68066406200001</c:v>
              </c:pt>
              <c:pt idx="796">
                <c:v>324.04589843700001</c:v>
              </c:pt>
              <c:pt idx="797">
                <c:v>324.251953125</c:v>
              </c:pt>
              <c:pt idx="798">
                <c:v>324.76074218700001</c:v>
              </c:pt>
              <c:pt idx="799">
                <c:v>325.291015625</c:v>
              </c:pt>
              <c:pt idx="800">
                <c:v>325.41699218700001</c:v>
              </c:pt>
              <c:pt idx="801">
                <c:v>325.73925781200001</c:v>
              </c:pt>
              <c:pt idx="802">
                <c:v>326.30078125</c:v>
              </c:pt>
              <c:pt idx="803">
                <c:v>326.583984375</c:v>
              </c:pt>
              <c:pt idx="804">
                <c:v>327.359375</c:v>
              </c:pt>
              <c:pt idx="805">
                <c:v>327.68066406200001</c:v>
              </c:pt>
              <c:pt idx="806">
                <c:v>327.77832031200001</c:v>
              </c:pt>
              <c:pt idx="807">
                <c:v>328.36425781200001</c:v>
              </c:pt>
              <c:pt idx="808">
                <c:v>328.609375</c:v>
              </c:pt>
              <c:pt idx="809">
                <c:v>329.15722656200001</c:v>
              </c:pt>
              <c:pt idx="810">
                <c:v>329.72949218700001</c:v>
              </c:pt>
              <c:pt idx="811">
                <c:v>330.20214843700001</c:v>
              </c:pt>
              <c:pt idx="812">
                <c:v>330.576171875</c:v>
              </c:pt>
              <c:pt idx="813">
                <c:v>330.630859375</c:v>
              </c:pt>
              <c:pt idx="814">
                <c:v>331.39550781200001</c:v>
              </c:pt>
              <c:pt idx="815">
                <c:v>331.45410156200001</c:v>
              </c:pt>
              <c:pt idx="816">
                <c:v>332.21386718700001</c:v>
              </c:pt>
              <c:pt idx="817">
                <c:v>332.310546875</c:v>
              </c:pt>
              <c:pt idx="818">
                <c:v>332.9765625</c:v>
              </c:pt>
              <c:pt idx="819">
                <c:v>333.1484375</c:v>
              </c:pt>
              <c:pt idx="820">
                <c:v>333.49902343700001</c:v>
              </c:pt>
              <c:pt idx="821">
                <c:v>334.203125</c:v>
              </c:pt>
              <c:pt idx="822">
                <c:v>334.36621093700001</c:v>
              </c:pt>
              <c:pt idx="823">
                <c:v>335.080078125</c:v>
              </c:pt>
              <c:pt idx="824">
                <c:v>335.16503906200001</c:v>
              </c:pt>
              <c:pt idx="825">
                <c:v>335.81152343700001</c:v>
              </c:pt>
              <c:pt idx="826">
                <c:v>336.30859375</c:v>
              </c:pt>
              <c:pt idx="827">
                <c:v>336.66503906200001</c:v>
              </c:pt>
              <c:pt idx="828">
                <c:v>336.783203125</c:v>
              </c:pt>
              <c:pt idx="829">
                <c:v>337.35839843700001</c:v>
              </c:pt>
              <c:pt idx="830">
                <c:v>337.578125</c:v>
              </c:pt>
              <c:pt idx="831">
                <c:v>338.1875</c:v>
              </c:pt>
              <c:pt idx="832">
                <c:v>338.41113281200001</c:v>
              </c:pt>
              <c:pt idx="833">
                <c:v>339.13378906200001</c:v>
              </c:pt>
              <c:pt idx="834">
                <c:v>339.55175781200001</c:v>
              </c:pt>
              <c:pt idx="835">
                <c:v>339.57421875</c:v>
              </c:pt>
              <c:pt idx="836">
                <c:v>340.36425781200001</c:v>
              </c:pt>
              <c:pt idx="837">
                <c:v>340.611328125</c:v>
              </c:pt>
              <c:pt idx="838">
                <c:v>340.79980468700001</c:v>
              </c:pt>
              <c:pt idx="839">
                <c:v>341.58105468700001</c:v>
              </c:pt>
              <c:pt idx="840">
                <c:v>341.61816406200001</c:v>
              </c:pt>
              <c:pt idx="841">
                <c:v>342.13378906200001</c:v>
              </c:pt>
              <c:pt idx="842">
                <c:v>342.59863281200001</c:v>
              </c:pt>
              <c:pt idx="843">
                <c:v>343.12207031200001</c:v>
              </c:pt>
              <c:pt idx="844">
                <c:v>343.29785156200001</c:v>
              </c:pt>
              <c:pt idx="845">
                <c:v>343.712890625</c:v>
              </c:pt>
              <c:pt idx="846">
                <c:v>344.369140625</c:v>
              </c:pt>
              <c:pt idx="847">
                <c:v>344.60839843700001</c:v>
              </c:pt>
              <c:pt idx="848">
                <c:v>345.0078125</c:v>
              </c:pt>
              <c:pt idx="849">
                <c:v>345.544921875</c:v>
              </c:pt>
              <c:pt idx="850">
                <c:v>346.00878906200001</c:v>
              </c:pt>
              <c:pt idx="851">
                <c:v>346.462890625</c:v>
              </c:pt>
              <c:pt idx="852">
                <c:v>346.494140625</c:v>
              </c:pt>
              <c:pt idx="853">
                <c:v>347.146484375</c:v>
              </c:pt>
              <c:pt idx="854">
                <c:v>347.63964843700001</c:v>
              </c:pt>
              <c:pt idx="855">
                <c:v>347.71972656200001</c:v>
              </c:pt>
              <c:pt idx="856">
                <c:v>348.5078125</c:v>
              </c:pt>
              <c:pt idx="857">
                <c:v>348.57128906200001</c:v>
              </c:pt>
              <c:pt idx="858">
                <c:v>348.96484375</c:v>
              </c:pt>
              <c:pt idx="859">
                <c:v>349.40625</c:v>
              </c:pt>
              <c:pt idx="860">
                <c:v>349.75</c:v>
              </c:pt>
              <c:pt idx="861">
                <c:v>350.396484375</c:v>
              </c:pt>
              <c:pt idx="862">
                <c:v>350.7734375</c:v>
              </c:pt>
              <c:pt idx="863">
                <c:v>350.982421875</c:v>
              </c:pt>
              <c:pt idx="864">
                <c:v>351.62402343700001</c:v>
              </c:pt>
              <c:pt idx="865">
                <c:v>352.14746093700001</c:v>
              </c:pt>
              <c:pt idx="866">
                <c:v>352.208984375</c:v>
              </c:pt>
              <c:pt idx="867">
                <c:v>352.927734375</c:v>
              </c:pt>
              <c:pt idx="868">
                <c:v>353.333984375</c:v>
              </c:pt>
              <c:pt idx="869">
                <c:v>353.42578125</c:v>
              </c:pt>
              <c:pt idx="870">
                <c:v>354.12011718700001</c:v>
              </c:pt>
              <c:pt idx="871">
                <c:v>354.21582031200001</c:v>
              </c:pt>
              <c:pt idx="872">
                <c:v>354.767578125</c:v>
              </c:pt>
              <c:pt idx="873">
                <c:v>355.03125</c:v>
              </c:pt>
              <c:pt idx="874">
                <c:v>355.4765625</c:v>
              </c:pt>
              <c:pt idx="875">
                <c:v>356.20410156200001</c:v>
              </c:pt>
              <c:pt idx="876">
                <c:v>356.63574218700001</c:v>
              </c:pt>
              <c:pt idx="877">
                <c:v>356.6484375</c:v>
              </c:pt>
              <c:pt idx="878">
                <c:v>357.31152343700001</c:v>
              </c:pt>
              <c:pt idx="879">
                <c:v>357.556640625</c:v>
              </c:pt>
              <c:pt idx="880">
                <c:v>357.93652343700001</c:v>
              </c:pt>
              <c:pt idx="881">
                <c:v>358.62597656200001</c:v>
              </c:pt>
              <c:pt idx="882">
                <c:v>358.79199218700001</c:v>
              </c:pt>
              <c:pt idx="883">
                <c:v>359.28222656200001</c:v>
              </c:pt>
              <c:pt idx="884">
                <c:v>359.58203125</c:v>
              </c:pt>
              <c:pt idx="885">
                <c:v>360.10644531200001</c:v>
              </c:pt>
              <c:pt idx="886">
                <c:v>360.603515625</c:v>
              </c:pt>
              <c:pt idx="887">
                <c:v>361.096679776999</c:v>
              </c:pt>
              <c:pt idx="888">
                <c:v>361.43261744899701</c:v>
              </c:pt>
              <c:pt idx="889">
                <c:v>361.53125031199698</c:v>
              </c:pt>
              <c:pt idx="890">
                <c:v>362.20898503399297</c:v>
              </c:pt>
              <c:pt idx="891">
                <c:v>362.56640709199098</c:v>
              </c:pt>
              <c:pt idx="892">
                <c:v>362.76855563299</c:v>
              </c:pt>
              <c:pt idx="893">
                <c:v>363.34570436598699</c:v>
              </c:pt>
              <c:pt idx="894">
                <c:v>363.90234527598398</c:v>
              </c:pt>
              <c:pt idx="895">
                <c:v>364.07617348998298</c:v>
              </c:pt>
              <c:pt idx="896">
                <c:v>364.72851757397899</c:v>
              </c:pt>
              <c:pt idx="897">
                <c:v>365.00097865097803</c:v>
              </c:pt>
              <c:pt idx="898">
                <c:v>365.34863507897597</c:v>
              </c:pt>
              <c:pt idx="899">
                <c:v>365.61426021497499</c:v>
              </c:pt>
            </c:numLit>
          </c:xVal>
          <c:yVal>
            <c:numLit>
              <c:formatCode>0.0</c:formatCode>
              <c:ptCount val="900"/>
              <c:pt idx="0">
                <c:v>-2.7727999999999999E-2</c:v>
              </c:pt>
              <c:pt idx="1">
                <c:v>2.3598999999999998E-2</c:v>
              </c:pt>
              <c:pt idx="2">
                <c:v>2.9954999999999999E-2</c:v>
              </c:pt>
              <c:pt idx="3">
                <c:v>-2.7491999999999999E-2</c:v>
              </c:pt>
              <c:pt idx="4">
                <c:v>-2.3483E-2</c:v>
              </c:pt>
              <c:pt idx="5">
                <c:v>2.6388999999999999E-2</c:v>
              </c:pt>
              <c:pt idx="6">
                <c:v>2.7711E-2</c:v>
              </c:pt>
              <c:pt idx="7">
                <c:v>-0.37348300000000001</c:v>
              </c:pt>
              <c:pt idx="8">
                <c:v>0.22475300000000001</c:v>
              </c:pt>
              <c:pt idx="9">
                <c:v>-0.19484399999999999</c:v>
              </c:pt>
              <c:pt idx="10">
                <c:v>0.34852</c:v>
              </c:pt>
              <c:pt idx="11">
                <c:v>5.4602999999999999E-2</c:v>
              </c:pt>
              <c:pt idx="12">
                <c:v>-0.137291</c:v>
              </c:pt>
              <c:pt idx="13">
                <c:v>0.13122500000000001</c:v>
              </c:pt>
              <c:pt idx="14">
                <c:v>7.0586999999999997E-2</c:v>
              </c:pt>
              <c:pt idx="15">
                <c:v>-5.0192000000000001E-2</c:v>
              </c:pt>
              <c:pt idx="16">
                <c:v>-6.4746999999999999E-2</c:v>
              </c:pt>
              <c:pt idx="17">
                <c:v>-9.4463000000000005E-2</c:v>
              </c:pt>
              <c:pt idx="18">
                <c:v>9.4239000000000003E-2</c:v>
              </c:pt>
              <c:pt idx="19">
                <c:v>0.320772</c:v>
              </c:pt>
              <c:pt idx="20">
                <c:v>0.20945800000000001</c:v>
              </c:pt>
              <c:pt idx="21">
                <c:v>0.15363299999999999</c:v>
              </c:pt>
              <c:pt idx="22">
                <c:v>-0.28159800000000001</c:v>
              </c:pt>
              <c:pt idx="23">
                <c:v>-0.134686</c:v>
              </c:pt>
              <c:pt idx="24">
                <c:v>0.267625</c:v>
              </c:pt>
              <c:pt idx="25">
                <c:v>8.1296999999999994E-2</c:v>
              </c:pt>
              <c:pt idx="26">
                <c:v>9.4453999999999996E-2</c:v>
              </c:pt>
              <c:pt idx="27">
                <c:v>0.123458</c:v>
              </c:pt>
              <c:pt idx="28">
                <c:v>6.5068000000000001E-2</c:v>
              </c:pt>
              <c:pt idx="29">
                <c:v>0.29334300000000002</c:v>
              </c:pt>
              <c:pt idx="30">
                <c:v>0.101079</c:v>
              </c:pt>
              <c:pt idx="31">
                <c:v>4.8835000000000003E-2</c:v>
              </c:pt>
              <c:pt idx="32">
                <c:v>5.6466000000000002E-2</c:v>
              </c:pt>
              <c:pt idx="33">
                <c:v>6.1844000000000003E-2</c:v>
              </c:pt>
              <c:pt idx="34">
                <c:v>-0.109565</c:v>
              </c:pt>
              <c:pt idx="35">
                <c:v>-6.5537999999999999E-2</c:v>
              </c:pt>
              <c:pt idx="36">
                <c:v>-7.6691999999999996E-2</c:v>
              </c:pt>
              <c:pt idx="37">
                <c:v>-6.5053E-2</c:v>
              </c:pt>
              <c:pt idx="38">
                <c:v>8.3995E-2</c:v>
              </c:pt>
              <c:pt idx="39">
                <c:v>5.4184999999999997E-2</c:v>
              </c:pt>
              <c:pt idx="40">
                <c:v>7.0120000000000002E-2</c:v>
              </c:pt>
              <c:pt idx="41">
                <c:v>-7.7248999999999998E-2</c:v>
              </c:pt>
              <c:pt idx="42">
                <c:v>3.9223000000000001E-2</c:v>
              </c:pt>
              <c:pt idx="43">
                <c:v>8.2154000000000005E-2</c:v>
              </c:pt>
              <c:pt idx="44">
                <c:v>-6.0770999999999999E-2</c:v>
              </c:pt>
              <c:pt idx="45">
                <c:v>9.6243999999999996E-2</c:v>
              </c:pt>
              <c:pt idx="46">
                <c:v>-5.9526000000000003E-2</c:v>
              </c:pt>
              <c:pt idx="47">
                <c:v>-5.1194000000000003E-2</c:v>
              </c:pt>
              <c:pt idx="48">
                <c:v>5.2634E-2</c:v>
              </c:pt>
              <c:pt idx="49">
                <c:v>-0.167431</c:v>
              </c:pt>
              <c:pt idx="50">
                <c:v>-0.16750499999999999</c:v>
              </c:pt>
              <c:pt idx="51">
                <c:v>0.10861899999999999</c:v>
              </c:pt>
              <c:pt idx="52">
                <c:v>-7.7330999999999997E-2</c:v>
              </c:pt>
              <c:pt idx="53">
                <c:v>0.106491</c:v>
              </c:pt>
              <c:pt idx="54">
                <c:v>4.6808000000000002E-2</c:v>
              </c:pt>
              <c:pt idx="55">
                <c:v>-0.21454599999999999</c:v>
              </c:pt>
              <c:pt idx="56">
                <c:v>0.326353</c:v>
              </c:pt>
              <c:pt idx="57">
                <c:v>-0.103088</c:v>
              </c:pt>
              <c:pt idx="58">
                <c:v>-0.518621</c:v>
              </c:pt>
              <c:pt idx="59">
                <c:v>-0.53738600000000003</c:v>
              </c:pt>
              <c:pt idx="60">
                <c:v>-0.128995</c:v>
              </c:pt>
              <c:pt idx="61">
                <c:v>-0.245084</c:v>
              </c:pt>
              <c:pt idx="62">
                <c:v>-0.11217299999999999</c:v>
              </c:pt>
              <c:pt idx="63">
                <c:v>-8.9839000000000002E-2</c:v>
              </c:pt>
              <c:pt idx="64">
                <c:v>-6.2884999999999996E-2</c:v>
              </c:pt>
              <c:pt idx="65">
                <c:v>0.112122</c:v>
              </c:pt>
              <c:pt idx="66">
                <c:v>-6.4496999999999999E-2</c:v>
              </c:pt>
              <c:pt idx="67">
                <c:v>5.4098E-2</c:v>
              </c:pt>
              <c:pt idx="68">
                <c:v>-3.5247000000000001E-2</c:v>
              </c:pt>
              <c:pt idx="69">
                <c:v>3.6903999999999999E-2</c:v>
              </c:pt>
              <c:pt idx="70">
                <c:v>4.0986000000000002E-2</c:v>
              </c:pt>
              <c:pt idx="71">
                <c:v>6.8954000000000001E-2</c:v>
              </c:pt>
              <c:pt idx="72">
                <c:v>-7.5328999999999993E-2</c:v>
              </c:pt>
              <c:pt idx="73">
                <c:v>0.104381</c:v>
              </c:pt>
              <c:pt idx="74">
                <c:v>-5.5946999999999997E-2</c:v>
              </c:pt>
              <c:pt idx="75">
                <c:v>0.217442</c:v>
              </c:pt>
              <c:pt idx="76">
                <c:v>0.25481100000000001</c:v>
              </c:pt>
              <c:pt idx="77">
                <c:v>-0.30059200000000003</c:v>
              </c:pt>
              <c:pt idx="78">
                <c:v>-0.70736699999999997</c:v>
              </c:pt>
              <c:pt idx="79">
                <c:v>-0.182814</c:v>
              </c:pt>
              <c:pt idx="80">
                <c:v>-0.35161799999999999</c:v>
              </c:pt>
              <c:pt idx="81">
                <c:v>0.102049</c:v>
              </c:pt>
              <c:pt idx="82">
                <c:v>7.664E-2</c:v>
              </c:pt>
              <c:pt idx="83">
                <c:v>0.13827999999999999</c:v>
              </c:pt>
              <c:pt idx="84">
                <c:v>-7.4859999999999996E-2</c:v>
              </c:pt>
              <c:pt idx="85">
                <c:v>-5.6292000000000002E-2</c:v>
              </c:pt>
              <c:pt idx="86">
                <c:v>-6.0579000000000001E-2</c:v>
              </c:pt>
              <c:pt idx="87">
                <c:v>-6.2115999999999998E-2</c:v>
              </c:pt>
              <c:pt idx="88">
                <c:v>-6.9094000000000003E-2</c:v>
              </c:pt>
              <c:pt idx="89">
                <c:v>0.33927099999999999</c:v>
              </c:pt>
              <c:pt idx="90">
                <c:v>0.14022899999999999</c:v>
              </c:pt>
              <c:pt idx="91">
                <c:v>-0.17483499999999999</c:v>
              </c:pt>
              <c:pt idx="92">
                <c:v>0.20624300000000001</c:v>
              </c:pt>
              <c:pt idx="93">
                <c:v>-0.27561999999999998</c:v>
              </c:pt>
              <c:pt idx="94">
                <c:v>0.208429</c:v>
              </c:pt>
              <c:pt idx="95">
                <c:v>-0.139013</c:v>
              </c:pt>
              <c:pt idx="96">
                <c:v>5.0765999999999999E-2</c:v>
              </c:pt>
              <c:pt idx="97">
                <c:v>9.3937999999999994E-2</c:v>
              </c:pt>
              <c:pt idx="98">
                <c:v>0.12887699999999999</c:v>
              </c:pt>
              <c:pt idx="99">
                <c:v>0.27577499999999999</c:v>
              </c:pt>
              <c:pt idx="100">
                <c:v>0.266453</c:v>
              </c:pt>
              <c:pt idx="101">
                <c:v>5.6202000000000002E-2</c:v>
              </c:pt>
              <c:pt idx="102">
                <c:v>4.0915E-2</c:v>
              </c:pt>
              <c:pt idx="103">
                <c:v>-5.4016000000000002E-2</c:v>
              </c:pt>
              <c:pt idx="104">
                <c:v>-8.2930000000000004E-2</c:v>
              </c:pt>
              <c:pt idx="105">
                <c:v>9.2645000000000005E-2</c:v>
              </c:pt>
              <c:pt idx="106">
                <c:v>6.8412000000000001E-2</c:v>
              </c:pt>
              <c:pt idx="107">
                <c:v>-8.2667000000000004E-2</c:v>
              </c:pt>
              <c:pt idx="108">
                <c:v>-8.4863999999999995E-2</c:v>
              </c:pt>
              <c:pt idx="109">
                <c:v>0.10195</c:v>
              </c:pt>
              <c:pt idx="110">
                <c:v>4.7044000000000002E-2</c:v>
              </c:pt>
              <c:pt idx="111">
                <c:v>-7.306E-2</c:v>
              </c:pt>
              <c:pt idx="112">
                <c:v>-4.7706999999999999E-2</c:v>
              </c:pt>
              <c:pt idx="113">
                <c:v>5.0313999999999998E-2</c:v>
              </c:pt>
              <c:pt idx="114">
                <c:v>-3.3867000000000001E-2</c:v>
              </c:pt>
              <c:pt idx="115">
                <c:v>9.0991000000000002E-2</c:v>
              </c:pt>
              <c:pt idx="116">
                <c:v>-8.4960999999999995E-2</c:v>
              </c:pt>
              <c:pt idx="117">
                <c:v>-5.0765999999999999E-2</c:v>
              </c:pt>
              <c:pt idx="118">
                <c:v>-3.6194999999999998E-2</c:v>
              </c:pt>
              <c:pt idx="119">
                <c:v>0.17787800000000001</c:v>
              </c:pt>
              <c:pt idx="120">
                <c:v>0.15168200000000001</c:v>
              </c:pt>
              <c:pt idx="121">
                <c:v>0.139788</c:v>
              </c:pt>
              <c:pt idx="122">
                <c:v>7.0472999999999994E-2</c:v>
              </c:pt>
              <c:pt idx="123">
                <c:v>-0.11934699999999999</c:v>
              </c:pt>
              <c:pt idx="124">
                <c:v>-8.0190999999999998E-2</c:v>
              </c:pt>
              <c:pt idx="125">
                <c:v>0.14902799999999999</c:v>
              </c:pt>
              <c:pt idx="126">
                <c:v>0.33623199999999998</c:v>
              </c:pt>
              <c:pt idx="127">
                <c:v>-9.4904000000000002E-2</c:v>
              </c:pt>
              <c:pt idx="128">
                <c:v>-0.42666500000000002</c:v>
              </c:pt>
              <c:pt idx="129">
                <c:v>-0.45044600000000001</c:v>
              </c:pt>
              <c:pt idx="130">
                <c:v>0.140954</c:v>
              </c:pt>
              <c:pt idx="131">
                <c:v>-0.25417699999999999</c:v>
              </c:pt>
              <c:pt idx="132">
                <c:v>-0.109511</c:v>
              </c:pt>
              <c:pt idx="133">
                <c:v>7.4007000000000003E-2</c:v>
              </c:pt>
              <c:pt idx="134">
                <c:v>5.9582999999999997E-2</c:v>
              </c:pt>
              <c:pt idx="135">
                <c:v>0.113927</c:v>
              </c:pt>
              <c:pt idx="136">
                <c:v>7.5300000000000006E-2</c:v>
              </c:pt>
              <c:pt idx="137">
                <c:v>-5.1096999999999997E-2</c:v>
              </c:pt>
              <c:pt idx="138">
                <c:v>-4.2258999999999998E-2</c:v>
              </c:pt>
              <c:pt idx="139">
                <c:v>4.0730000000000002E-2</c:v>
              </c:pt>
              <c:pt idx="140">
                <c:v>3.6704000000000001E-2</c:v>
              </c:pt>
              <c:pt idx="141">
                <c:v>6.9988999999999996E-2</c:v>
              </c:pt>
              <c:pt idx="142">
                <c:v>-8.0901000000000001E-2</c:v>
              </c:pt>
              <c:pt idx="143">
                <c:v>0.107803</c:v>
              </c:pt>
              <c:pt idx="144">
                <c:v>7.4588000000000002E-2</c:v>
              </c:pt>
              <c:pt idx="145">
                <c:v>0.16659199999999999</c:v>
              </c:pt>
              <c:pt idx="146">
                <c:v>0.245036</c:v>
              </c:pt>
              <c:pt idx="147">
                <c:v>8.6955000000000005E-2</c:v>
              </c:pt>
              <c:pt idx="148">
                <c:v>-0.77687700000000004</c:v>
              </c:pt>
              <c:pt idx="149">
                <c:v>0.21405399999999999</c:v>
              </c:pt>
              <c:pt idx="150">
                <c:v>-0.29181699999999999</c:v>
              </c:pt>
              <c:pt idx="151">
                <c:v>0.10032099999999999</c:v>
              </c:pt>
              <c:pt idx="152">
                <c:v>7.3328000000000004E-2</c:v>
              </c:pt>
              <c:pt idx="153">
                <c:v>0.13490199999999999</c:v>
              </c:pt>
              <c:pt idx="154">
                <c:v>-8.3621000000000001E-2</c:v>
              </c:pt>
              <c:pt idx="155">
                <c:v>5.7038999999999999E-2</c:v>
              </c:pt>
              <c:pt idx="156">
                <c:v>-5.7480999999999997E-2</c:v>
              </c:pt>
              <c:pt idx="157">
                <c:v>6.0173999999999998E-2</c:v>
              </c:pt>
              <c:pt idx="158">
                <c:v>6.7655000000000007E-2</c:v>
              </c:pt>
              <c:pt idx="159">
                <c:v>0.38077499999999997</c:v>
              </c:pt>
              <c:pt idx="160">
                <c:v>-9.8665000000000003E-2</c:v>
              </c:pt>
              <c:pt idx="161">
                <c:v>0.199017</c:v>
              </c:pt>
              <c:pt idx="162">
                <c:v>0.26525700000000002</c:v>
              </c:pt>
              <c:pt idx="163">
                <c:v>-0.297736</c:v>
              </c:pt>
              <c:pt idx="164">
                <c:v>0.224661</c:v>
              </c:pt>
              <c:pt idx="165">
                <c:v>-0.12962199999999999</c:v>
              </c:pt>
              <c:pt idx="166">
                <c:v>-4.9503999999999999E-2</c:v>
              </c:pt>
              <c:pt idx="167">
                <c:v>9.8088999999999996E-2</c:v>
              </c:pt>
              <c:pt idx="168">
                <c:v>-0.13624700000000001</c:v>
              </c:pt>
              <c:pt idx="169">
                <c:v>0.16755300000000001</c:v>
              </c:pt>
              <c:pt idx="170">
                <c:v>0.27658100000000002</c:v>
              </c:pt>
              <c:pt idx="171">
                <c:v>-5.2826999999999999E-2</c:v>
              </c:pt>
              <c:pt idx="172">
                <c:v>4.4153999999999999E-2</c:v>
              </c:pt>
              <c:pt idx="173">
                <c:v>6.3024999999999998E-2</c:v>
              </c:pt>
              <c:pt idx="174">
                <c:v>-7.5946E-2</c:v>
              </c:pt>
              <c:pt idx="175">
                <c:v>0.103922</c:v>
              </c:pt>
              <c:pt idx="176">
                <c:v>-7.1332000000000007E-2</c:v>
              </c:pt>
              <c:pt idx="177">
                <c:v>7.4430999999999997E-2</c:v>
              </c:pt>
              <c:pt idx="178">
                <c:v>5.3034999999999999E-2</c:v>
              </c:pt>
              <c:pt idx="179">
                <c:v>0.11763899999999999</c:v>
              </c:pt>
              <c:pt idx="180">
                <c:v>4.2772999999999999E-2</c:v>
              </c:pt>
              <c:pt idx="181">
                <c:v>-8.0629000000000006E-2</c:v>
              </c:pt>
              <c:pt idx="182">
                <c:v>-4.9446999999999998E-2</c:v>
              </c:pt>
              <c:pt idx="183">
                <c:v>3.6607000000000001E-2</c:v>
              </c:pt>
              <c:pt idx="184">
                <c:v>6.5026E-2</c:v>
              </c:pt>
              <c:pt idx="185">
                <c:v>-6.3556000000000001E-2</c:v>
              </c:pt>
              <c:pt idx="186">
                <c:v>-7.8723000000000001E-2</c:v>
              </c:pt>
              <c:pt idx="187">
                <c:v>5.0992999999999997E-2</c:v>
              </c:pt>
              <c:pt idx="188">
                <c:v>3.9294999999999997E-2</c:v>
              </c:pt>
              <c:pt idx="189">
                <c:v>0.13913700000000001</c:v>
              </c:pt>
              <c:pt idx="190">
                <c:v>0.15454999999999999</c:v>
              </c:pt>
              <c:pt idx="191">
                <c:v>0.13720099999999999</c:v>
              </c:pt>
              <c:pt idx="192">
                <c:v>6.0467E-2</c:v>
              </c:pt>
              <c:pt idx="193">
                <c:v>0.111332</c:v>
              </c:pt>
              <c:pt idx="194">
                <c:v>0.10106</c:v>
              </c:pt>
              <c:pt idx="195">
                <c:v>0.121695</c:v>
              </c:pt>
              <c:pt idx="196">
                <c:v>0.231181</c:v>
              </c:pt>
              <c:pt idx="197">
                <c:v>0.29092800000000002</c:v>
              </c:pt>
              <c:pt idx="198">
                <c:v>0.112488</c:v>
              </c:pt>
              <c:pt idx="199">
                <c:v>0.50069399999999997</c:v>
              </c:pt>
              <c:pt idx="200">
                <c:v>-0.16700499999999999</c:v>
              </c:pt>
              <c:pt idx="201">
                <c:v>-0.198738</c:v>
              </c:pt>
              <c:pt idx="202">
                <c:v>0.18503800000000001</c:v>
              </c:pt>
              <c:pt idx="203">
                <c:v>-8.5067000000000004E-2</c:v>
              </c:pt>
              <c:pt idx="204">
                <c:v>6.6317000000000001E-2</c:v>
              </c:pt>
              <c:pt idx="205">
                <c:v>0.10033599999999999</c:v>
              </c:pt>
              <c:pt idx="206">
                <c:v>0.10376199999999999</c:v>
              </c:pt>
              <c:pt idx="207">
                <c:v>-6.2128000000000003E-2</c:v>
              </c:pt>
              <c:pt idx="208">
                <c:v>-3.9757000000000001E-2</c:v>
              </c:pt>
              <c:pt idx="209">
                <c:v>-3.6222999999999998E-2</c:v>
              </c:pt>
              <c:pt idx="210">
                <c:v>3.3406999999999999E-2</c:v>
              </c:pt>
              <c:pt idx="211">
                <c:v>-3.8802000000000003E-2</c:v>
              </c:pt>
              <c:pt idx="212">
                <c:v>-6.5435999999999994E-2</c:v>
              </c:pt>
              <c:pt idx="213">
                <c:v>-9.9410999999999999E-2</c:v>
              </c:pt>
              <c:pt idx="214">
                <c:v>7.4436000000000002E-2</c:v>
              </c:pt>
              <c:pt idx="215">
                <c:v>8.2067000000000001E-2</c:v>
              </c:pt>
              <c:pt idx="216">
                <c:v>0.26655099999999998</c:v>
              </c:pt>
              <c:pt idx="217">
                <c:v>0.13247400000000001</c:v>
              </c:pt>
              <c:pt idx="218">
                <c:v>-0.70691400000000004</c:v>
              </c:pt>
              <c:pt idx="219">
                <c:v>-0.341447</c:v>
              </c:pt>
              <c:pt idx="220">
                <c:v>-0.32697500000000002</c:v>
              </c:pt>
              <c:pt idx="221">
                <c:v>0.33578599999999997</c:v>
              </c:pt>
              <c:pt idx="222">
                <c:v>6.3144000000000006E-2</c:v>
              </c:pt>
              <c:pt idx="223">
                <c:v>0.138985</c:v>
              </c:pt>
              <c:pt idx="224">
                <c:v>0.111099</c:v>
              </c:pt>
              <c:pt idx="225">
                <c:v>-8.8377999999999998E-2</c:v>
              </c:pt>
              <c:pt idx="226">
                <c:v>7.0654999999999996E-2</c:v>
              </c:pt>
              <c:pt idx="227">
                <c:v>5.5648000000000003E-2</c:v>
              </c:pt>
              <c:pt idx="228">
                <c:v>-7.7442999999999998E-2</c:v>
              </c:pt>
              <c:pt idx="229">
                <c:v>-9.7071000000000005E-2</c:v>
              </c:pt>
              <c:pt idx="230">
                <c:v>0.31347900000000001</c:v>
              </c:pt>
              <c:pt idx="231">
                <c:v>0.20144300000000001</c:v>
              </c:pt>
              <c:pt idx="232">
                <c:v>0.26786500000000002</c:v>
              </c:pt>
              <c:pt idx="233">
                <c:v>0.26205400000000001</c:v>
              </c:pt>
              <c:pt idx="234">
                <c:v>0.11264</c:v>
              </c:pt>
              <c:pt idx="235">
                <c:v>0.251162</c:v>
              </c:pt>
              <c:pt idx="236">
                <c:v>-5.0296E-2</c:v>
              </c:pt>
              <c:pt idx="237">
                <c:v>-8.2211999999999993E-2</c:v>
              </c:pt>
              <c:pt idx="238">
                <c:v>0.13592499999999999</c:v>
              </c:pt>
              <c:pt idx="239">
                <c:v>-6.8390999999999993E-2</c:v>
              </c:pt>
              <c:pt idx="240">
                <c:v>0.30295899999999998</c:v>
              </c:pt>
              <c:pt idx="241">
                <c:v>-0.12581800000000001</c:v>
              </c:pt>
              <c:pt idx="242">
                <c:v>7.5121999999999994E-2</c:v>
              </c:pt>
              <c:pt idx="243">
                <c:v>6.268E-2</c:v>
              </c:pt>
              <c:pt idx="244">
                <c:v>-6.9999000000000006E-2</c:v>
              </c:pt>
              <c:pt idx="245">
                <c:v>0.11448999999999999</c:v>
              </c:pt>
              <c:pt idx="246">
                <c:v>-0.102008</c:v>
              </c:pt>
              <c:pt idx="247">
                <c:v>-7.4899999999999994E-2</c:v>
              </c:pt>
              <c:pt idx="248">
                <c:v>-5.1995E-2</c:v>
              </c:pt>
              <c:pt idx="249">
                <c:v>9.8761000000000002E-2</c:v>
              </c:pt>
              <c:pt idx="250">
                <c:v>6.3046000000000005E-2</c:v>
              </c:pt>
              <c:pt idx="251">
                <c:v>-6.6543000000000005E-2</c:v>
              </c:pt>
              <c:pt idx="252">
                <c:v>-7.0837999999999998E-2</c:v>
              </c:pt>
              <c:pt idx="253">
                <c:v>5.6862999999999997E-2</c:v>
              </c:pt>
              <c:pt idx="254">
                <c:v>-4.4875999999999999E-2</c:v>
              </c:pt>
              <c:pt idx="255">
                <c:v>-3.6912E-2</c:v>
              </c:pt>
              <c:pt idx="256">
                <c:v>-8.5320999999999994E-2</c:v>
              </c:pt>
              <c:pt idx="257">
                <c:v>-9.2062000000000005E-2</c:v>
              </c:pt>
              <c:pt idx="258">
                <c:v>4.1603000000000001E-2</c:v>
              </c:pt>
              <c:pt idx="259">
                <c:v>3.3767999999999999E-2</c:v>
              </c:pt>
              <c:pt idx="260">
                <c:v>-0.14540500000000001</c:v>
              </c:pt>
              <c:pt idx="261">
                <c:v>0.12756300000000001</c:v>
              </c:pt>
              <c:pt idx="262">
                <c:v>7.3996000000000006E-2</c:v>
              </c:pt>
              <c:pt idx="263">
                <c:v>-8.1254000000000007E-2</c:v>
              </c:pt>
              <c:pt idx="264">
                <c:v>0.120009</c:v>
              </c:pt>
              <c:pt idx="265">
                <c:v>7.3760000000000006E-2</c:v>
              </c:pt>
              <c:pt idx="266">
                <c:v>0.13333500000000001</c:v>
              </c:pt>
              <c:pt idx="267">
                <c:v>0.30026399999999998</c:v>
              </c:pt>
              <c:pt idx="268">
                <c:v>0.107705</c:v>
              </c:pt>
              <c:pt idx="269">
                <c:v>-0.44109599999999999</c:v>
              </c:pt>
              <c:pt idx="270">
                <c:v>-0.43472699999999997</c:v>
              </c:pt>
              <c:pt idx="271">
                <c:v>0.14300099999999999</c:v>
              </c:pt>
              <c:pt idx="272">
                <c:v>-0.27912199999999998</c:v>
              </c:pt>
              <c:pt idx="273">
                <c:v>-0.109747</c:v>
              </c:pt>
              <c:pt idx="274">
                <c:v>8.0487000000000003E-2</c:v>
              </c:pt>
              <c:pt idx="275">
                <c:v>6.1756999999999999E-2</c:v>
              </c:pt>
              <c:pt idx="276">
                <c:v>-8.9186000000000001E-2</c:v>
              </c:pt>
              <c:pt idx="277">
                <c:v>7.7771000000000007E-2</c:v>
              </c:pt>
              <c:pt idx="278">
                <c:v>4.4594000000000002E-2</c:v>
              </c:pt>
              <c:pt idx="279">
                <c:v>3.2864999999999998E-2</c:v>
              </c:pt>
              <c:pt idx="280">
                <c:v>3.5113999999999999E-2</c:v>
              </c:pt>
              <c:pt idx="281">
                <c:v>-4.1888000000000002E-2</c:v>
              </c:pt>
              <c:pt idx="282">
                <c:v>-6.8855E-2</c:v>
              </c:pt>
              <c:pt idx="283">
                <c:v>7.1728E-2</c:v>
              </c:pt>
              <c:pt idx="284">
                <c:v>9.2397999999999994E-2</c:v>
              </c:pt>
              <c:pt idx="285">
                <c:v>6.5415000000000001E-2</c:v>
              </c:pt>
              <c:pt idx="286">
                <c:v>0.21604000000000001</c:v>
              </c:pt>
              <c:pt idx="287">
                <c:v>0.30946000000000001</c:v>
              </c:pt>
              <c:pt idx="288">
                <c:v>0.21385299999999999</c:v>
              </c:pt>
              <c:pt idx="289">
                <c:v>-0.74824599999999997</c:v>
              </c:pt>
              <c:pt idx="290">
                <c:v>-0.193943</c:v>
              </c:pt>
              <c:pt idx="291">
                <c:v>-0.30285099999999998</c:v>
              </c:pt>
              <c:pt idx="292">
                <c:v>8.6527000000000007E-2</c:v>
              </c:pt>
              <c:pt idx="293">
                <c:v>-7.5251999999999999E-2</c:v>
              </c:pt>
              <c:pt idx="294">
                <c:v>0.117204</c:v>
              </c:pt>
              <c:pt idx="295">
                <c:v>8.4973999999999994E-2</c:v>
              </c:pt>
              <c:pt idx="296">
                <c:v>5.4419000000000002E-2</c:v>
              </c:pt>
              <c:pt idx="297">
                <c:v>7.0814000000000002E-2</c:v>
              </c:pt>
              <c:pt idx="298">
                <c:v>-6.6895999999999997E-2</c:v>
              </c:pt>
              <c:pt idx="299">
                <c:v>-8.7568000000000007E-2</c:v>
              </c:pt>
              <c:pt idx="300">
                <c:v>0.28370899999999999</c:v>
              </c:pt>
              <c:pt idx="301">
                <c:v>-0.19662299999999999</c:v>
              </c:pt>
              <c:pt idx="302">
                <c:v>-0.23291799999999999</c:v>
              </c:pt>
              <c:pt idx="303">
                <c:v>0.244204</c:v>
              </c:pt>
              <c:pt idx="304">
                <c:v>0.32250499999999999</c:v>
              </c:pt>
              <c:pt idx="305">
                <c:v>0.31924999999999998</c:v>
              </c:pt>
              <c:pt idx="306">
                <c:v>-0.12461999999999999</c:v>
              </c:pt>
              <c:pt idx="307">
                <c:v>4.9945000000000003E-2</c:v>
              </c:pt>
              <c:pt idx="308">
                <c:v>0.134792</c:v>
              </c:pt>
              <c:pt idx="309">
                <c:v>-0.10180500000000001</c:v>
              </c:pt>
              <c:pt idx="310">
                <c:v>0.24443899999999999</c:v>
              </c:pt>
              <c:pt idx="311">
                <c:v>0.207874</c:v>
              </c:pt>
              <c:pt idx="312">
                <c:v>-6.3921000000000006E-2</c:v>
              </c:pt>
              <c:pt idx="313">
                <c:v>8.6541000000000007E-2</c:v>
              </c:pt>
              <c:pt idx="314">
                <c:v>-0.101206</c:v>
              </c:pt>
              <c:pt idx="315">
                <c:v>0.102744</c:v>
              </c:pt>
              <c:pt idx="316">
                <c:v>-0.10287</c:v>
              </c:pt>
              <c:pt idx="317">
                <c:v>7.3838000000000001E-2</c:v>
              </c:pt>
              <c:pt idx="318">
                <c:v>0.100365</c:v>
              </c:pt>
              <c:pt idx="319">
                <c:v>-0.235933</c:v>
              </c:pt>
              <c:pt idx="320">
                <c:v>8.0062999999999995E-2</c:v>
              </c:pt>
              <c:pt idx="321">
                <c:v>3.3925999999999998E-2</c:v>
              </c:pt>
              <c:pt idx="322">
                <c:v>-6.6511000000000001E-2</c:v>
              </c:pt>
              <c:pt idx="323">
                <c:v>-4.5634000000000001E-2</c:v>
              </c:pt>
              <c:pt idx="324">
                <c:v>4.9264000000000002E-2</c:v>
              </c:pt>
              <c:pt idx="325">
                <c:v>4.5385000000000002E-2</c:v>
              </c:pt>
              <c:pt idx="326">
                <c:v>-6.7318000000000003E-2</c:v>
              </c:pt>
              <c:pt idx="327">
                <c:v>-9.4231999999999996E-2</c:v>
              </c:pt>
              <c:pt idx="328">
                <c:v>-4.8266000000000003E-2</c:v>
              </c:pt>
              <c:pt idx="329">
                <c:v>2.5843999999999999E-2</c:v>
              </c:pt>
              <c:pt idx="330">
                <c:v>-0.18515699999999999</c:v>
              </c:pt>
              <c:pt idx="331">
                <c:v>0.17193</c:v>
              </c:pt>
              <c:pt idx="332">
                <c:v>-0.21344199999999999</c:v>
              </c:pt>
              <c:pt idx="333">
                <c:v>-8.4669999999999995E-2</c:v>
              </c:pt>
              <c:pt idx="334">
                <c:v>-0.10953</c:v>
              </c:pt>
              <c:pt idx="335">
                <c:v>-9.8490999999999995E-2</c:v>
              </c:pt>
              <c:pt idx="336">
                <c:v>0.14075299999999999</c:v>
              </c:pt>
              <c:pt idx="337">
                <c:v>0.28146199999999999</c:v>
              </c:pt>
              <c:pt idx="338">
                <c:v>0.21940299999999999</c:v>
              </c:pt>
              <c:pt idx="339">
                <c:v>-0.32665</c:v>
              </c:pt>
              <c:pt idx="340">
                <c:v>0.47808</c:v>
              </c:pt>
              <c:pt idx="341">
                <c:v>-0.13653999999999999</c:v>
              </c:pt>
              <c:pt idx="342">
                <c:v>-0.263376</c:v>
              </c:pt>
              <c:pt idx="343">
                <c:v>-0.12551200000000001</c:v>
              </c:pt>
              <c:pt idx="344">
                <c:v>-9.6211000000000005E-2</c:v>
              </c:pt>
              <c:pt idx="345">
                <c:v>-6.1821000000000001E-2</c:v>
              </c:pt>
              <c:pt idx="346">
                <c:v>-0.126636</c:v>
              </c:pt>
              <c:pt idx="347">
                <c:v>7.1066000000000004E-2</c:v>
              </c:pt>
              <c:pt idx="348">
                <c:v>-6.2102999999999998E-2</c:v>
              </c:pt>
              <c:pt idx="349">
                <c:v>4.1728000000000001E-2</c:v>
              </c:pt>
              <c:pt idx="350">
                <c:v>3.7659999999999999E-2</c:v>
              </c:pt>
              <c:pt idx="351">
                <c:v>-3.9542000000000001E-2</c:v>
              </c:pt>
              <c:pt idx="352">
                <c:v>4.7767999999999998E-2</c:v>
              </c:pt>
              <c:pt idx="353">
                <c:v>7.0127999999999996E-2</c:v>
              </c:pt>
              <c:pt idx="354">
                <c:v>0.110189</c:v>
              </c:pt>
              <c:pt idx="355">
                <c:v>4.6809999999999997E-2</c:v>
              </c:pt>
              <c:pt idx="356">
                <c:v>-9.1865000000000002E-2</c:v>
              </c:pt>
              <c:pt idx="357">
                <c:v>0.27093800000000001</c:v>
              </c:pt>
              <c:pt idx="358">
                <c:v>0.125054</c:v>
              </c:pt>
              <c:pt idx="359">
                <c:v>0.71612500000000001</c:v>
              </c:pt>
              <c:pt idx="360">
                <c:v>-0.32314700000000002</c:v>
              </c:pt>
              <c:pt idx="361">
                <c:v>-0.36812</c:v>
              </c:pt>
              <c:pt idx="362">
                <c:v>-0.11720800000000001</c:v>
              </c:pt>
              <c:pt idx="363">
                <c:v>7.9303999999999999E-2</c:v>
              </c:pt>
              <c:pt idx="364">
                <c:v>-0.11451500000000001</c:v>
              </c:pt>
              <c:pt idx="365">
                <c:v>0.108026</c:v>
              </c:pt>
              <c:pt idx="366">
                <c:v>8.3349999999999994E-2</c:v>
              </c:pt>
              <c:pt idx="367">
                <c:v>-0.12634000000000001</c:v>
              </c:pt>
              <c:pt idx="368">
                <c:v>-6.7548999999999998E-2</c:v>
              </c:pt>
              <c:pt idx="369">
                <c:v>-7.4179999999999996E-2</c:v>
              </c:pt>
              <c:pt idx="370">
                <c:v>0.276167</c:v>
              </c:pt>
              <c:pt idx="371">
                <c:v>-0.18864300000000001</c:v>
              </c:pt>
              <c:pt idx="372">
                <c:v>0.19672400000000001</c:v>
              </c:pt>
              <c:pt idx="373">
                <c:v>0.32315500000000003</c:v>
              </c:pt>
              <c:pt idx="374">
                <c:v>-0.32600899999999999</c:v>
              </c:pt>
              <c:pt idx="375">
                <c:v>-0.156996</c:v>
              </c:pt>
              <c:pt idx="376">
                <c:v>0.25139</c:v>
              </c:pt>
              <c:pt idx="377">
                <c:v>5.5072999999999997E-2</c:v>
              </c:pt>
              <c:pt idx="378">
                <c:v>-9.9578E-2</c:v>
              </c:pt>
              <c:pt idx="379">
                <c:v>-0.12124600000000001</c:v>
              </c:pt>
              <c:pt idx="380">
                <c:v>-0.19463</c:v>
              </c:pt>
              <c:pt idx="381">
                <c:v>0.224469</c:v>
              </c:pt>
              <c:pt idx="382">
                <c:v>-7.7072000000000002E-2</c:v>
              </c:pt>
              <c:pt idx="383">
                <c:v>-8.1629999999999994E-2</c:v>
              </c:pt>
              <c:pt idx="384">
                <c:v>6.8323999999999996E-2</c:v>
              </c:pt>
              <c:pt idx="385">
                <c:v>0.108139</c:v>
              </c:pt>
              <c:pt idx="386">
                <c:v>0.130137</c:v>
              </c:pt>
              <c:pt idx="387">
                <c:v>-5.3206999999999997E-2</c:v>
              </c:pt>
              <c:pt idx="388">
                <c:v>5.9118999999999998E-2</c:v>
              </c:pt>
              <c:pt idx="389">
                <c:v>5.0542999999999998E-2</c:v>
              </c:pt>
              <c:pt idx="390">
                <c:v>-0.191993</c:v>
              </c:pt>
              <c:pt idx="391">
                <c:v>5.0897999999999999E-2</c:v>
              </c:pt>
              <c:pt idx="392">
                <c:v>-6.1348E-2</c:v>
              </c:pt>
              <c:pt idx="393">
                <c:v>4.8397000000000003E-2</c:v>
              </c:pt>
              <c:pt idx="394">
                <c:v>-3.2527E-2</c:v>
              </c:pt>
              <c:pt idx="395">
                <c:v>4.5786E-2</c:v>
              </c:pt>
              <c:pt idx="396">
                <c:v>-6.8090999999999999E-2</c:v>
              </c:pt>
              <c:pt idx="397">
                <c:v>-9.2880000000000004E-2</c:v>
              </c:pt>
              <c:pt idx="398">
                <c:v>-5.5638E-2</c:v>
              </c:pt>
              <c:pt idx="399">
                <c:v>3.9432000000000002E-2</c:v>
              </c:pt>
              <c:pt idx="400">
                <c:v>0.12648699999999999</c:v>
              </c:pt>
              <c:pt idx="401">
                <c:v>0.18890499999999999</c:v>
              </c:pt>
              <c:pt idx="402">
                <c:v>-0.211425</c:v>
              </c:pt>
              <c:pt idx="403">
                <c:v>7.2272000000000003E-2</c:v>
              </c:pt>
              <c:pt idx="404">
                <c:v>0.125578</c:v>
              </c:pt>
              <c:pt idx="405">
                <c:v>-0.103993</c:v>
              </c:pt>
              <c:pt idx="406">
                <c:v>6.4484E-2</c:v>
              </c:pt>
              <c:pt idx="407">
                <c:v>-0.19486700000000001</c:v>
              </c:pt>
              <c:pt idx="408">
                <c:v>0.27812900000000002</c:v>
              </c:pt>
              <c:pt idx="409">
                <c:v>9.8091999999999999E-2</c:v>
              </c:pt>
              <c:pt idx="410">
                <c:v>0.47854000000000002</c:v>
              </c:pt>
              <c:pt idx="411">
                <c:v>0.46230100000000002</c:v>
              </c:pt>
              <c:pt idx="412">
                <c:v>-0.248312</c:v>
              </c:pt>
              <c:pt idx="413">
                <c:v>-0.23039399999999999</c:v>
              </c:pt>
              <c:pt idx="414">
                <c:v>-9.2734999999999998E-2</c:v>
              </c:pt>
              <c:pt idx="415">
                <c:v>6.4551999999999998E-2</c:v>
              </c:pt>
              <c:pt idx="416">
                <c:v>-9.4686999999999993E-2</c:v>
              </c:pt>
              <c:pt idx="417">
                <c:v>9.9099999999999994E-2</c:v>
              </c:pt>
              <c:pt idx="418">
                <c:v>7.0883000000000002E-2</c:v>
              </c:pt>
              <c:pt idx="419">
                <c:v>-4.5232000000000001E-2</c:v>
              </c:pt>
              <c:pt idx="420">
                <c:v>3.3517999999999999E-2</c:v>
              </c:pt>
              <c:pt idx="421">
                <c:v>-4.5183000000000001E-2</c:v>
              </c:pt>
              <c:pt idx="422">
                <c:v>6.1226999999999997E-2</c:v>
              </c:pt>
              <c:pt idx="423">
                <c:v>6.3208E-2</c:v>
              </c:pt>
              <c:pt idx="424">
                <c:v>9.3406000000000003E-2</c:v>
              </c:pt>
              <c:pt idx="425">
                <c:v>8.5482000000000002E-2</c:v>
              </c:pt>
              <c:pt idx="426">
                <c:v>6.1092E-2</c:v>
              </c:pt>
              <c:pt idx="427">
                <c:v>0.259071</c:v>
              </c:pt>
              <c:pt idx="428">
                <c:v>0.18371000000000001</c:v>
              </c:pt>
              <c:pt idx="429">
                <c:v>0.64711399999999997</c:v>
              </c:pt>
              <c:pt idx="430">
                <c:v>0.75573199999999996</c:v>
              </c:pt>
              <c:pt idx="431">
                <c:v>-0.15790999999999999</c:v>
              </c:pt>
              <c:pt idx="432">
                <c:v>-0.25995600000000002</c:v>
              </c:pt>
              <c:pt idx="433">
                <c:v>7.2382000000000002E-2</c:v>
              </c:pt>
              <c:pt idx="434">
                <c:v>-8.9080999999999994E-2</c:v>
              </c:pt>
              <c:pt idx="435">
                <c:v>0.12273299999999999</c:v>
              </c:pt>
              <c:pt idx="436">
                <c:v>9.1910000000000006E-2</c:v>
              </c:pt>
              <c:pt idx="437">
                <c:v>6.3713000000000006E-2</c:v>
              </c:pt>
              <c:pt idx="438">
                <c:v>-8.6153999999999994E-2</c:v>
              </c:pt>
              <c:pt idx="439">
                <c:v>-6.3627000000000003E-2</c:v>
              </c:pt>
              <c:pt idx="440">
                <c:v>0.103413</c:v>
              </c:pt>
              <c:pt idx="441">
                <c:v>0.17668200000000001</c:v>
              </c:pt>
              <c:pt idx="442">
                <c:v>0.179619</c:v>
              </c:pt>
              <c:pt idx="443">
                <c:v>0.15090400000000001</c:v>
              </c:pt>
              <c:pt idx="444">
                <c:v>-0.41654200000000002</c:v>
              </c:pt>
              <c:pt idx="445">
                <c:v>0.340611</c:v>
              </c:pt>
              <c:pt idx="446">
                <c:v>0.24812400000000001</c:v>
              </c:pt>
              <c:pt idx="447">
                <c:v>-7.6300000000000007E-2</c:v>
              </c:pt>
              <c:pt idx="448">
                <c:v>-5.1853999999999997E-2</c:v>
              </c:pt>
              <c:pt idx="449">
                <c:v>0.13339200000000001</c:v>
              </c:pt>
              <c:pt idx="450">
                <c:v>-0.115082</c:v>
              </c:pt>
              <c:pt idx="451">
                <c:v>0.22447800000000001</c:v>
              </c:pt>
              <c:pt idx="452">
                <c:v>-0.13911200000000001</c:v>
              </c:pt>
              <c:pt idx="453">
                <c:v>-5.8049999999999997E-2</c:v>
              </c:pt>
              <c:pt idx="454">
                <c:v>-6.7534999999999998E-2</c:v>
              </c:pt>
              <c:pt idx="455">
                <c:v>-7.2264999999999996E-2</c:v>
              </c:pt>
              <c:pt idx="456">
                <c:v>9.9291000000000004E-2</c:v>
              </c:pt>
              <c:pt idx="457">
                <c:v>-0.14721999999999999</c:v>
              </c:pt>
              <c:pt idx="458">
                <c:v>-6.2238000000000002E-2</c:v>
              </c:pt>
              <c:pt idx="459">
                <c:v>-6.2673999999999994E-2</c:v>
              </c:pt>
              <c:pt idx="460">
                <c:v>0.207096</c:v>
              </c:pt>
              <c:pt idx="461">
                <c:v>-7.3291999999999996E-2</c:v>
              </c:pt>
              <c:pt idx="462">
                <c:v>3.6124000000000003E-2</c:v>
              </c:pt>
              <c:pt idx="463">
                <c:v>6.0895999999999999E-2</c:v>
              </c:pt>
              <c:pt idx="464">
                <c:v>5.4453000000000001E-2</c:v>
              </c:pt>
              <c:pt idx="465">
                <c:v>6.5989000000000006E-2</c:v>
              </c:pt>
              <c:pt idx="466">
                <c:v>-3.4199E-2</c:v>
              </c:pt>
              <c:pt idx="467">
                <c:v>7.1720999999999993E-2</c:v>
              </c:pt>
              <c:pt idx="468">
                <c:v>8.2275000000000001E-2</c:v>
              </c:pt>
              <c:pt idx="469">
                <c:v>-4.9842999999999998E-2</c:v>
              </c:pt>
              <c:pt idx="470">
                <c:v>-3.6824000000000003E-2</c:v>
              </c:pt>
              <c:pt idx="471">
                <c:v>-0.12742800000000001</c:v>
              </c:pt>
              <c:pt idx="472">
                <c:v>-0.20841199999999999</c:v>
              </c:pt>
              <c:pt idx="473">
                <c:v>0.15476300000000001</c:v>
              </c:pt>
              <c:pt idx="474">
                <c:v>-0.110795</c:v>
              </c:pt>
              <c:pt idx="475">
                <c:v>0.100533</c:v>
              </c:pt>
              <c:pt idx="476">
                <c:v>9.3059000000000003E-2</c:v>
              </c:pt>
              <c:pt idx="477">
                <c:v>9.4395999999999994E-2</c:v>
              </c:pt>
              <c:pt idx="478">
                <c:v>0.25105100000000002</c:v>
              </c:pt>
              <c:pt idx="479">
                <c:v>0.27772000000000002</c:v>
              </c:pt>
              <c:pt idx="480">
                <c:v>0.20876800000000001</c:v>
              </c:pt>
              <c:pt idx="481">
                <c:v>0.55975600000000003</c:v>
              </c:pt>
              <c:pt idx="482">
                <c:v>-0.21617400000000001</c:v>
              </c:pt>
              <c:pt idx="483">
                <c:v>-0.190307</c:v>
              </c:pt>
              <c:pt idx="484">
                <c:v>0.14710200000000001</c:v>
              </c:pt>
              <c:pt idx="485">
                <c:v>-9.8918000000000006E-2</c:v>
              </c:pt>
              <c:pt idx="486">
                <c:v>6.1032999999999997E-2</c:v>
              </c:pt>
              <c:pt idx="487">
                <c:v>-0.106986</c:v>
              </c:pt>
              <c:pt idx="488">
                <c:v>0.110014</c:v>
              </c:pt>
              <c:pt idx="489">
                <c:v>-6.8107000000000001E-2</c:v>
              </c:pt>
              <c:pt idx="490">
                <c:v>4.7347E-2</c:v>
              </c:pt>
              <c:pt idx="491">
                <c:v>-5.0258999999999998E-2</c:v>
              </c:pt>
              <c:pt idx="492">
                <c:v>4.4929999999999998E-2</c:v>
              </c:pt>
              <c:pt idx="493">
                <c:v>-4.6107000000000002E-2</c:v>
              </c:pt>
              <c:pt idx="494">
                <c:v>-6.6906999999999994E-2</c:v>
              </c:pt>
              <c:pt idx="495">
                <c:v>9.7120999999999999E-2</c:v>
              </c:pt>
              <c:pt idx="496">
                <c:v>-5.3671999999999997E-2</c:v>
              </c:pt>
              <c:pt idx="497">
                <c:v>-8.3490999999999996E-2</c:v>
              </c:pt>
              <c:pt idx="498">
                <c:v>0.238874</c:v>
              </c:pt>
              <c:pt idx="499">
                <c:v>0.103849</c:v>
              </c:pt>
              <c:pt idx="500">
                <c:v>-0.663879</c:v>
              </c:pt>
              <c:pt idx="501">
                <c:v>-0.37570199999999998</c:v>
              </c:pt>
              <c:pt idx="502">
                <c:v>-0.355072</c:v>
              </c:pt>
              <c:pt idx="503">
                <c:v>-0.11952699999999999</c:v>
              </c:pt>
              <c:pt idx="504">
                <c:v>8.0296999999999993E-2</c:v>
              </c:pt>
              <c:pt idx="505">
                <c:v>0.13211200000000001</c:v>
              </c:pt>
              <c:pt idx="506">
                <c:v>0.106766</c:v>
              </c:pt>
              <c:pt idx="507">
                <c:v>9.5145999999999994E-2</c:v>
              </c:pt>
              <c:pt idx="508">
                <c:v>-9.0895000000000004E-2</c:v>
              </c:pt>
              <c:pt idx="509">
                <c:v>-9.7768999999999995E-2</c:v>
              </c:pt>
              <c:pt idx="510">
                <c:v>-7.0363999999999996E-2</c:v>
              </c:pt>
              <c:pt idx="511">
                <c:v>8.4894999999999998E-2</c:v>
              </c:pt>
              <c:pt idx="512">
                <c:v>0.27603699999999998</c:v>
              </c:pt>
              <c:pt idx="513">
                <c:v>0.19587499999999999</c:v>
              </c:pt>
              <c:pt idx="514">
                <c:v>0.35331800000000002</c:v>
              </c:pt>
              <c:pt idx="515">
                <c:v>-0.43711800000000001</c:v>
              </c:pt>
              <c:pt idx="516">
                <c:v>0.11190600000000001</c:v>
              </c:pt>
              <c:pt idx="517">
                <c:v>0.26537300000000003</c:v>
              </c:pt>
              <c:pt idx="518">
                <c:v>5.0111999999999997E-2</c:v>
              </c:pt>
              <c:pt idx="519">
                <c:v>0.101162</c:v>
              </c:pt>
              <c:pt idx="520">
                <c:v>0.107248</c:v>
              </c:pt>
              <c:pt idx="521">
                <c:v>0.101454</c:v>
              </c:pt>
              <c:pt idx="522">
                <c:v>0.21856400000000001</c:v>
              </c:pt>
              <c:pt idx="523">
                <c:v>0.11428199999999999</c:v>
              </c:pt>
              <c:pt idx="524">
                <c:v>6.4681000000000002E-2</c:v>
              </c:pt>
              <c:pt idx="525">
                <c:v>7.9840999999999995E-2</c:v>
              </c:pt>
              <c:pt idx="526">
                <c:v>-8.3030999999999994E-2</c:v>
              </c:pt>
              <c:pt idx="527">
                <c:v>0.15078800000000001</c:v>
              </c:pt>
              <c:pt idx="528">
                <c:v>-0.103827</c:v>
              </c:pt>
              <c:pt idx="529">
                <c:v>8.4304000000000004E-2</c:v>
              </c:pt>
              <c:pt idx="530">
                <c:v>-3.7998999999999998E-2</c:v>
              </c:pt>
              <c:pt idx="531">
                <c:v>-0.20422499999999999</c:v>
              </c:pt>
              <c:pt idx="532">
                <c:v>6.8798999999999999E-2</c:v>
              </c:pt>
              <c:pt idx="533">
                <c:v>-5.6751999999999997E-2</c:v>
              </c:pt>
              <c:pt idx="534">
                <c:v>6.6400000000000001E-2</c:v>
              </c:pt>
              <c:pt idx="535">
                <c:v>-4.4699999999999997E-2</c:v>
              </c:pt>
              <c:pt idx="536">
                <c:v>7.4188000000000004E-2</c:v>
              </c:pt>
              <c:pt idx="537">
                <c:v>-3.8474000000000001E-2</c:v>
              </c:pt>
              <c:pt idx="538">
                <c:v>8.2573999999999995E-2</c:v>
              </c:pt>
              <c:pt idx="539">
                <c:v>6.5000000000000002E-2</c:v>
              </c:pt>
              <c:pt idx="540">
                <c:v>-4.5310000000000003E-2</c:v>
              </c:pt>
              <c:pt idx="541">
                <c:v>-3.5709999999999999E-2</c:v>
              </c:pt>
              <c:pt idx="542">
                <c:v>-0.19629099999999999</c:v>
              </c:pt>
              <c:pt idx="543">
                <c:v>-0.15026600000000001</c:v>
              </c:pt>
              <c:pt idx="544">
                <c:v>0.116091</c:v>
              </c:pt>
              <c:pt idx="545">
                <c:v>-9.8205000000000001E-2</c:v>
              </c:pt>
              <c:pt idx="546">
                <c:v>0.13114600000000001</c:v>
              </c:pt>
              <c:pt idx="547">
                <c:v>9.5707E-2</c:v>
              </c:pt>
              <c:pt idx="548">
                <c:v>0.11749900000000001</c:v>
              </c:pt>
              <c:pt idx="549">
                <c:v>0.30649500000000002</c:v>
              </c:pt>
              <c:pt idx="550">
                <c:v>0.19780900000000001</c:v>
              </c:pt>
              <c:pt idx="551">
                <c:v>-0.39683400000000002</c:v>
              </c:pt>
              <c:pt idx="552">
                <c:v>0.56786700000000001</c:v>
              </c:pt>
              <c:pt idx="553">
                <c:v>0.195602</c:v>
              </c:pt>
              <c:pt idx="554">
                <c:v>-0.24701500000000001</c:v>
              </c:pt>
              <c:pt idx="555">
                <c:v>-0.130472</c:v>
              </c:pt>
              <c:pt idx="556">
                <c:v>-8.5279999999999995E-2</c:v>
              </c:pt>
              <c:pt idx="557">
                <c:v>6.5334000000000003E-2</c:v>
              </c:pt>
              <c:pt idx="558">
                <c:v>-0.14471200000000001</c:v>
              </c:pt>
              <c:pt idx="559">
                <c:v>8.9539999999999995E-2</c:v>
              </c:pt>
              <c:pt idx="560">
                <c:v>-7.0875999999999995E-2</c:v>
              </c:pt>
              <c:pt idx="561">
                <c:v>5.5576E-2</c:v>
              </c:pt>
              <c:pt idx="562">
                <c:v>-4.1370999999999998E-2</c:v>
              </c:pt>
              <c:pt idx="563">
                <c:v>-5.3441000000000002E-2</c:v>
              </c:pt>
              <c:pt idx="564">
                <c:v>4.6901999999999999E-2</c:v>
              </c:pt>
              <c:pt idx="565">
                <c:v>5.9617000000000003E-2</c:v>
              </c:pt>
              <c:pt idx="566">
                <c:v>9.7535999999999998E-2</c:v>
              </c:pt>
              <c:pt idx="567">
                <c:v>3.7361999999999999E-2</c:v>
              </c:pt>
              <c:pt idx="568">
                <c:v>-0.101937</c:v>
              </c:pt>
              <c:pt idx="569">
                <c:v>0.286136</c:v>
              </c:pt>
              <c:pt idx="570">
                <c:v>0.12937499999999999</c:v>
              </c:pt>
              <c:pt idx="571">
                <c:v>-0.74217299999999997</c:v>
              </c:pt>
              <c:pt idx="572">
                <c:v>-0.28451900000000002</c:v>
              </c:pt>
              <c:pt idx="573">
                <c:v>-0.386237</c:v>
              </c:pt>
              <c:pt idx="574">
                <c:v>-0.13239699999999999</c:v>
              </c:pt>
              <c:pt idx="575">
                <c:v>7.3099999999999998E-2</c:v>
              </c:pt>
              <c:pt idx="576">
                <c:v>0.139074</c:v>
              </c:pt>
              <c:pt idx="577">
                <c:v>-0.107364</c:v>
              </c:pt>
              <c:pt idx="578">
                <c:v>8.4500000000000006E-2</c:v>
              </c:pt>
              <c:pt idx="579">
                <c:v>0.11213099999999999</c:v>
              </c:pt>
              <c:pt idx="580">
                <c:v>0.118545</c:v>
              </c:pt>
              <c:pt idx="581">
                <c:v>-6.7559999999999995E-2</c:v>
              </c:pt>
              <c:pt idx="582">
                <c:v>9.2684000000000002E-2</c:v>
              </c:pt>
              <c:pt idx="583">
                <c:v>0.30587500000000001</c:v>
              </c:pt>
              <c:pt idx="584">
                <c:v>0.20093</c:v>
              </c:pt>
              <c:pt idx="585">
                <c:v>0.37493700000000002</c:v>
              </c:pt>
              <c:pt idx="586">
                <c:v>-0.48830899999999999</c:v>
              </c:pt>
              <c:pt idx="587">
                <c:v>0.130245</c:v>
              </c:pt>
              <c:pt idx="588">
                <c:v>0.31193300000000002</c:v>
              </c:pt>
              <c:pt idx="589">
                <c:v>4.6559000000000003E-2</c:v>
              </c:pt>
              <c:pt idx="590">
                <c:v>9.3681E-2</c:v>
              </c:pt>
              <c:pt idx="591">
                <c:v>0.123322</c:v>
              </c:pt>
              <c:pt idx="592">
                <c:v>-8.0199000000000006E-2</c:v>
              </c:pt>
              <c:pt idx="593">
                <c:v>-0.26498100000000002</c:v>
              </c:pt>
              <c:pt idx="594">
                <c:v>8.4889999999999993E-2</c:v>
              </c:pt>
              <c:pt idx="595">
                <c:v>8.1795000000000007E-2</c:v>
              </c:pt>
              <c:pt idx="596">
                <c:v>7.8907000000000005E-2</c:v>
              </c:pt>
              <c:pt idx="597">
                <c:v>0.11114499999999999</c:v>
              </c:pt>
              <c:pt idx="598">
                <c:v>-0.11989900000000001</c:v>
              </c:pt>
              <c:pt idx="599">
                <c:v>-0.110474</c:v>
              </c:pt>
              <c:pt idx="600">
                <c:v>-8.2322000000000006E-2</c:v>
              </c:pt>
              <c:pt idx="601">
                <c:v>-3.9084000000000001E-2</c:v>
              </c:pt>
              <c:pt idx="602">
                <c:v>-0.21172299999999999</c:v>
              </c:pt>
              <c:pt idx="603">
                <c:v>6.6408999999999996E-2</c:v>
              </c:pt>
              <c:pt idx="604">
                <c:v>5.0001999999999998E-2</c:v>
              </c:pt>
              <c:pt idx="605">
                <c:v>-7.8340999999999994E-2</c:v>
              </c:pt>
              <c:pt idx="606">
                <c:v>-4.6740999999999998E-2</c:v>
              </c:pt>
              <c:pt idx="607">
                <c:v>-5.6811E-2</c:v>
              </c:pt>
              <c:pt idx="608">
                <c:v>-3.4536999999999998E-2</c:v>
              </c:pt>
              <c:pt idx="609">
                <c:v>-0.119766</c:v>
              </c:pt>
              <c:pt idx="610">
                <c:v>-8.5016999999999995E-2</c:v>
              </c:pt>
              <c:pt idx="611">
                <c:v>-4.9771999999999997E-2</c:v>
              </c:pt>
              <c:pt idx="612">
                <c:v>3.6785999999999999E-2</c:v>
              </c:pt>
              <c:pt idx="613">
                <c:v>-0.17307</c:v>
              </c:pt>
              <c:pt idx="614">
                <c:v>0.16289200000000001</c:v>
              </c:pt>
              <c:pt idx="615">
                <c:v>0.20110600000000001</c:v>
              </c:pt>
              <c:pt idx="616">
                <c:v>-8.1409999999999996E-2</c:v>
              </c:pt>
              <c:pt idx="617">
                <c:v>0.105881</c:v>
              </c:pt>
              <c:pt idx="618">
                <c:v>7.6548000000000005E-2</c:v>
              </c:pt>
              <c:pt idx="619">
                <c:v>9.0430999999999997E-2</c:v>
              </c:pt>
              <c:pt idx="620">
                <c:v>0.26240200000000002</c:v>
              </c:pt>
              <c:pt idx="621">
                <c:v>0.22122800000000001</c:v>
              </c:pt>
              <c:pt idx="622">
                <c:v>-0.34801100000000001</c:v>
              </c:pt>
              <c:pt idx="623">
                <c:v>0.54217499999999996</c:v>
              </c:pt>
              <c:pt idx="624">
                <c:v>-0.272785</c:v>
              </c:pt>
              <c:pt idx="625">
                <c:v>-0.241865</c:v>
              </c:pt>
              <c:pt idx="626">
                <c:v>0.19173299999999999</c:v>
              </c:pt>
              <c:pt idx="627">
                <c:v>-8.2429000000000002E-2</c:v>
              </c:pt>
              <c:pt idx="628">
                <c:v>-6.9131999999999999E-2</c:v>
              </c:pt>
              <c:pt idx="629">
                <c:v>-9.8316000000000001E-2</c:v>
              </c:pt>
              <c:pt idx="630">
                <c:v>8.7089E-2</c:v>
              </c:pt>
              <c:pt idx="631">
                <c:v>8.9129E-2</c:v>
              </c:pt>
              <c:pt idx="632">
                <c:v>-3.9215E-2</c:v>
              </c:pt>
              <c:pt idx="633">
                <c:v>-3.8110999999999999E-2</c:v>
              </c:pt>
              <c:pt idx="634">
                <c:v>5.8788E-2</c:v>
              </c:pt>
              <c:pt idx="635">
                <c:v>4.8556000000000002E-2</c:v>
              </c:pt>
              <c:pt idx="636">
                <c:v>-5.8916000000000003E-2</c:v>
              </c:pt>
              <c:pt idx="637">
                <c:v>8.7777999999999995E-2</c:v>
              </c:pt>
              <c:pt idx="638">
                <c:v>-4.3617999999999997E-2</c:v>
              </c:pt>
              <c:pt idx="639">
                <c:v>6.8585999999999994E-2</c:v>
              </c:pt>
              <c:pt idx="640">
                <c:v>0.25578899999999999</c:v>
              </c:pt>
              <c:pt idx="641">
                <c:v>9.7404000000000004E-2</c:v>
              </c:pt>
              <c:pt idx="642">
                <c:v>0.64496200000000004</c:v>
              </c:pt>
              <c:pt idx="643">
                <c:v>-0.34895599999999999</c:v>
              </c:pt>
              <c:pt idx="644">
                <c:v>-0.32638400000000001</c:v>
              </c:pt>
              <c:pt idx="645">
                <c:v>0.24477599999999999</c:v>
              </c:pt>
              <c:pt idx="646">
                <c:v>7.4560000000000001E-2</c:v>
              </c:pt>
              <c:pt idx="647">
                <c:v>-0.131996</c:v>
              </c:pt>
              <c:pt idx="648">
                <c:v>-0.116523</c:v>
              </c:pt>
              <c:pt idx="649">
                <c:v>0.100255</c:v>
              </c:pt>
              <c:pt idx="650">
                <c:v>0.102176</c:v>
              </c:pt>
              <c:pt idx="651">
                <c:v>-0.13408500000000001</c:v>
              </c:pt>
              <c:pt idx="652">
                <c:v>-9.9097000000000005E-2</c:v>
              </c:pt>
              <c:pt idx="653">
                <c:v>9.8004999999999995E-2</c:v>
              </c:pt>
              <c:pt idx="654">
                <c:v>0.22223799999999999</c:v>
              </c:pt>
              <c:pt idx="655">
                <c:v>0.19392000000000001</c:v>
              </c:pt>
              <c:pt idx="656">
                <c:v>-0.22131899999999999</c:v>
              </c:pt>
              <c:pt idx="657">
                <c:v>-0.46094400000000002</c:v>
              </c:pt>
              <c:pt idx="658">
                <c:v>0.461565</c:v>
              </c:pt>
              <c:pt idx="659">
                <c:v>0.35344500000000001</c:v>
              </c:pt>
              <c:pt idx="660">
                <c:v>-7.2003999999999999E-2</c:v>
              </c:pt>
              <c:pt idx="661">
                <c:v>-5.1515999999999999E-2</c:v>
              </c:pt>
              <c:pt idx="662">
                <c:v>-0.123985</c:v>
              </c:pt>
              <c:pt idx="663">
                <c:v>0.10493</c:v>
              </c:pt>
              <c:pt idx="664">
                <c:v>-0.24230499999999999</c:v>
              </c:pt>
              <c:pt idx="665">
                <c:v>0.130325</c:v>
              </c:pt>
              <c:pt idx="666">
                <c:v>7.1705000000000005E-2</c:v>
              </c:pt>
              <c:pt idx="667">
                <c:v>7.6025999999999996E-2</c:v>
              </c:pt>
              <c:pt idx="668">
                <c:v>-9.9789000000000003E-2</c:v>
              </c:pt>
              <c:pt idx="669">
                <c:v>0.115768</c:v>
              </c:pt>
              <c:pt idx="670">
                <c:v>-0.124196</c:v>
              </c:pt>
              <c:pt idx="671">
                <c:v>-5.1957999999999997E-2</c:v>
              </c:pt>
              <c:pt idx="672">
                <c:v>-7.0666999999999994E-2</c:v>
              </c:pt>
              <c:pt idx="673">
                <c:v>-8.1685999999999995E-2</c:v>
              </c:pt>
              <c:pt idx="674">
                <c:v>-8.1319000000000002E-2</c:v>
              </c:pt>
              <c:pt idx="675">
                <c:v>3.0214000000000001E-2</c:v>
              </c:pt>
              <c:pt idx="676">
                <c:v>-6.7022999999999999E-2</c:v>
              </c:pt>
              <c:pt idx="677">
                <c:v>-4.5309000000000002E-2</c:v>
              </c:pt>
              <c:pt idx="678">
                <c:v>4.7892999999999998E-2</c:v>
              </c:pt>
              <c:pt idx="679">
                <c:v>-4.6292E-2</c:v>
              </c:pt>
              <c:pt idx="680">
                <c:v>-6.6894999999999996E-2</c:v>
              </c:pt>
              <c:pt idx="681">
                <c:v>-7.4628E-2</c:v>
              </c:pt>
              <c:pt idx="682">
                <c:v>-4.6788999999999997E-2</c:v>
              </c:pt>
              <c:pt idx="683">
                <c:v>3.3465000000000002E-2</c:v>
              </c:pt>
              <c:pt idx="684">
                <c:v>-0.12826699999999999</c:v>
              </c:pt>
              <c:pt idx="685">
                <c:v>0.18285100000000001</c:v>
              </c:pt>
              <c:pt idx="686">
                <c:v>0.14405599999999999</c:v>
              </c:pt>
              <c:pt idx="687">
                <c:v>-7.5191999999999995E-2</c:v>
              </c:pt>
              <c:pt idx="688">
                <c:v>-0.175373</c:v>
              </c:pt>
              <c:pt idx="689">
                <c:v>0.109163</c:v>
              </c:pt>
              <c:pt idx="690">
                <c:v>-7.9920000000000005E-2</c:v>
              </c:pt>
              <c:pt idx="691">
                <c:v>0.266648</c:v>
              </c:pt>
              <c:pt idx="692">
                <c:v>0.25081700000000001</c:v>
              </c:pt>
              <c:pt idx="693">
                <c:v>8.9755000000000001E-2</c:v>
              </c:pt>
              <c:pt idx="694">
                <c:v>0.57019200000000003</c:v>
              </c:pt>
              <c:pt idx="695">
                <c:v>0.55405300000000002</c:v>
              </c:pt>
              <c:pt idx="696">
                <c:v>5.9290000000000002E-2</c:v>
              </c:pt>
              <c:pt idx="697">
                <c:v>-0.15573699999999999</c:v>
              </c:pt>
              <c:pt idx="698">
                <c:v>-8.3563999999999999E-2</c:v>
              </c:pt>
              <c:pt idx="699">
                <c:v>-7.1016999999999997E-2</c:v>
              </c:pt>
              <c:pt idx="700">
                <c:v>-9.2743999999999993E-2</c:v>
              </c:pt>
              <c:pt idx="701">
                <c:v>9.8149E-2</c:v>
              </c:pt>
              <c:pt idx="702">
                <c:v>6.5596000000000002E-2</c:v>
              </c:pt>
              <c:pt idx="703">
                <c:v>5.8174999999999998E-2</c:v>
              </c:pt>
              <c:pt idx="704">
                <c:v>4.5895999999999999E-2</c:v>
              </c:pt>
              <c:pt idx="705">
                <c:v>4.2036999999999998E-2</c:v>
              </c:pt>
              <c:pt idx="706">
                <c:v>-5.5694E-2</c:v>
              </c:pt>
              <c:pt idx="707">
                <c:v>-6.0321E-2</c:v>
              </c:pt>
              <c:pt idx="708">
                <c:v>-8.7129999999999999E-2</c:v>
              </c:pt>
              <c:pt idx="709">
                <c:v>-8.2220000000000001E-2</c:v>
              </c:pt>
              <c:pt idx="710">
                <c:v>6.2508999999999995E-2</c:v>
              </c:pt>
              <c:pt idx="711">
                <c:v>0.25451400000000002</c:v>
              </c:pt>
              <c:pt idx="712">
                <c:v>0.27836300000000003</c:v>
              </c:pt>
              <c:pt idx="713">
                <c:v>-0.33159</c:v>
              </c:pt>
              <c:pt idx="714">
                <c:v>0.71924299999999997</c:v>
              </c:pt>
              <c:pt idx="715">
                <c:v>0.15653900000000001</c:v>
              </c:pt>
              <c:pt idx="716">
                <c:v>-0.33538000000000001</c:v>
              </c:pt>
              <c:pt idx="717">
                <c:v>8.6457000000000006E-2</c:v>
              </c:pt>
              <c:pt idx="718">
                <c:v>-9.2941999999999997E-2</c:v>
              </c:pt>
              <c:pt idx="719">
                <c:v>-0.13053699999999999</c:v>
              </c:pt>
              <c:pt idx="720">
                <c:v>0.115825</c:v>
              </c:pt>
              <c:pt idx="721">
                <c:v>7.3594000000000007E-2</c:v>
              </c:pt>
              <c:pt idx="722">
                <c:v>-0.11713700000000001</c:v>
              </c:pt>
              <c:pt idx="723">
                <c:v>-0.120284</c:v>
              </c:pt>
              <c:pt idx="724">
                <c:v>7.0274000000000003E-2</c:v>
              </c:pt>
              <c:pt idx="725">
                <c:v>0.25107699999999999</c:v>
              </c:pt>
              <c:pt idx="726">
                <c:v>0.11933000000000001</c:v>
              </c:pt>
              <c:pt idx="727">
                <c:v>0.24668000000000001</c:v>
              </c:pt>
              <c:pt idx="728">
                <c:v>0.66545500000000002</c:v>
              </c:pt>
              <c:pt idx="729">
                <c:v>-0.52488599999999996</c:v>
              </c:pt>
              <c:pt idx="730">
                <c:v>0.35403800000000002</c:v>
              </c:pt>
              <c:pt idx="731">
                <c:v>-0.145144</c:v>
              </c:pt>
              <c:pt idx="732">
                <c:v>3.7387999999999998E-2</c:v>
              </c:pt>
              <c:pt idx="733">
                <c:v>8.5384000000000002E-2</c:v>
              </c:pt>
              <c:pt idx="734">
                <c:v>0.119896</c:v>
              </c:pt>
              <c:pt idx="735">
                <c:v>0.24065900000000001</c:v>
              </c:pt>
              <c:pt idx="736">
                <c:v>-0.23261899999999999</c:v>
              </c:pt>
              <c:pt idx="737">
                <c:v>-9.0855000000000005E-2</c:v>
              </c:pt>
              <c:pt idx="738">
                <c:v>-7.0692000000000005E-2</c:v>
              </c:pt>
              <c:pt idx="739">
                <c:v>0.109277</c:v>
              </c:pt>
              <c:pt idx="740">
                <c:v>-0.114939</c:v>
              </c:pt>
              <c:pt idx="741">
                <c:v>-0.14089099999999999</c:v>
              </c:pt>
              <c:pt idx="742">
                <c:v>6.5836000000000006E-2</c:v>
              </c:pt>
              <c:pt idx="743">
                <c:v>-8.8828000000000004E-2</c:v>
              </c:pt>
              <c:pt idx="744">
                <c:v>3.8169000000000002E-2</c:v>
              </c:pt>
              <c:pt idx="745">
                <c:v>9.6867999999999996E-2</c:v>
              </c:pt>
              <c:pt idx="746">
                <c:v>3.7345000000000003E-2</c:v>
              </c:pt>
              <c:pt idx="747">
                <c:v>6.5628000000000006E-2</c:v>
              </c:pt>
              <c:pt idx="748">
                <c:v>6.5852999999999995E-2</c:v>
              </c:pt>
              <c:pt idx="749">
                <c:v>-2.9672E-2</c:v>
              </c:pt>
              <c:pt idx="750">
                <c:v>-3.6347999999999998E-2</c:v>
              </c:pt>
              <c:pt idx="751">
                <c:v>-3.4373000000000001E-2</c:v>
              </c:pt>
              <c:pt idx="752">
                <c:v>9.7214999999999996E-2</c:v>
              </c:pt>
              <c:pt idx="753">
                <c:v>-5.1339999999999997E-2</c:v>
              </c:pt>
              <c:pt idx="754">
                <c:v>-3.8474000000000001E-2</c:v>
              </c:pt>
              <c:pt idx="755">
                <c:v>7.2253999999999999E-2</c:v>
              </c:pt>
              <c:pt idx="756">
                <c:v>0.152779</c:v>
              </c:pt>
              <c:pt idx="757">
                <c:v>-0.162136</c:v>
              </c:pt>
              <c:pt idx="758">
                <c:v>0.16624</c:v>
              </c:pt>
              <c:pt idx="759">
                <c:v>7.1364999999999998E-2</c:v>
              </c:pt>
              <c:pt idx="760">
                <c:v>-0.14055899999999999</c:v>
              </c:pt>
              <c:pt idx="761">
                <c:v>7.8003000000000003E-2</c:v>
              </c:pt>
              <c:pt idx="762">
                <c:v>7.5179999999999997E-2</c:v>
              </c:pt>
              <c:pt idx="763">
                <c:v>0.347076</c:v>
              </c:pt>
              <c:pt idx="764">
                <c:v>-0.110112</c:v>
              </c:pt>
              <c:pt idx="765">
                <c:v>-0.51237500000000002</c:v>
              </c:pt>
              <c:pt idx="766">
                <c:v>0.62720100000000001</c:v>
              </c:pt>
              <c:pt idx="767">
                <c:v>0.190355</c:v>
              </c:pt>
              <c:pt idx="768">
                <c:v>0.23518900000000001</c:v>
              </c:pt>
              <c:pt idx="769">
                <c:v>-0.13723199999999999</c:v>
              </c:pt>
              <c:pt idx="770">
                <c:v>8.1209000000000003E-2</c:v>
              </c:pt>
              <c:pt idx="771">
                <c:v>-7.3066000000000006E-2</c:v>
              </c:pt>
              <c:pt idx="772">
                <c:v>-0.11236500000000001</c:v>
              </c:pt>
              <c:pt idx="773">
                <c:v>7.8026999999999999E-2</c:v>
              </c:pt>
              <c:pt idx="774">
                <c:v>6.1830000000000003E-2</c:v>
              </c:pt>
              <c:pt idx="775">
                <c:v>3.6856E-2</c:v>
              </c:pt>
              <c:pt idx="776">
                <c:v>-4.4285999999999999E-2</c:v>
              </c:pt>
              <c:pt idx="777">
                <c:v>-4.1946999999999998E-2</c:v>
              </c:pt>
              <c:pt idx="778">
                <c:v>-5.8021999999999997E-2</c:v>
              </c:pt>
              <c:pt idx="779">
                <c:v>-7.1917999999999996E-2</c:v>
              </c:pt>
              <c:pt idx="780">
                <c:v>0.10079100000000001</c:v>
              </c:pt>
              <c:pt idx="781">
                <c:v>4.6505999999999999E-2</c:v>
              </c:pt>
              <c:pt idx="782">
                <c:v>-7.8589000000000006E-2</c:v>
              </c:pt>
              <c:pt idx="783">
                <c:v>0.29551699999999997</c:v>
              </c:pt>
              <c:pt idx="784">
                <c:v>0.10023799999999999</c:v>
              </c:pt>
              <c:pt idx="785">
                <c:v>0.59904000000000002</c:v>
              </c:pt>
              <c:pt idx="786">
                <c:v>-0.25267699999999998</c:v>
              </c:pt>
              <c:pt idx="787">
                <c:v>-0.33154699999999998</c:v>
              </c:pt>
              <c:pt idx="788">
                <c:v>0.19463900000000001</c:v>
              </c:pt>
              <c:pt idx="789">
                <c:v>8.3845000000000003E-2</c:v>
              </c:pt>
              <c:pt idx="790">
                <c:v>-0.11941</c:v>
              </c:pt>
              <c:pt idx="791">
                <c:v>0.11992</c:v>
              </c:pt>
              <c:pt idx="792">
                <c:v>9.0241000000000002E-2</c:v>
              </c:pt>
              <c:pt idx="793">
                <c:v>-9.4081999999999999E-2</c:v>
              </c:pt>
              <c:pt idx="794">
                <c:v>-0.13492999999999999</c:v>
              </c:pt>
              <c:pt idx="795">
                <c:v>8.5623000000000005E-2</c:v>
              </c:pt>
              <c:pt idx="796">
                <c:v>9.5737000000000003E-2</c:v>
              </c:pt>
              <c:pt idx="797">
                <c:v>0.260905</c:v>
              </c:pt>
              <c:pt idx="798">
                <c:v>0.17622199999999999</c:v>
              </c:pt>
              <c:pt idx="799">
                <c:v>-0.22800899999999999</c:v>
              </c:pt>
              <c:pt idx="800">
                <c:v>0.62400599999999995</c:v>
              </c:pt>
              <c:pt idx="801">
                <c:v>0.49286200000000002</c:v>
              </c:pt>
              <c:pt idx="802">
                <c:v>0.29084199999999999</c:v>
              </c:pt>
              <c:pt idx="803">
                <c:v>-5.8601E-2</c:v>
              </c:pt>
              <c:pt idx="804">
                <c:v>7.7974000000000002E-2</c:v>
              </c:pt>
              <c:pt idx="805">
                <c:v>0.10968700000000001</c:v>
              </c:pt>
              <c:pt idx="806">
                <c:v>0.111584</c:v>
              </c:pt>
              <c:pt idx="807">
                <c:v>0.23649899999999999</c:v>
              </c:pt>
              <c:pt idx="808">
                <c:v>-0.108859</c:v>
              </c:pt>
              <c:pt idx="809">
                <c:v>9.1361999999999999E-2</c:v>
              </c:pt>
              <c:pt idx="810">
                <c:v>0.13266500000000001</c:v>
              </c:pt>
              <c:pt idx="811">
                <c:v>0.121742</c:v>
              </c:pt>
              <c:pt idx="812">
                <c:v>0.14378299999999999</c:v>
              </c:pt>
              <c:pt idx="813">
                <c:v>-0.14244799999999999</c:v>
              </c:pt>
              <c:pt idx="814">
                <c:v>-5.5828999999999997E-2</c:v>
              </c:pt>
              <c:pt idx="815">
                <c:v>-8.6748000000000006E-2</c:v>
              </c:pt>
              <c:pt idx="816">
                <c:v>0.13706099999999999</c:v>
              </c:pt>
              <c:pt idx="817">
                <c:v>6.0944999999999999E-2</c:v>
              </c:pt>
              <c:pt idx="818">
                <c:v>2.6671E-2</c:v>
              </c:pt>
              <c:pt idx="819">
                <c:v>-6.8990999999999997E-2</c:v>
              </c:pt>
              <c:pt idx="820">
                <c:v>4.7914999999999999E-2</c:v>
              </c:pt>
              <c:pt idx="821">
                <c:v>6.0985999999999999E-2</c:v>
              </c:pt>
              <c:pt idx="822">
                <c:v>-4.1688000000000003E-2</c:v>
              </c:pt>
              <c:pt idx="823">
                <c:v>-8.3947999999999995E-2</c:v>
              </c:pt>
              <c:pt idx="824">
                <c:v>-8.6834999999999996E-2</c:v>
              </c:pt>
              <c:pt idx="825">
                <c:v>-4.7687E-2</c:v>
              </c:pt>
              <c:pt idx="826">
                <c:v>-4.6068999999999999E-2</c:v>
              </c:pt>
              <c:pt idx="827">
                <c:v>-0.13895299999999999</c:v>
              </c:pt>
              <c:pt idx="828">
                <c:v>0.17974200000000001</c:v>
              </c:pt>
              <c:pt idx="829">
                <c:v>0.16332199999999999</c:v>
              </c:pt>
              <c:pt idx="830">
                <c:v>8.4167000000000006E-2</c:v>
              </c:pt>
              <c:pt idx="831">
                <c:v>0.183786</c:v>
              </c:pt>
              <c:pt idx="832">
                <c:v>-9.8088999999999996E-2</c:v>
              </c:pt>
              <c:pt idx="833">
                <c:v>8.3664000000000002E-2</c:v>
              </c:pt>
              <c:pt idx="834">
                <c:v>-0.23646200000000001</c:v>
              </c:pt>
              <c:pt idx="835">
                <c:v>0.26943299999999998</c:v>
              </c:pt>
              <c:pt idx="836">
                <c:v>0.16170300000000001</c:v>
              </c:pt>
              <c:pt idx="837">
                <c:v>0.63454999999999995</c:v>
              </c:pt>
              <c:pt idx="838">
                <c:v>0.57871099999999998</c:v>
              </c:pt>
              <c:pt idx="839">
                <c:v>-0.24782299999999999</c:v>
              </c:pt>
              <c:pt idx="840">
                <c:v>0.23629900000000001</c:v>
              </c:pt>
              <c:pt idx="841">
                <c:v>-9.9345000000000003E-2</c:v>
              </c:pt>
              <c:pt idx="842">
                <c:v>-7.0633000000000001E-2</c:v>
              </c:pt>
              <c:pt idx="843">
                <c:v>-0.14282300000000001</c:v>
              </c:pt>
              <c:pt idx="844">
                <c:v>-0.104781</c:v>
              </c:pt>
              <c:pt idx="845">
                <c:v>-7.5749999999999998E-2</c:v>
              </c:pt>
              <c:pt idx="846">
                <c:v>5.2534999999999998E-2</c:v>
              </c:pt>
              <c:pt idx="847">
                <c:v>-4.4262999999999997E-2</c:v>
              </c:pt>
              <c:pt idx="848">
                <c:v>5.1625999999999998E-2</c:v>
              </c:pt>
              <c:pt idx="849">
                <c:v>5.4486E-2</c:v>
              </c:pt>
              <c:pt idx="850">
                <c:v>-6.4262E-2</c:v>
              </c:pt>
              <c:pt idx="851">
                <c:v>9.1949000000000003E-2</c:v>
              </c:pt>
              <c:pt idx="852">
                <c:v>-7.1228E-2</c:v>
              </c:pt>
              <c:pt idx="853">
                <c:v>0.13212599999999999</c:v>
              </c:pt>
              <c:pt idx="854">
                <c:v>0.272532</c:v>
              </c:pt>
              <c:pt idx="855">
                <c:v>0.24871399999999999</c:v>
              </c:pt>
              <c:pt idx="856">
                <c:v>0.35532000000000002</c:v>
              </c:pt>
              <c:pt idx="857">
                <c:v>0.72269099999999997</c:v>
              </c:pt>
              <c:pt idx="858">
                <c:v>0.166572</c:v>
              </c:pt>
              <c:pt idx="859">
                <c:v>-0.34867700000000001</c:v>
              </c:pt>
              <c:pt idx="860">
                <c:v>9.4293000000000002E-2</c:v>
              </c:pt>
              <c:pt idx="861">
                <c:v>-9.3936000000000006E-2</c:v>
              </c:pt>
              <c:pt idx="862">
                <c:v>0.115039</c:v>
              </c:pt>
              <c:pt idx="863">
                <c:v>9.2216999999999993E-2</c:v>
              </c:pt>
              <c:pt idx="864">
                <c:v>9.9087999999999996E-2</c:v>
              </c:pt>
              <c:pt idx="865">
                <c:v>-0.159557</c:v>
              </c:pt>
              <c:pt idx="866">
                <c:v>0.121896</c:v>
              </c:pt>
              <c:pt idx="867">
                <c:v>-7.4531E-2</c:v>
              </c:pt>
              <c:pt idx="868">
                <c:v>0.27317200000000003</c:v>
              </c:pt>
              <c:pt idx="869">
                <c:v>0.114271</c:v>
              </c:pt>
              <c:pt idx="870">
                <c:v>0.96041699999999997</c:v>
              </c:pt>
              <c:pt idx="871">
                <c:v>3.4442E-2</c:v>
              </c:pt>
              <c:pt idx="872">
                <c:v>2.9524000000000002E-2</c:v>
              </c:pt>
              <c:pt idx="873">
                <c:v>2.5864000000000002E-2</c:v>
              </c:pt>
              <c:pt idx="874">
                <c:v>2.6450000000000001E-2</c:v>
              </c:pt>
              <c:pt idx="875">
                <c:v>3.2057000000000002E-2</c:v>
              </c:pt>
              <c:pt idx="876">
                <c:v>-0.14877399999999999</c:v>
              </c:pt>
              <c:pt idx="877">
                <c:v>-0.148978</c:v>
              </c:pt>
              <c:pt idx="878">
                <c:v>0.42116100000000001</c:v>
              </c:pt>
              <c:pt idx="879">
                <c:v>-0.126807</c:v>
              </c:pt>
              <c:pt idx="880">
                <c:v>-8.4651000000000004E-2</c:v>
              </c:pt>
              <c:pt idx="881">
                <c:v>9.0919E-2</c:v>
              </c:pt>
              <c:pt idx="882">
                <c:v>9.7642000000000007E-2</c:v>
              </c:pt>
              <c:pt idx="883">
                <c:v>-6.5324999999999994E-2</c:v>
              </c:pt>
              <c:pt idx="884">
                <c:v>-5.2268000000000002E-2</c:v>
              </c:pt>
              <c:pt idx="885">
                <c:v>-5.4139E-2</c:v>
              </c:pt>
              <c:pt idx="886">
                <c:v>-7.2864999999999999E-2</c:v>
              </c:pt>
              <c:pt idx="887">
                <c:v>-8.9813000000000004E-2</c:v>
              </c:pt>
              <c:pt idx="888">
                <c:v>0.156857</c:v>
              </c:pt>
              <c:pt idx="889">
                <c:v>7.3096999999999995E-2</c:v>
              </c:pt>
              <c:pt idx="890">
                <c:v>-0.109157</c:v>
              </c:pt>
              <c:pt idx="891">
                <c:v>-0.23024500000000001</c:v>
              </c:pt>
              <c:pt idx="892">
                <c:v>0.12870000000000001</c:v>
              </c:pt>
              <c:pt idx="893">
                <c:v>-8.2646999999999998E-2</c:v>
              </c:pt>
              <c:pt idx="894">
                <c:v>-0.45688600000000001</c:v>
              </c:pt>
              <c:pt idx="895">
                <c:v>0.61196700000000004</c:v>
              </c:pt>
              <c:pt idx="896">
                <c:v>-0.16437499999999999</c:v>
              </c:pt>
              <c:pt idx="897">
                <c:v>0.13014800000000001</c:v>
              </c:pt>
              <c:pt idx="898">
                <c:v>-0.17655499999999999</c:v>
              </c:pt>
              <c:pt idx="899">
                <c:v>9.5874000000000001E-2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B5C5-2744-AD3E-8FFAD4E07064}"/>
            </c:ext>
          </c:extLst>
        </c:ser>
        <c:ser>
          <c:idx val="1"/>
          <c:order val="1"/>
          <c:tx>
            <c:v>下手</c:v>
          </c:tx>
          <c:spPr>
            <a:ln w="14288">
              <a:solidFill>
                <a:srgbClr val="FFB33F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900"/>
              <c:pt idx="0">
                <c:v>0.146484375</c:v>
              </c:pt>
              <c:pt idx="1">
                <c:v>0.791015625</c:v>
              </c:pt>
              <c:pt idx="2">
                <c:v>0.94433593699999996</c:v>
              </c:pt>
              <c:pt idx="3">
                <c:v>1.248046875</c:v>
              </c:pt>
              <c:pt idx="4">
                <c:v>1.899414062</c:v>
              </c:pt>
              <c:pt idx="5">
                <c:v>2.112304687</c:v>
              </c:pt>
              <c:pt idx="6">
                <c:v>2.491210937</c:v>
              </c:pt>
              <c:pt idx="7">
                <c:v>2.928710937</c:v>
              </c:pt>
              <c:pt idx="8">
                <c:v>3.604492187</c:v>
              </c:pt>
              <c:pt idx="9">
                <c:v>4.055664062</c:v>
              </c:pt>
              <c:pt idx="10">
                <c:v>4.256835937</c:v>
              </c:pt>
              <c:pt idx="11">
                <c:v>4.586914062</c:v>
              </c:pt>
              <c:pt idx="12">
                <c:v>5.180664062</c:v>
              </c:pt>
              <c:pt idx="13">
                <c:v>5.299804687</c:v>
              </c:pt>
              <c:pt idx="14">
                <c:v>6.05078125</c:v>
              </c:pt>
              <c:pt idx="15">
                <c:v>6.35546875</c:v>
              </c:pt>
              <c:pt idx="16">
                <c:v>6.751953125</c:v>
              </c:pt>
              <c:pt idx="17">
                <c:v>7.000976562</c:v>
              </c:pt>
              <c:pt idx="18">
                <c:v>7.440429687</c:v>
              </c:pt>
              <c:pt idx="19">
                <c:v>7.862304687</c:v>
              </c:pt>
              <c:pt idx="20">
                <c:v>8.315429687</c:v>
              </c:pt>
              <c:pt idx="21">
                <c:v>8.900390625</c:v>
              </c:pt>
              <c:pt idx="22">
                <c:v>8.939453125</c:v>
              </c:pt>
              <c:pt idx="23">
                <c:v>9.477539062</c:v>
              </c:pt>
              <c:pt idx="24">
                <c:v>10.076171875</c:v>
              </c:pt>
              <c:pt idx="25">
                <c:v>10.327148437</c:v>
              </c:pt>
              <c:pt idx="26">
                <c:v>10.883789062</c:v>
              </c:pt>
              <c:pt idx="27">
                <c:v>11.01171875</c:v>
              </c:pt>
              <c:pt idx="28">
                <c:v>11.416015625</c:v>
              </c:pt>
              <c:pt idx="29">
                <c:v>11.971679687</c:v>
              </c:pt>
              <c:pt idx="30">
                <c:v>12.306640625</c:v>
              </c:pt>
              <c:pt idx="31">
                <c:v>12.971679687</c:v>
              </c:pt>
              <c:pt idx="32">
                <c:v>13.022460937</c:v>
              </c:pt>
              <c:pt idx="33">
                <c:v>13.790039062</c:v>
              </c:pt>
              <c:pt idx="34">
                <c:v>13.82421875</c:v>
              </c:pt>
              <c:pt idx="35">
                <c:v>14.424804687</c:v>
              </c:pt>
              <c:pt idx="36">
                <c:v>15.017578125</c:v>
              </c:pt>
              <c:pt idx="37">
                <c:v>15.22265625</c:v>
              </c:pt>
              <c:pt idx="38">
                <c:v>15.821289062</c:v>
              </c:pt>
              <c:pt idx="39">
                <c:v>15.90625</c:v>
              </c:pt>
              <c:pt idx="40">
                <c:v>16.380859375</c:v>
              </c:pt>
              <c:pt idx="41">
                <c:v>16.779296875</c:v>
              </c:pt>
              <c:pt idx="42">
                <c:v>17.423828125</c:v>
              </c:pt>
              <c:pt idx="43">
                <c:v>17.78125</c:v>
              </c:pt>
              <c:pt idx="44">
                <c:v>17.8984375</c:v>
              </c:pt>
              <c:pt idx="45">
                <c:v>18.359375</c:v>
              </c:pt>
              <c:pt idx="46">
                <c:v>18.788085937000002</c:v>
              </c:pt>
              <c:pt idx="47">
                <c:v>19.4765625</c:v>
              </c:pt>
              <c:pt idx="48">
                <c:v>19.752929687000002</c:v>
              </c:pt>
              <c:pt idx="49">
                <c:v>19.92578125</c:v>
              </c:pt>
              <c:pt idx="50">
                <c:v>20.30859375</c:v>
              </c:pt>
              <c:pt idx="51">
                <c:v>21.084960937000002</c:v>
              </c:pt>
              <c:pt idx="52">
                <c:v>21.166015625</c:v>
              </c:pt>
              <c:pt idx="53">
                <c:v>21.763671875</c:v>
              </c:pt>
              <c:pt idx="54">
                <c:v>21.999023437000002</c:v>
              </c:pt>
              <c:pt idx="55">
                <c:v>22.69140625</c:v>
              </c:pt>
              <c:pt idx="56">
                <c:v>22.876953125</c:v>
              </c:pt>
              <c:pt idx="57">
                <c:v>23.54296875</c:v>
              </c:pt>
              <c:pt idx="58">
                <c:v>23.943359375</c:v>
              </c:pt>
              <c:pt idx="59">
                <c:v>24.044921875</c:v>
              </c:pt>
              <c:pt idx="60">
                <c:v>24.770507812000002</c:v>
              </c:pt>
              <c:pt idx="61">
                <c:v>25.03125</c:v>
              </c:pt>
              <c:pt idx="62">
                <c:v>25.401367187000002</c:v>
              </c:pt>
              <c:pt idx="63">
                <c:v>25.947265625</c:v>
              </c:pt>
              <c:pt idx="64">
                <c:v>26.008789062000002</c:v>
              </c:pt>
              <c:pt idx="65">
                <c:v>26.432617187000002</c:v>
              </c:pt>
              <c:pt idx="66">
                <c:v>27.028320312000002</c:v>
              </c:pt>
              <c:pt idx="67">
                <c:v>27.314453125</c:v>
              </c:pt>
              <c:pt idx="68">
                <c:v>27.689453125</c:v>
              </c:pt>
              <c:pt idx="69">
                <c:v>28.256835937000002</c:v>
              </c:pt>
              <c:pt idx="70">
                <c:v>28.446289062000002</c:v>
              </c:pt>
              <c:pt idx="71">
                <c:v>29.124023437000002</c:v>
              </c:pt>
              <c:pt idx="72">
                <c:v>29.317382812000002</c:v>
              </c:pt>
              <c:pt idx="73">
                <c:v>30.00390625</c:v>
              </c:pt>
              <c:pt idx="74">
                <c:v>30.37890625</c:v>
              </c:pt>
              <c:pt idx="75">
                <c:v>30.735351562000002</c:v>
              </c:pt>
              <c:pt idx="76">
                <c:v>30.91015625</c:v>
              </c:pt>
              <c:pt idx="77">
                <c:v>31.411132812000002</c:v>
              </c:pt>
              <c:pt idx="78">
                <c:v>31.987304687000002</c:v>
              </c:pt>
              <c:pt idx="79">
                <c:v>32.098632811999998</c:v>
              </c:pt>
              <c:pt idx="80">
                <c:v>32.859375</c:v>
              </c:pt>
              <c:pt idx="81">
                <c:v>32.936523436999998</c:v>
              </c:pt>
              <c:pt idx="82">
                <c:v>33.705078125</c:v>
              </c:pt>
              <c:pt idx="83">
                <c:v>33.715820311999998</c:v>
              </c:pt>
              <c:pt idx="84">
                <c:v>34.143554686999998</c:v>
              </c:pt>
              <c:pt idx="85">
                <c:v>34.827148436999998</c:v>
              </c:pt>
              <c:pt idx="86">
                <c:v>34.999023436999998</c:v>
              </c:pt>
              <c:pt idx="87">
                <c:v>35.446289061999998</c:v>
              </c:pt>
              <c:pt idx="88">
                <c:v>36.075195311999998</c:v>
              </c:pt>
              <c:pt idx="89">
                <c:v>36.520507811999998</c:v>
              </c:pt>
              <c:pt idx="90">
                <c:v>36.951171875</c:v>
              </c:pt>
              <c:pt idx="91">
                <c:v>37.31640625</c:v>
              </c:pt>
              <c:pt idx="92">
                <c:v>37.534179686999998</c:v>
              </c:pt>
              <c:pt idx="93">
                <c:v>38.145507811999998</c:v>
              </c:pt>
              <c:pt idx="94">
                <c:v>38.575195311999998</c:v>
              </c:pt>
              <c:pt idx="95">
                <c:v>38.745117186999998</c:v>
              </c:pt>
              <c:pt idx="96">
                <c:v>39.01953125</c:v>
              </c:pt>
              <c:pt idx="97">
                <c:v>39.561523436999998</c:v>
              </c:pt>
              <c:pt idx="98">
                <c:v>39.889648436999998</c:v>
              </c:pt>
              <c:pt idx="99">
                <c:v>40.5546875</c:v>
              </c:pt>
              <c:pt idx="100">
                <c:v>40.670898436999998</c:v>
              </c:pt>
              <c:pt idx="101">
                <c:v>41.04296875</c:v>
              </c:pt>
              <c:pt idx="102">
                <c:v>41.713867186999998</c:v>
              </c:pt>
              <c:pt idx="103">
                <c:v>41.920898436999998</c:v>
              </c:pt>
              <c:pt idx="104">
                <c:v>42.533203125</c:v>
              </c:pt>
              <c:pt idx="105">
                <c:v>42.87109375</c:v>
              </c:pt>
              <c:pt idx="106">
                <c:v>43.124023436999998</c:v>
              </c:pt>
              <c:pt idx="107">
                <c:v>43.807617186999998</c:v>
              </c:pt>
              <c:pt idx="108">
                <c:v>43.921875</c:v>
              </c:pt>
              <c:pt idx="109">
                <c:v>44.606445311999998</c:v>
              </c:pt>
              <c:pt idx="110">
                <c:v>44.724609375</c:v>
              </c:pt>
              <c:pt idx="111">
                <c:v>45.400390625</c:v>
              </c:pt>
              <c:pt idx="112">
                <c:v>45.521484375</c:v>
              </c:pt>
              <c:pt idx="113">
                <c:v>46.271484375</c:v>
              </c:pt>
              <c:pt idx="114">
                <c:v>46.430664061999998</c:v>
              </c:pt>
              <c:pt idx="115">
                <c:v>46.7578125</c:v>
              </c:pt>
              <c:pt idx="116">
                <c:v>47.385742186999998</c:v>
              </c:pt>
              <c:pt idx="117">
                <c:v>47.553710936999998</c:v>
              </c:pt>
              <c:pt idx="118">
                <c:v>48.235351561999998</c:v>
              </c:pt>
              <c:pt idx="119">
                <c:v>48.329101561999998</c:v>
              </c:pt>
              <c:pt idx="120">
                <c:v>48.732421875</c:v>
              </c:pt>
              <c:pt idx="121">
                <c:v>49.526367186999998</c:v>
              </c:pt>
              <c:pt idx="122">
                <c:v>49.749023436999998</c:v>
              </c:pt>
              <c:pt idx="123">
                <c:v>50.263671875</c:v>
              </c:pt>
              <c:pt idx="124">
                <c:v>50.37890625</c:v>
              </c:pt>
              <c:pt idx="125">
                <c:v>51.142578125</c:v>
              </c:pt>
              <c:pt idx="126">
                <c:v>51.33203125</c:v>
              </c:pt>
              <c:pt idx="127">
                <c:v>51.600585936999998</c:v>
              </c:pt>
              <c:pt idx="128">
                <c:v>52.349609375</c:v>
              </c:pt>
              <c:pt idx="129">
                <c:v>52.620117186999998</c:v>
              </c:pt>
              <c:pt idx="130">
                <c:v>52.802734375</c:v>
              </c:pt>
              <c:pt idx="131">
                <c:v>53.485351561999998</c:v>
              </c:pt>
              <c:pt idx="132">
                <c:v>53.66796875</c:v>
              </c:pt>
              <c:pt idx="133">
                <c:v>54.052734375</c:v>
              </c:pt>
              <c:pt idx="134">
                <c:v>54.54296875</c:v>
              </c:pt>
              <c:pt idx="135">
                <c:v>54.966796875</c:v>
              </c:pt>
              <c:pt idx="136">
                <c:v>55.387695311999998</c:v>
              </c:pt>
              <c:pt idx="137">
                <c:v>55.979492186999998</c:v>
              </c:pt>
              <c:pt idx="138">
                <c:v>56.087890625</c:v>
              </c:pt>
              <c:pt idx="139">
                <c:v>56.548828125</c:v>
              </c:pt>
              <c:pt idx="140">
                <c:v>57.255859375</c:v>
              </c:pt>
              <c:pt idx="141">
                <c:v>57.657226561999998</c:v>
              </c:pt>
              <c:pt idx="142">
                <c:v>57.684570311999998</c:v>
              </c:pt>
              <c:pt idx="143">
                <c:v>58.471679686999998</c:v>
              </c:pt>
              <c:pt idx="144">
                <c:v>58.775390625</c:v>
              </c:pt>
              <c:pt idx="145">
                <c:v>59.267578125</c:v>
              </c:pt>
              <c:pt idx="146">
                <c:v>59.442382811999998</c:v>
              </c:pt>
              <c:pt idx="147">
                <c:v>59.993164061999998</c:v>
              </c:pt>
              <c:pt idx="148">
                <c:v>60.4921875</c:v>
              </c:pt>
              <c:pt idx="149">
                <c:v>60.517578125</c:v>
              </c:pt>
              <c:pt idx="150">
                <c:v>61.310546875</c:v>
              </c:pt>
              <c:pt idx="151">
                <c:v>61.440429686999998</c:v>
              </c:pt>
              <c:pt idx="152">
                <c:v>61.791015625</c:v>
              </c:pt>
              <c:pt idx="153">
                <c:v>62.353515625</c:v>
              </c:pt>
              <c:pt idx="154">
                <c:v>62.625</c:v>
              </c:pt>
              <c:pt idx="155">
                <c:v>63.309570311999998</c:v>
              </c:pt>
              <c:pt idx="156">
                <c:v>63.436523436999998</c:v>
              </c:pt>
              <c:pt idx="157">
                <c:v>63.981445311999998</c:v>
              </c:pt>
              <c:pt idx="158">
                <c:v>64.259765625</c:v>
              </c:pt>
              <c:pt idx="159">
                <c:v>64.609375</c:v>
              </c:pt>
              <c:pt idx="160">
                <c:v>65.051757812000005</c:v>
              </c:pt>
              <c:pt idx="161">
                <c:v>65.52734375</c:v>
              </c:pt>
              <c:pt idx="162">
                <c:v>66.067382812000005</c:v>
              </c:pt>
              <c:pt idx="163">
                <c:v>66.247070312000005</c:v>
              </c:pt>
              <c:pt idx="164">
                <c:v>66.635742187000005</c:v>
              </c:pt>
              <c:pt idx="165">
                <c:v>67.280273437000005</c:v>
              </c:pt>
              <c:pt idx="166">
                <c:v>67.538085937000005</c:v>
              </c:pt>
              <c:pt idx="167">
                <c:v>68.092773437000005</c:v>
              </c:pt>
              <c:pt idx="168">
                <c:v>68.248046875</c:v>
              </c:pt>
              <c:pt idx="169">
                <c:v>68.642578125</c:v>
              </c:pt>
              <c:pt idx="170">
                <c:v>69.203125</c:v>
              </c:pt>
              <c:pt idx="171">
                <c:v>69.45703125</c:v>
              </c:pt>
              <c:pt idx="172">
                <c:v>70.217773437000005</c:v>
              </c:pt>
              <c:pt idx="173">
                <c:v>70.265625</c:v>
              </c:pt>
              <c:pt idx="174">
                <c:v>71.065429687000005</c:v>
              </c:pt>
              <c:pt idx="175">
                <c:v>71.41796875</c:v>
              </c:pt>
              <c:pt idx="176">
                <c:v>71.657226562000005</c:v>
              </c:pt>
              <c:pt idx="177">
                <c:v>72.28125</c:v>
              </c:pt>
              <c:pt idx="178">
                <c:v>72.342773437000005</c:v>
              </c:pt>
              <c:pt idx="179">
                <c:v>72.811523437000005</c:v>
              </c:pt>
              <c:pt idx="180">
                <c:v>73.141601562000005</c:v>
              </c:pt>
              <c:pt idx="181">
                <c:v>73.528320312000005</c:v>
              </c:pt>
              <c:pt idx="182">
                <c:v>73.940429687000005</c:v>
              </c:pt>
              <c:pt idx="183">
                <c:v>74.692382812000005</c:v>
              </c:pt>
              <c:pt idx="184">
                <c:v>74.958007812000005</c:v>
              </c:pt>
              <c:pt idx="185">
                <c:v>75.245117187000005</c:v>
              </c:pt>
              <c:pt idx="186">
                <c:v>75.92578125</c:v>
              </c:pt>
              <c:pt idx="187">
                <c:v>75.953125</c:v>
              </c:pt>
              <c:pt idx="188">
                <c:v>76.62890625</c:v>
              </c:pt>
              <c:pt idx="189">
                <c:v>76.922851562000005</c:v>
              </c:pt>
              <c:pt idx="190">
                <c:v>77.505859375</c:v>
              </c:pt>
              <c:pt idx="191">
                <c:v>77.635742187000005</c:v>
              </c:pt>
              <c:pt idx="192">
                <c:v>78.33203125</c:v>
              </c:pt>
              <c:pt idx="193">
                <c:v>78.73828125</c:v>
              </c:pt>
              <c:pt idx="194">
                <c:v>78.931640625</c:v>
              </c:pt>
              <c:pt idx="195">
                <c:v>79.33203125</c:v>
              </c:pt>
              <c:pt idx="196">
                <c:v>79.865234375</c:v>
              </c:pt>
              <c:pt idx="197">
                <c:v>80.080078125</c:v>
              </c:pt>
              <c:pt idx="198">
                <c:v>80.717773437000005</c:v>
              </c:pt>
              <c:pt idx="199">
                <c:v>81.216796875</c:v>
              </c:pt>
              <c:pt idx="200">
                <c:v>81.259765625</c:v>
              </c:pt>
              <c:pt idx="201">
                <c:v>82.017578125</c:v>
              </c:pt>
              <c:pt idx="202">
                <c:v>82.124023437000005</c:v>
              </c:pt>
              <c:pt idx="203">
                <c:v>82.578125</c:v>
              </c:pt>
              <c:pt idx="204">
                <c:v>83.180664062000005</c:v>
              </c:pt>
              <c:pt idx="205">
                <c:v>83.604492187000005</c:v>
              </c:pt>
              <c:pt idx="206">
                <c:v>83.6796875</c:v>
              </c:pt>
              <c:pt idx="207">
                <c:v>84.454101562000005</c:v>
              </c:pt>
              <c:pt idx="208">
                <c:v>84.485351562000005</c:v>
              </c:pt>
              <c:pt idx="209">
                <c:v>85.010742187000005</c:v>
              </c:pt>
              <c:pt idx="210">
                <c:v>85.428710937000005</c:v>
              </c:pt>
              <c:pt idx="211">
                <c:v>86.016601562000005</c:v>
              </c:pt>
              <c:pt idx="212">
                <c:v>86.48828125</c:v>
              </c:pt>
              <c:pt idx="213">
                <c:v>86.90234375</c:v>
              </c:pt>
              <c:pt idx="214">
                <c:v>87.241210937000005</c:v>
              </c:pt>
              <c:pt idx="215">
                <c:v>87.549804687000005</c:v>
              </c:pt>
              <c:pt idx="216">
                <c:v>87.90625</c:v>
              </c:pt>
              <c:pt idx="217">
                <c:v>88.1640625</c:v>
              </c:pt>
              <c:pt idx="218">
                <c:v>88.936523437000005</c:v>
              </c:pt>
              <c:pt idx="219">
                <c:v>89.114257812000005</c:v>
              </c:pt>
              <c:pt idx="220">
                <c:v>89.439453125</c:v>
              </c:pt>
              <c:pt idx="221">
                <c:v>90.084960937000005</c:v>
              </c:pt>
              <c:pt idx="222">
                <c:v>90.157226562000005</c:v>
              </c:pt>
              <c:pt idx="223">
                <c:v>90.951171875</c:v>
              </c:pt>
              <c:pt idx="224">
                <c:v>90.98828125</c:v>
              </c:pt>
              <c:pt idx="225">
                <c:v>91.504882812000005</c:v>
              </c:pt>
              <c:pt idx="226">
                <c:v>92.094726562000005</c:v>
              </c:pt>
              <c:pt idx="227">
                <c:v>92.268554687000005</c:v>
              </c:pt>
              <c:pt idx="228">
                <c:v>92.666015625</c:v>
              </c:pt>
              <c:pt idx="229">
                <c:v>93.250976562000005</c:v>
              </c:pt>
              <c:pt idx="230">
                <c:v>93.693359375</c:v>
              </c:pt>
              <c:pt idx="231">
                <c:v>94.124023437000005</c:v>
              </c:pt>
              <c:pt idx="232">
                <c:v>94.48828125</c:v>
              </c:pt>
              <c:pt idx="233">
                <c:v>94.708007812000005</c:v>
              </c:pt>
              <c:pt idx="234">
                <c:v>95.318359375</c:v>
              </c:pt>
              <c:pt idx="235">
                <c:v>95.8125</c:v>
              </c:pt>
              <c:pt idx="236">
                <c:v>96.208984375</c:v>
              </c:pt>
              <c:pt idx="237">
                <c:v>96.255859375</c:v>
              </c:pt>
              <c:pt idx="238">
                <c:v>96.754882812000005</c:v>
              </c:pt>
              <c:pt idx="239">
                <c:v>97.102539062000005</c:v>
              </c:pt>
              <c:pt idx="240">
                <c:v>97.862304687000005</c:v>
              </c:pt>
              <c:pt idx="241">
                <c:v>98.100585937000005</c:v>
              </c:pt>
              <c:pt idx="242">
                <c:v>98.677734375</c:v>
              </c:pt>
              <c:pt idx="243">
                <c:v>98.909179687000005</c:v>
              </c:pt>
              <c:pt idx="244">
                <c:v>99.108398437000005</c:v>
              </c:pt>
              <c:pt idx="245">
                <c:v>99.709960937000005</c:v>
              </c:pt>
              <c:pt idx="246">
                <c:v>100.30371093700001</c:v>
              </c:pt>
              <c:pt idx="247">
                <c:v>100.6484375</c:v>
              </c:pt>
              <c:pt idx="248">
                <c:v>100.9921875</c:v>
              </c:pt>
              <c:pt idx="249">
                <c:v>101.123046875</c:v>
              </c:pt>
              <c:pt idx="250">
                <c:v>101.791015625</c:v>
              </c:pt>
              <c:pt idx="251">
                <c:v>101.935546875</c:v>
              </c:pt>
              <c:pt idx="252">
                <c:v>102.6015625</c:v>
              </c:pt>
              <c:pt idx="253">
                <c:v>102.74609375</c:v>
              </c:pt>
              <c:pt idx="254">
                <c:v>103.53125</c:v>
              </c:pt>
              <c:pt idx="255">
                <c:v>103.78222656200001</c:v>
              </c:pt>
              <c:pt idx="256">
                <c:v>103.96972656200001</c:v>
              </c:pt>
              <c:pt idx="257">
                <c:v>104.65917968700001</c:v>
              </c:pt>
              <c:pt idx="258">
                <c:v>104.88769531200001</c:v>
              </c:pt>
              <c:pt idx="259">
                <c:v>105.556640625</c:v>
              </c:pt>
              <c:pt idx="260">
                <c:v>105.642578125</c:v>
              </c:pt>
              <c:pt idx="261">
                <c:v>106.21191406200001</c:v>
              </c:pt>
              <c:pt idx="262">
                <c:v>106.78515625</c:v>
              </c:pt>
              <c:pt idx="263">
                <c:v>107.03808593700001</c:v>
              </c:pt>
              <c:pt idx="264">
                <c:v>107.447265625</c:v>
              </c:pt>
              <c:pt idx="265">
                <c:v>107.6328125</c:v>
              </c:pt>
              <c:pt idx="266">
                <c:v>108.27734375</c:v>
              </c:pt>
              <c:pt idx="267">
                <c:v>108.76855468700001</c:v>
              </c:pt>
              <c:pt idx="268">
                <c:v>108.841796875</c:v>
              </c:pt>
              <c:pt idx="269">
                <c:v>109.47753906200001</c:v>
              </c:pt>
              <c:pt idx="270">
                <c:v>109.96484375</c:v>
              </c:pt>
              <c:pt idx="271">
                <c:v>110.10449218700001</c:v>
              </c:pt>
              <c:pt idx="272">
                <c:v>110.830078125</c:v>
              </c:pt>
              <c:pt idx="273">
                <c:v>110.892578125</c:v>
              </c:pt>
              <c:pt idx="274">
                <c:v>111.28417968700001</c:v>
              </c:pt>
              <c:pt idx="275">
                <c:v>111.884765625</c:v>
              </c:pt>
              <c:pt idx="276">
                <c:v>112.30859375</c:v>
              </c:pt>
              <c:pt idx="277">
                <c:v>112.53515625</c:v>
              </c:pt>
              <c:pt idx="278">
                <c:v>113.18261718700001</c:v>
              </c:pt>
              <c:pt idx="279">
                <c:v>113.45214843700001</c:v>
              </c:pt>
              <c:pt idx="280">
                <c:v>113.771484375</c:v>
              </c:pt>
              <c:pt idx="281">
                <c:v>114.185546875</c:v>
              </c:pt>
              <c:pt idx="282">
                <c:v>114.86230468700001</c:v>
              </c:pt>
              <c:pt idx="283">
                <c:v>115.00097656200001</c:v>
              </c:pt>
              <c:pt idx="284">
                <c:v>115.65722656200001</c:v>
              </c:pt>
              <c:pt idx="285">
                <c:v>116.12597656200001</c:v>
              </c:pt>
              <c:pt idx="286">
                <c:v>116.50390625</c:v>
              </c:pt>
              <c:pt idx="287">
                <c:v>116.611328125</c:v>
              </c:pt>
              <c:pt idx="288">
                <c:v>117.314453125</c:v>
              </c:pt>
              <c:pt idx="289">
                <c:v>117.74902343700001</c:v>
              </c:pt>
              <c:pt idx="290">
                <c:v>117.86425781200001</c:v>
              </c:pt>
              <c:pt idx="291">
                <c:v>118.21875</c:v>
              </c:pt>
              <c:pt idx="292">
                <c:v>118.787109375</c:v>
              </c:pt>
              <c:pt idx="293">
                <c:v>119.13671875</c:v>
              </c:pt>
              <c:pt idx="294">
                <c:v>119.703125</c:v>
              </c:pt>
              <c:pt idx="295">
                <c:v>119.96972656200001</c:v>
              </c:pt>
              <c:pt idx="296">
                <c:v>120.58691406200001</c:v>
              </c:pt>
              <c:pt idx="297">
                <c:v>120.80078125</c:v>
              </c:pt>
              <c:pt idx="298">
                <c:v>121.32519531200001</c:v>
              </c:pt>
              <c:pt idx="299">
                <c:v>121.52246093700001</c:v>
              </c:pt>
              <c:pt idx="300">
                <c:v>121.95996093700001</c:v>
              </c:pt>
              <c:pt idx="301">
                <c:v>122.40332031200001</c:v>
              </c:pt>
              <c:pt idx="302">
                <c:v>122.8359375</c:v>
              </c:pt>
              <c:pt idx="303">
                <c:v>123.41113281200001</c:v>
              </c:pt>
              <c:pt idx="304">
                <c:v>123.59863281200001</c:v>
              </c:pt>
              <c:pt idx="305">
                <c:v>123.99707031200001</c:v>
              </c:pt>
              <c:pt idx="306">
                <c:v>124.59765625</c:v>
              </c:pt>
              <c:pt idx="307">
                <c:v>124.87207031200001</c:v>
              </c:pt>
              <c:pt idx="308">
                <c:v>125.37207031200001</c:v>
              </c:pt>
              <c:pt idx="309">
                <c:v>125.52832031200001</c:v>
              </c:pt>
              <c:pt idx="310">
                <c:v>126.17675781200001</c:v>
              </c:pt>
              <c:pt idx="311">
                <c:v>126.50390625</c:v>
              </c:pt>
              <c:pt idx="312">
                <c:v>126.79296875</c:v>
              </c:pt>
              <c:pt idx="313">
                <c:v>127.44921875</c:v>
              </c:pt>
              <c:pt idx="314">
                <c:v>127.66113281200001</c:v>
              </c:pt>
              <c:pt idx="315">
                <c:v>128.32714843700001</c:v>
              </c:pt>
              <c:pt idx="316">
                <c:v>128.486328125</c:v>
              </c:pt>
              <c:pt idx="317">
                <c:v>128.95410156200001</c:v>
              </c:pt>
              <c:pt idx="318">
                <c:v>129.197265625</c:v>
              </c:pt>
              <c:pt idx="319">
                <c:v>129.63378906200001</c:v>
              </c:pt>
              <c:pt idx="320">
                <c:v>130.322265625</c:v>
              </c:pt>
              <c:pt idx="321">
                <c:v>130.55175781200001</c:v>
              </c:pt>
              <c:pt idx="322">
                <c:v>130.95019531200001</c:v>
              </c:pt>
              <c:pt idx="323">
                <c:v>131.1953125</c:v>
              </c:pt>
              <c:pt idx="324">
                <c:v>131.94433593700001</c:v>
              </c:pt>
              <c:pt idx="325">
                <c:v>132.23925781200001</c:v>
              </c:pt>
              <c:pt idx="326">
                <c:v>132.478515625</c:v>
              </c:pt>
              <c:pt idx="327">
                <c:v>133.16113281200001</c:v>
              </c:pt>
              <c:pt idx="328">
                <c:v>133.236328125</c:v>
              </c:pt>
              <c:pt idx="329">
                <c:v>133.927734375</c:v>
              </c:pt>
              <c:pt idx="330">
                <c:v>134.13769531200001</c:v>
              </c:pt>
              <c:pt idx="331">
                <c:v>134.74316406200001</c:v>
              </c:pt>
              <c:pt idx="332">
                <c:v>134.919921875</c:v>
              </c:pt>
              <c:pt idx="333">
                <c:v>135.63183593700001</c:v>
              </c:pt>
              <c:pt idx="334">
                <c:v>135.64746093700001</c:v>
              </c:pt>
              <c:pt idx="335">
                <c:v>136.21386718700001</c:v>
              </c:pt>
              <c:pt idx="336">
                <c:v>136.802734375</c:v>
              </c:pt>
              <c:pt idx="337">
                <c:v>137.14941406200001</c:v>
              </c:pt>
              <c:pt idx="338">
                <c:v>137.423828125</c:v>
              </c:pt>
              <c:pt idx="339">
                <c:v>138.00683593700001</c:v>
              </c:pt>
              <c:pt idx="340">
                <c:v>138.47265625</c:v>
              </c:pt>
              <c:pt idx="341">
                <c:v>138.54199218700001</c:v>
              </c:pt>
              <c:pt idx="342">
                <c:v>139.27734375</c:v>
              </c:pt>
              <c:pt idx="343">
                <c:v>139.40625</c:v>
              </c:pt>
              <c:pt idx="344">
                <c:v>139.76953125</c:v>
              </c:pt>
              <c:pt idx="345">
                <c:v>140.46386718700001</c:v>
              </c:pt>
              <c:pt idx="346">
                <c:v>140.51660156200001</c:v>
              </c:pt>
              <c:pt idx="347">
                <c:v>140.96191406200001</c:v>
              </c:pt>
              <c:pt idx="348">
                <c:v>141.486328125</c:v>
              </c:pt>
              <c:pt idx="349">
                <c:v>141.76074218700001</c:v>
              </c:pt>
              <c:pt idx="350">
                <c:v>142.41699218700001</c:v>
              </c:pt>
              <c:pt idx="351">
                <c:v>142.859375</c:v>
              </c:pt>
              <c:pt idx="352">
                <c:v>143.08300781200001</c:v>
              </c:pt>
              <c:pt idx="353">
                <c:v>143.58203125</c:v>
              </c:pt>
              <c:pt idx="354">
                <c:v>143.85253906200001</c:v>
              </c:pt>
              <c:pt idx="355">
                <c:v>144.52441406200001</c:v>
              </c:pt>
              <c:pt idx="356">
                <c:v>144.708984375</c:v>
              </c:pt>
              <c:pt idx="357">
                <c:v>145.369140625</c:v>
              </c:pt>
              <c:pt idx="358">
                <c:v>145.40234375</c:v>
              </c:pt>
              <c:pt idx="359">
                <c:v>146.197265625</c:v>
              </c:pt>
              <c:pt idx="360">
                <c:v>146.44140625</c:v>
              </c:pt>
              <c:pt idx="361">
                <c:v>146.72167968700001</c:v>
              </c:pt>
              <c:pt idx="362">
                <c:v>147.390625</c:v>
              </c:pt>
              <c:pt idx="363">
                <c:v>147.42089843700001</c:v>
              </c:pt>
              <c:pt idx="364">
                <c:v>148.16796875</c:v>
              </c:pt>
              <c:pt idx="365">
                <c:v>148.271484375</c:v>
              </c:pt>
              <c:pt idx="366">
                <c:v>149.03515625</c:v>
              </c:pt>
              <c:pt idx="367">
                <c:v>149.38183593700001</c:v>
              </c:pt>
              <c:pt idx="368">
                <c:v>149.556640625</c:v>
              </c:pt>
              <c:pt idx="369">
                <c:v>149.93847656200001</c:v>
              </c:pt>
              <c:pt idx="370">
                <c:v>150.64550781200001</c:v>
              </c:pt>
              <c:pt idx="371">
                <c:v>150.74121093700001</c:v>
              </c:pt>
              <c:pt idx="372">
                <c:v>151.421875</c:v>
              </c:pt>
              <c:pt idx="373">
                <c:v>151.787109375</c:v>
              </c:pt>
              <c:pt idx="374">
                <c:v>151.984375</c:v>
              </c:pt>
              <c:pt idx="375">
                <c:v>152.60546875</c:v>
              </c:pt>
              <c:pt idx="376">
                <c:v>153.10253906200001</c:v>
              </c:pt>
              <c:pt idx="377">
                <c:v>153.205078125</c:v>
              </c:pt>
              <c:pt idx="378">
                <c:v>153.54296875</c:v>
              </c:pt>
              <c:pt idx="379">
                <c:v>154.0390625</c:v>
              </c:pt>
              <c:pt idx="380">
                <c:v>154.38378906200001</c:v>
              </c:pt>
              <c:pt idx="381">
                <c:v>155.11816406200001</c:v>
              </c:pt>
              <c:pt idx="382">
                <c:v>155.15234375</c:v>
              </c:pt>
              <c:pt idx="383">
                <c:v>155.9140625</c:v>
              </c:pt>
              <c:pt idx="384">
                <c:v>156.18652343700001</c:v>
              </c:pt>
              <c:pt idx="385">
                <c:v>156.39941406200001</c:v>
              </c:pt>
              <c:pt idx="386">
                <c:v>157.03417968700001</c:v>
              </c:pt>
              <c:pt idx="387">
                <c:v>157.16796875</c:v>
              </c:pt>
              <c:pt idx="388">
                <c:v>157.71484375</c:v>
              </c:pt>
              <c:pt idx="389">
                <c:v>158.23339843700001</c:v>
              </c:pt>
              <c:pt idx="390">
                <c:v>158.408203125</c:v>
              </c:pt>
              <c:pt idx="391">
                <c:v>159.09277343700001</c:v>
              </c:pt>
              <c:pt idx="392">
                <c:v>159.2109375</c:v>
              </c:pt>
              <c:pt idx="393">
                <c:v>159.87597656200001</c:v>
              </c:pt>
              <c:pt idx="394">
                <c:v>160.07910156200001</c:v>
              </c:pt>
              <c:pt idx="395">
                <c:v>160.81347656200001</c:v>
              </c:pt>
              <c:pt idx="396">
                <c:v>161.048828125</c:v>
              </c:pt>
              <c:pt idx="397">
                <c:v>161.23046875</c:v>
              </c:pt>
              <c:pt idx="398">
                <c:v>161.89941406200001</c:v>
              </c:pt>
              <c:pt idx="399">
                <c:v>162.11621093700001</c:v>
              </c:pt>
              <c:pt idx="400">
                <c:v>162.845703125</c:v>
              </c:pt>
              <c:pt idx="401">
                <c:v>162.853515625</c:v>
              </c:pt>
              <c:pt idx="402">
                <c:v>163.41503906200001</c:v>
              </c:pt>
              <c:pt idx="403">
                <c:v>164.05175781200001</c:v>
              </c:pt>
              <c:pt idx="404">
                <c:v>164.470703125</c:v>
              </c:pt>
              <c:pt idx="405">
                <c:v>164.85253906200001</c:v>
              </c:pt>
              <c:pt idx="406">
                <c:v>164.890625</c:v>
              </c:pt>
              <c:pt idx="407">
                <c:v>165.646484375</c:v>
              </c:pt>
              <c:pt idx="408">
                <c:v>165.78808593700001</c:v>
              </c:pt>
              <c:pt idx="409">
                <c:v>166.13769531200001</c:v>
              </c:pt>
              <c:pt idx="410">
                <c:v>166.75292968700001</c:v>
              </c:pt>
              <c:pt idx="411">
                <c:v>167.099609375</c:v>
              </c:pt>
              <c:pt idx="412">
                <c:v>167.39746093700001</c:v>
              </c:pt>
              <c:pt idx="413">
                <c:v>168.033203125</c:v>
              </c:pt>
              <c:pt idx="414">
                <c:v>168.17578125</c:v>
              </c:pt>
              <c:pt idx="415">
                <c:v>168.556640625</c:v>
              </c:pt>
              <c:pt idx="416">
                <c:v>169.09082031200001</c:v>
              </c:pt>
              <c:pt idx="417">
                <c:v>169.51464843700001</c:v>
              </c:pt>
              <c:pt idx="418">
                <c:v>169.888671875</c:v>
              </c:pt>
              <c:pt idx="419">
                <c:v>170.38671875</c:v>
              </c:pt>
              <c:pt idx="420">
                <c:v>170.65917968700001</c:v>
              </c:pt>
              <c:pt idx="421">
                <c:v>170.974609375</c:v>
              </c:pt>
              <c:pt idx="422">
                <c:v>171.43066406200001</c:v>
              </c:pt>
              <c:pt idx="423">
                <c:v>172.009765625</c:v>
              </c:pt>
              <c:pt idx="424">
                <c:v>172.21191406200001</c:v>
              </c:pt>
              <c:pt idx="425">
                <c:v>172.986328125</c:v>
              </c:pt>
              <c:pt idx="426">
                <c:v>173.35449218700001</c:v>
              </c:pt>
              <c:pt idx="427">
                <c:v>173.81347656200001</c:v>
              </c:pt>
              <c:pt idx="428">
                <c:v>174.03417968700001</c:v>
              </c:pt>
              <c:pt idx="429">
                <c:v>174.51171875</c:v>
              </c:pt>
              <c:pt idx="430">
                <c:v>175.009765625</c:v>
              </c:pt>
              <c:pt idx="431">
                <c:v>175.08496093700001</c:v>
              </c:pt>
              <c:pt idx="432">
                <c:v>175.47949218700001</c:v>
              </c:pt>
              <c:pt idx="433">
                <c:v>176.04785156200001</c:v>
              </c:pt>
              <c:pt idx="434">
                <c:v>176.375</c:v>
              </c:pt>
              <c:pt idx="435">
                <c:v>176.96191406200001</c:v>
              </c:pt>
              <c:pt idx="436">
                <c:v>177.23339843700001</c:v>
              </c:pt>
              <c:pt idx="437">
                <c:v>177.65332031200001</c:v>
              </c:pt>
              <c:pt idx="438">
                <c:v>178.23144531200001</c:v>
              </c:pt>
              <c:pt idx="439">
                <c:v>178.576171875</c:v>
              </c:pt>
              <c:pt idx="440">
                <c:v>178.87890625</c:v>
              </c:pt>
              <c:pt idx="441">
                <c:v>179.46484375</c:v>
              </c:pt>
              <c:pt idx="442">
                <c:v>179.57128906200001</c:v>
              </c:pt>
              <c:pt idx="443">
                <c:v>180.23535156200001</c:v>
              </c:pt>
              <c:pt idx="444">
                <c:v>180.478515625</c:v>
              </c:pt>
              <c:pt idx="445">
                <c:v>180.87890625</c:v>
              </c:pt>
              <c:pt idx="446">
                <c:v>181.3203125</c:v>
              </c:pt>
              <c:pt idx="447">
                <c:v>181.884765625</c:v>
              </c:pt>
              <c:pt idx="448">
                <c:v>182.19042968700001</c:v>
              </c:pt>
              <c:pt idx="449">
                <c:v>182.740234375</c:v>
              </c:pt>
              <c:pt idx="450">
                <c:v>182.787109375</c:v>
              </c:pt>
              <c:pt idx="451">
                <c:v>183.33691406200001</c:v>
              </c:pt>
              <c:pt idx="452">
                <c:v>183.84472656200001</c:v>
              </c:pt>
              <c:pt idx="453">
                <c:v>183.986328125</c:v>
              </c:pt>
              <c:pt idx="454">
                <c:v>184.74316406200001</c:v>
              </c:pt>
              <c:pt idx="455">
                <c:v>184.787109375</c:v>
              </c:pt>
              <c:pt idx="456">
                <c:v>185.201171875</c:v>
              </c:pt>
              <c:pt idx="457">
                <c:v>185.880859375</c:v>
              </c:pt>
              <c:pt idx="458">
                <c:v>186.17089843700001</c:v>
              </c:pt>
              <c:pt idx="459">
                <c:v>186.75683593700001</c:v>
              </c:pt>
              <c:pt idx="460">
                <c:v>187.09375</c:v>
              </c:pt>
              <c:pt idx="461">
                <c:v>187.505859375</c:v>
              </c:pt>
              <c:pt idx="462">
                <c:v>187.93359375</c:v>
              </c:pt>
              <c:pt idx="463">
                <c:v>188.41699218700001</c:v>
              </c:pt>
              <c:pt idx="464">
                <c:v>188.56738281200001</c:v>
              </c:pt>
              <c:pt idx="465">
                <c:v>189.02050781200001</c:v>
              </c:pt>
              <c:pt idx="466">
                <c:v>189.640625</c:v>
              </c:pt>
              <c:pt idx="467">
                <c:v>189.76660156200001</c:v>
              </c:pt>
              <c:pt idx="468">
                <c:v>190.31738281200001</c:v>
              </c:pt>
              <c:pt idx="469">
                <c:v>190.62597656200001</c:v>
              </c:pt>
              <c:pt idx="470">
                <c:v>190.87597656200001</c:v>
              </c:pt>
              <c:pt idx="471">
                <c:v>191.609375</c:v>
              </c:pt>
              <c:pt idx="472">
                <c:v>191.73828125</c:v>
              </c:pt>
              <c:pt idx="473">
                <c:v>192.12988281200001</c:v>
              </c:pt>
              <c:pt idx="474">
                <c:v>192.8984375</c:v>
              </c:pt>
              <c:pt idx="475">
                <c:v>193.134765625</c:v>
              </c:pt>
              <c:pt idx="476">
                <c:v>193.65625</c:v>
              </c:pt>
              <c:pt idx="477">
                <c:v>193.720703125</c:v>
              </c:pt>
              <c:pt idx="478">
                <c:v>194.1953125</c:v>
              </c:pt>
              <c:pt idx="479">
                <c:v>194.8828125</c:v>
              </c:pt>
              <c:pt idx="480">
                <c:v>194.939453125</c:v>
              </c:pt>
              <c:pt idx="481">
                <c:v>195.70214843700001</c:v>
              </c:pt>
              <c:pt idx="482">
                <c:v>195.97265625</c:v>
              </c:pt>
              <c:pt idx="483">
                <c:v>196.21875</c:v>
              </c:pt>
              <c:pt idx="484">
                <c:v>196.94628906200001</c:v>
              </c:pt>
              <c:pt idx="485">
                <c:v>197.01464843700001</c:v>
              </c:pt>
              <c:pt idx="486">
                <c:v>197.37890625</c:v>
              </c:pt>
              <c:pt idx="487">
                <c:v>197.89746093700001</c:v>
              </c:pt>
              <c:pt idx="488">
                <c:v>198.455078125</c:v>
              </c:pt>
              <c:pt idx="489">
                <c:v>198.85839843700001</c:v>
              </c:pt>
              <c:pt idx="490">
                <c:v>199.181640625</c:v>
              </c:pt>
              <c:pt idx="491">
                <c:v>199.794921875</c:v>
              </c:pt>
              <c:pt idx="492">
                <c:v>199.81933593700001</c:v>
              </c:pt>
              <c:pt idx="493">
                <c:v>200.32421875</c:v>
              </c:pt>
              <c:pt idx="494">
                <c:v>200.95410156200001</c:v>
              </c:pt>
              <c:pt idx="495">
                <c:v>201.02636718700001</c:v>
              </c:pt>
              <c:pt idx="496">
                <c:v>201.80078125</c:v>
              </c:pt>
              <c:pt idx="497">
                <c:v>202.1640625</c:v>
              </c:pt>
              <c:pt idx="498">
                <c:v>202.59472656200001</c:v>
              </c:pt>
              <c:pt idx="499">
                <c:v>202.84863281200001</c:v>
              </c:pt>
              <c:pt idx="500">
                <c:v>203.37109375</c:v>
              </c:pt>
              <c:pt idx="501">
                <c:v>203.85449218700001</c:v>
              </c:pt>
              <c:pt idx="502">
                <c:v>203.89355468700001</c:v>
              </c:pt>
              <c:pt idx="503">
                <c:v>204.67480468700001</c:v>
              </c:pt>
              <c:pt idx="504">
                <c:v>204.81640625</c:v>
              </c:pt>
              <c:pt idx="505">
                <c:v>205.14355468700001</c:v>
              </c:pt>
              <c:pt idx="506">
                <c:v>205.66699218700001</c:v>
              </c:pt>
              <c:pt idx="507">
                <c:v>205.921875</c:v>
              </c:pt>
              <c:pt idx="508">
                <c:v>206.37207031200001</c:v>
              </c:pt>
              <c:pt idx="509">
                <c:v>206.87988281200001</c:v>
              </c:pt>
              <c:pt idx="510">
                <c:v>207.462890625</c:v>
              </c:pt>
              <c:pt idx="511">
                <c:v>207.708984375</c:v>
              </c:pt>
              <c:pt idx="512">
                <c:v>208.248046875</c:v>
              </c:pt>
              <c:pt idx="513">
                <c:v>208.4140625</c:v>
              </c:pt>
              <c:pt idx="514">
                <c:v>209.14453125</c:v>
              </c:pt>
              <c:pt idx="515">
                <c:v>209.421875</c:v>
              </c:pt>
              <c:pt idx="516">
                <c:v>209.93261718700001</c:v>
              </c:pt>
              <c:pt idx="517">
                <c:v>210.00488281200001</c:v>
              </c:pt>
              <c:pt idx="518">
                <c:v>210.76660156200001</c:v>
              </c:pt>
              <c:pt idx="519">
                <c:v>210.89453125</c:v>
              </c:pt>
              <c:pt idx="520">
                <c:v>211.42578125</c:v>
              </c:pt>
              <c:pt idx="521">
                <c:v>211.58984375</c:v>
              </c:pt>
              <c:pt idx="522">
                <c:v>212.15136718700001</c:v>
              </c:pt>
              <c:pt idx="523">
                <c:v>212.564453125</c:v>
              </c:pt>
              <c:pt idx="524">
                <c:v>212.8671875</c:v>
              </c:pt>
              <c:pt idx="525">
                <c:v>213.49609375</c:v>
              </c:pt>
              <c:pt idx="526">
                <c:v>213.80761718700001</c:v>
              </c:pt>
              <c:pt idx="527">
                <c:v>214.38671875</c:v>
              </c:pt>
              <c:pt idx="528">
                <c:v>214.7421875</c:v>
              </c:pt>
              <c:pt idx="529">
                <c:v>214.9140625</c:v>
              </c:pt>
              <c:pt idx="530">
                <c:v>215.46484375</c:v>
              </c:pt>
              <c:pt idx="531">
                <c:v>215.7265625</c:v>
              </c:pt>
              <c:pt idx="532">
                <c:v>216.27246093700001</c:v>
              </c:pt>
              <c:pt idx="533">
                <c:v>216.64746093700001</c:v>
              </c:pt>
              <c:pt idx="534">
                <c:v>217.234375</c:v>
              </c:pt>
              <c:pt idx="535">
                <c:v>217.30761718700001</c:v>
              </c:pt>
              <c:pt idx="536">
                <c:v>217.76074218700001</c:v>
              </c:pt>
              <c:pt idx="537">
                <c:v>218.41308593700001</c:v>
              </c:pt>
              <c:pt idx="538">
                <c:v>218.53808593700001</c:v>
              </c:pt>
              <c:pt idx="539">
                <c:v>219.26855468700001</c:v>
              </c:pt>
              <c:pt idx="540">
                <c:v>219.39453125</c:v>
              </c:pt>
              <c:pt idx="541">
                <c:v>220.10253906200001</c:v>
              </c:pt>
              <c:pt idx="542">
                <c:v>220.306640625</c:v>
              </c:pt>
              <c:pt idx="543">
                <c:v>220.67578125</c:v>
              </c:pt>
              <c:pt idx="544">
                <c:v>220.96191406200001</c:v>
              </c:pt>
              <c:pt idx="545">
                <c:v>221.68457031200001</c:v>
              </c:pt>
              <c:pt idx="546">
                <c:v>222.12109375</c:v>
              </c:pt>
              <c:pt idx="547">
                <c:v>222.4921875</c:v>
              </c:pt>
              <c:pt idx="548">
                <c:v>222.61230468700001</c:v>
              </c:pt>
              <c:pt idx="549">
                <c:v>223.33886718700001</c:v>
              </c:pt>
              <c:pt idx="550">
                <c:v>223.57519531200001</c:v>
              </c:pt>
              <c:pt idx="551">
                <c:v>224.08496093700001</c:v>
              </c:pt>
              <c:pt idx="552">
                <c:v>224.57324218700001</c:v>
              </c:pt>
              <c:pt idx="553">
                <c:v>224.783203125</c:v>
              </c:pt>
              <c:pt idx="554">
                <c:v>225.01464843700001</c:v>
              </c:pt>
              <c:pt idx="555">
                <c:v>225.75878906200001</c:v>
              </c:pt>
              <c:pt idx="556">
                <c:v>226.02832031200001</c:v>
              </c:pt>
              <c:pt idx="557">
                <c:v>226.20800781200001</c:v>
              </c:pt>
              <c:pt idx="558">
                <c:v>226.736328125</c:v>
              </c:pt>
              <c:pt idx="559">
                <c:v>227.15917968700001</c:v>
              </c:pt>
              <c:pt idx="560">
                <c:v>227.6953125</c:v>
              </c:pt>
              <c:pt idx="561">
                <c:v>228.03417968700001</c:v>
              </c:pt>
              <c:pt idx="562">
                <c:v>228.24707031200001</c:v>
              </c:pt>
              <c:pt idx="563">
                <c:v>228.72363281200001</c:v>
              </c:pt>
              <c:pt idx="564">
                <c:v>229.1640625</c:v>
              </c:pt>
              <c:pt idx="565">
                <c:v>229.56738281200001</c:v>
              </c:pt>
              <c:pt idx="566">
                <c:v>229.869140625</c:v>
              </c:pt>
              <c:pt idx="567">
                <c:v>230.46191406200001</c:v>
              </c:pt>
              <c:pt idx="568">
                <c:v>231.01464843700001</c:v>
              </c:pt>
              <c:pt idx="569">
                <c:v>231.37792968700001</c:v>
              </c:pt>
              <c:pt idx="570">
                <c:v>231.484375</c:v>
              </c:pt>
              <c:pt idx="571">
                <c:v>232.19433593700001</c:v>
              </c:pt>
              <c:pt idx="572">
                <c:v>232.69628906200001</c:v>
              </c:pt>
              <c:pt idx="573">
                <c:v>232.7109375</c:v>
              </c:pt>
              <c:pt idx="574">
                <c:v>233.51269531200001</c:v>
              </c:pt>
              <c:pt idx="575">
                <c:v>233.673828125</c:v>
              </c:pt>
              <c:pt idx="576">
                <c:v>234.00097656200001</c:v>
              </c:pt>
              <c:pt idx="577">
                <c:v>234.57714843700001</c:v>
              </c:pt>
              <c:pt idx="578">
                <c:v>234.86230468700001</c:v>
              </c:pt>
              <c:pt idx="579">
                <c:v>235.39355468700001</c:v>
              </c:pt>
              <c:pt idx="580">
                <c:v>235.60058593700001</c:v>
              </c:pt>
              <c:pt idx="581">
                <c:v>236.052734375</c:v>
              </c:pt>
              <c:pt idx="582">
                <c:v>236.521484375</c:v>
              </c:pt>
              <c:pt idx="583">
                <c:v>237.16308593700001</c:v>
              </c:pt>
              <c:pt idx="584">
                <c:v>237.244140625</c:v>
              </c:pt>
              <c:pt idx="585">
                <c:v>237.923828125</c:v>
              </c:pt>
              <c:pt idx="586">
                <c:v>238.34277343700001</c:v>
              </c:pt>
              <c:pt idx="587">
                <c:v>238.529296875</c:v>
              </c:pt>
              <c:pt idx="588">
                <c:v>238.92675781200001</c:v>
              </c:pt>
              <c:pt idx="589">
                <c:v>239.52636718700001</c:v>
              </c:pt>
              <c:pt idx="590">
                <c:v>239.81738281200001</c:v>
              </c:pt>
              <c:pt idx="591">
                <c:v>240.34765625</c:v>
              </c:pt>
              <c:pt idx="592">
                <c:v>240.41699218700001</c:v>
              </c:pt>
              <c:pt idx="593">
                <c:v>240.82421875</c:v>
              </c:pt>
              <c:pt idx="594">
                <c:v>241.46972656200001</c:v>
              </c:pt>
              <c:pt idx="595">
                <c:v>241.66015625</c:v>
              </c:pt>
              <c:pt idx="596">
                <c:v>242.412109375</c:v>
              </c:pt>
              <c:pt idx="597">
                <c:v>242.50488281200001</c:v>
              </c:pt>
              <c:pt idx="598">
                <c:v>242.85449218700001</c:v>
              </c:pt>
              <c:pt idx="599">
                <c:v>243.439453125</c:v>
              </c:pt>
              <c:pt idx="600">
                <c:v>243.98925781200001</c:v>
              </c:pt>
              <c:pt idx="601">
                <c:v>244.44238281200001</c:v>
              </c:pt>
              <c:pt idx="602">
                <c:v>244.66015625</c:v>
              </c:pt>
              <c:pt idx="603">
                <c:v>244.93261718700001</c:v>
              </c:pt>
              <c:pt idx="604">
                <c:v>245.59472656200001</c:v>
              </c:pt>
              <c:pt idx="605">
                <c:v>246.1015625</c:v>
              </c:pt>
              <c:pt idx="606">
                <c:v>246.22949218700001</c:v>
              </c:pt>
              <c:pt idx="607">
                <c:v>246.80566406200001</c:v>
              </c:pt>
              <c:pt idx="608">
                <c:v>247.22167968700001</c:v>
              </c:pt>
              <c:pt idx="609">
                <c:v>247.45703125</c:v>
              </c:pt>
              <c:pt idx="610">
                <c:v>247.80859375</c:v>
              </c:pt>
              <c:pt idx="611">
                <c:v>248.29003906200001</c:v>
              </c:pt>
              <c:pt idx="612">
                <c:v>248.55859375</c:v>
              </c:pt>
              <c:pt idx="613">
                <c:v>249.22363281200001</c:v>
              </c:pt>
              <c:pt idx="614">
                <c:v>249.40136718700001</c:v>
              </c:pt>
              <c:pt idx="615">
                <c:v>249.87988281200001</c:v>
              </c:pt>
              <c:pt idx="616">
                <c:v>250.51855468700001</c:v>
              </c:pt>
              <c:pt idx="617">
                <c:v>250.826171875</c:v>
              </c:pt>
              <c:pt idx="618">
                <c:v>251.35546875</c:v>
              </c:pt>
              <c:pt idx="619">
                <c:v>251.42675781200001</c:v>
              </c:pt>
              <c:pt idx="620">
                <c:v>252.166015625</c:v>
              </c:pt>
              <c:pt idx="621">
                <c:v>252.390625</c:v>
              </c:pt>
              <c:pt idx="622">
                <c:v>252.60253906200001</c:v>
              </c:pt>
              <c:pt idx="623">
                <c:v>253.40917968700001</c:v>
              </c:pt>
              <c:pt idx="624">
                <c:v>253.697265625</c:v>
              </c:pt>
              <c:pt idx="625">
                <c:v>253.92871093700001</c:v>
              </c:pt>
              <c:pt idx="626">
                <c:v>254.58203125</c:v>
              </c:pt>
              <c:pt idx="627">
                <c:v>254.67578125</c:v>
              </c:pt>
              <c:pt idx="628">
                <c:v>255.08105468700001</c:v>
              </c:pt>
              <c:pt idx="629">
                <c:v>255.658203125</c:v>
              </c:pt>
              <c:pt idx="630">
                <c:v>255.8515625</c:v>
              </c:pt>
              <c:pt idx="631">
                <c:v>256.26171875</c:v>
              </c:pt>
              <c:pt idx="632">
                <c:v>256.955078125</c:v>
              </c:pt>
              <c:pt idx="633">
                <c:v>257.21386718700001</c:v>
              </c:pt>
              <c:pt idx="634">
                <c:v>257.8359375</c:v>
              </c:pt>
              <c:pt idx="635">
                <c:v>258.150390625</c:v>
              </c:pt>
              <c:pt idx="636">
                <c:v>258.6015625</c:v>
              </c:pt>
              <c:pt idx="637">
                <c:v>258.974609375</c:v>
              </c:pt>
              <c:pt idx="638">
                <c:v>259.390625</c:v>
              </c:pt>
              <c:pt idx="639">
                <c:v>259.8828125</c:v>
              </c:pt>
              <c:pt idx="640">
                <c:v>260.31542968700001</c:v>
              </c:pt>
              <c:pt idx="641">
                <c:v>260.416015625</c:v>
              </c:pt>
              <c:pt idx="642">
                <c:v>261.11621093700001</c:v>
              </c:pt>
              <c:pt idx="643">
                <c:v>261.498046875</c:v>
              </c:pt>
              <c:pt idx="644">
                <c:v>261.697265625</c:v>
              </c:pt>
              <c:pt idx="645">
                <c:v>262.001953125</c:v>
              </c:pt>
              <c:pt idx="646">
                <c:v>262.64550781200001</c:v>
              </c:pt>
              <c:pt idx="647">
                <c:v>262.767578125</c:v>
              </c:pt>
              <c:pt idx="648">
                <c:v>263.541015625</c:v>
              </c:pt>
              <c:pt idx="649">
                <c:v>263.625</c:v>
              </c:pt>
              <c:pt idx="650">
                <c:v>264.00683593700001</c:v>
              </c:pt>
              <c:pt idx="651">
                <c:v>264.67578125</c:v>
              </c:pt>
              <c:pt idx="652">
                <c:v>265.185546875</c:v>
              </c:pt>
              <c:pt idx="653">
                <c:v>265.39746093700001</c:v>
              </c:pt>
              <c:pt idx="654">
                <c:v>265.8515625</c:v>
              </c:pt>
              <c:pt idx="655">
                <c:v>266.09765625</c:v>
              </c:pt>
              <c:pt idx="656">
                <c:v>266.74902343700001</c:v>
              </c:pt>
              <c:pt idx="657">
                <c:v>267.11035156200001</c:v>
              </c:pt>
              <c:pt idx="658">
                <c:v>267.32714843700001</c:v>
              </c:pt>
              <c:pt idx="659">
                <c:v>267.943359375</c:v>
              </c:pt>
              <c:pt idx="660">
                <c:v>268.412109375</c:v>
              </c:pt>
              <c:pt idx="661">
                <c:v>268.52050781200001</c:v>
              </c:pt>
              <c:pt idx="662">
                <c:v>268.84863281200001</c:v>
              </c:pt>
              <c:pt idx="663">
                <c:v>269.365234375</c:v>
              </c:pt>
              <c:pt idx="664">
                <c:v>269.72753906200001</c:v>
              </c:pt>
              <c:pt idx="665">
                <c:v>270.08984375</c:v>
              </c:pt>
              <c:pt idx="666">
                <c:v>270.50488281200001</c:v>
              </c:pt>
              <c:pt idx="667">
                <c:v>270.90332031200001</c:v>
              </c:pt>
              <c:pt idx="668">
                <c:v>271.498046875</c:v>
              </c:pt>
              <c:pt idx="669">
                <c:v>271.73535156200001</c:v>
              </c:pt>
              <c:pt idx="670">
                <c:v>272.47753906200001</c:v>
              </c:pt>
              <c:pt idx="671">
                <c:v>272.57324218700001</c:v>
              </c:pt>
              <c:pt idx="672">
                <c:v>273.18066406200001</c:v>
              </c:pt>
              <c:pt idx="673">
                <c:v>273.71386718700001</c:v>
              </c:pt>
              <c:pt idx="674">
                <c:v>273.810546875</c:v>
              </c:pt>
              <c:pt idx="675">
                <c:v>274.51171875</c:v>
              </c:pt>
              <c:pt idx="676">
                <c:v>274.62890625</c:v>
              </c:pt>
              <c:pt idx="677">
                <c:v>275.32519531200001</c:v>
              </c:pt>
              <c:pt idx="678">
                <c:v>275.51074218700001</c:v>
              </c:pt>
              <c:pt idx="679">
                <c:v>276.14746093700001</c:v>
              </c:pt>
              <c:pt idx="680">
                <c:v>276.34472656200001</c:v>
              </c:pt>
              <c:pt idx="681">
                <c:v>276.587890625</c:v>
              </c:pt>
              <c:pt idx="682">
                <c:v>277.228515625</c:v>
              </c:pt>
              <c:pt idx="683">
                <c:v>277.5390625</c:v>
              </c:pt>
              <c:pt idx="684">
                <c:v>278.181640625</c:v>
              </c:pt>
              <c:pt idx="685">
                <c:v>278.267578125</c:v>
              </c:pt>
              <c:pt idx="686">
                <c:v>278.830078125</c:v>
              </c:pt>
              <c:pt idx="687">
                <c:v>279.14550781200001</c:v>
              </c:pt>
              <c:pt idx="688">
                <c:v>279.75292968700001</c:v>
              </c:pt>
              <c:pt idx="689">
                <c:v>280.146484375</c:v>
              </c:pt>
              <c:pt idx="690">
                <c:v>280.40527343700001</c:v>
              </c:pt>
              <c:pt idx="691">
                <c:v>280.623046875</c:v>
              </c:pt>
              <c:pt idx="692">
                <c:v>281.34667968700001</c:v>
              </c:pt>
              <c:pt idx="693">
                <c:v>281.44628906200001</c:v>
              </c:pt>
              <c:pt idx="694">
                <c:v>282.23339843700001</c:v>
              </c:pt>
              <c:pt idx="695">
                <c:v>282.619140625</c:v>
              </c:pt>
              <c:pt idx="696">
                <c:v>282.67285156200001</c:v>
              </c:pt>
              <c:pt idx="697">
                <c:v>283.42480468700001</c:v>
              </c:pt>
              <c:pt idx="698">
                <c:v>283.69628906200001</c:v>
              </c:pt>
              <c:pt idx="699">
                <c:v>283.966796875</c:v>
              </c:pt>
              <c:pt idx="700">
                <c:v>284.67089843700001</c:v>
              </c:pt>
              <c:pt idx="701">
                <c:v>284.697265625</c:v>
              </c:pt>
              <c:pt idx="702">
                <c:v>285.12207031200001</c:v>
              </c:pt>
              <c:pt idx="703">
                <c:v>285.68652343700001</c:v>
              </c:pt>
              <c:pt idx="704">
                <c:v>286.23730468700001</c:v>
              </c:pt>
              <c:pt idx="705">
                <c:v>286.4140625</c:v>
              </c:pt>
              <c:pt idx="706">
                <c:v>286.77832031200001</c:v>
              </c:pt>
              <c:pt idx="707">
                <c:v>287.505859375</c:v>
              </c:pt>
              <c:pt idx="708">
                <c:v>287.84472656200001</c:v>
              </c:pt>
              <c:pt idx="709">
                <c:v>288.27441406200001</c:v>
              </c:pt>
              <c:pt idx="710">
                <c:v>288.43847656200001</c:v>
              </c:pt>
              <c:pt idx="711">
                <c:v>288.9921875</c:v>
              </c:pt>
              <c:pt idx="712">
                <c:v>289.51171875</c:v>
              </c:pt>
              <c:pt idx="713">
                <c:v>289.66308593700001</c:v>
              </c:pt>
              <c:pt idx="714">
                <c:v>290.17089843700001</c:v>
              </c:pt>
              <c:pt idx="715">
                <c:v>290.697265625</c:v>
              </c:pt>
              <c:pt idx="716">
                <c:v>290.779296875</c:v>
              </c:pt>
              <c:pt idx="717">
                <c:v>291.529296875</c:v>
              </c:pt>
              <c:pt idx="718">
                <c:v>291.685546875</c:v>
              </c:pt>
              <c:pt idx="719">
                <c:v>292.046875</c:v>
              </c:pt>
              <c:pt idx="720">
                <c:v>292.5703125</c:v>
              </c:pt>
              <c:pt idx="721">
                <c:v>292.83984375</c:v>
              </c:pt>
              <c:pt idx="722">
                <c:v>293.583984375</c:v>
              </c:pt>
              <c:pt idx="723">
                <c:v>293.74707031200001</c:v>
              </c:pt>
              <c:pt idx="724">
                <c:v>294.033203125</c:v>
              </c:pt>
              <c:pt idx="725">
                <c:v>294.513671875</c:v>
              </c:pt>
              <c:pt idx="726">
                <c:v>294.8828125</c:v>
              </c:pt>
              <c:pt idx="727">
                <c:v>295.333984375</c:v>
              </c:pt>
              <c:pt idx="728">
                <c:v>295.94433593700001</c:v>
              </c:pt>
              <c:pt idx="729">
                <c:v>296.353515625</c:v>
              </c:pt>
              <c:pt idx="730">
                <c:v>296.86425781200001</c:v>
              </c:pt>
              <c:pt idx="731">
                <c:v>296.95703125</c:v>
              </c:pt>
              <c:pt idx="732">
                <c:v>297.521484375</c:v>
              </c:pt>
              <c:pt idx="733">
                <c:v>297.83300781200001</c:v>
              </c:pt>
              <c:pt idx="734">
                <c:v>298.380859375</c:v>
              </c:pt>
              <c:pt idx="735">
                <c:v>298.53808593700001</c:v>
              </c:pt>
              <c:pt idx="736">
                <c:v>299.20605468700001</c:v>
              </c:pt>
              <c:pt idx="737">
                <c:v>299.48535156200001</c:v>
              </c:pt>
              <c:pt idx="738">
                <c:v>299.75</c:v>
              </c:pt>
              <c:pt idx="739">
                <c:v>300.48535156200001</c:v>
              </c:pt>
              <c:pt idx="740">
                <c:v>300.53613281200001</c:v>
              </c:pt>
              <c:pt idx="741">
                <c:v>301.294921875</c:v>
              </c:pt>
              <c:pt idx="742">
                <c:v>301.638671875</c:v>
              </c:pt>
              <c:pt idx="743">
                <c:v>301.76074218700001</c:v>
              </c:pt>
              <c:pt idx="744">
                <c:v>302.27636718700001</c:v>
              </c:pt>
              <c:pt idx="745">
                <c:v>302.68066406200001</c:v>
              </c:pt>
              <c:pt idx="746">
                <c:v>303.009765625</c:v>
              </c:pt>
              <c:pt idx="747">
                <c:v>303.57324218700001</c:v>
              </c:pt>
              <c:pt idx="748">
                <c:v>303.7890625</c:v>
              </c:pt>
              <c:pt idx="749">
                <c:v>304.32324218700001</c:v>
              </c:pt>
              <c:pt idx="750">
                <c:v>304.76953125</c:v>
              </c:pt>
              <c:pt idx="751">
                <c:v>305.37011718700001</c:v>
              </c:pt>
              <c:pt idx="752">
                <c:v>305.427734375</c:v>
              </c:pt>
              <c:pt idx="753">
                <c:v>305.95214843700001</c:v>
              </c:pt>
              <c:pt idx="754">
                <c:v>306.3203125</c:v>
              </c:pt>
              <c:pt idx="755">
                <c:v>306.640625</c:v>
              </c:pt>
              <c:pt idx="756">
                <c:v>307.302734375</c:v>
              </c:pt>
              <c:pt idx="757">
                <c:v>307.49707031200001</c:v>
              </c:pt>
              <c:pt idx="758">
                <c:v>307.92480468700001</c:v>
              </c:pt>
              <c:pt idx="759">
                <c:v>308.59863281200001</c:v>
              </c:pt>
              <c:pt idx="760">
                <c:v>308.958984375</c:v>
              </c:pt>
              <c:pt idx="761">
                <c:v>309.43847656200001</c:v>
              </c:pt>
              <c:pt idx="762">
                <c:v>309.57421875</c:v>
              </c:pt>
              <c:pt idx="763">
                <c:v>310.08203125</c:v>
              </c:pt>
              <c:pt idx="764">
                <c:v>310.58886718700001</c:v>
              </c:pt>
              <c:pt idx="765">
                <c:v>310.71484375</c:v>
              </c:pt>
              <c:pt idx="766">
                <c:v>311.30761718700001</c:v>
              </c:pt>
              <c:pt idx="767">
                <c:v>311.83203125</c:v>
              </c:pt>
              <c:pt idx="768">
                <c:v>311.89453125</c:v>
              </c:pt>
              <c:pt idx="769">
                <c:v>312.69921875</c:v>
              </c:pt>
              <c:pt idx="770">
                <c:v>312.83105468700001</c:v>
              </c:pt>
              <c:pt idx="771">
                <c:v>313.17285156200001</c:v>
              </c:pt>
              <c:pt idx="772">
                <c:v>313.81542968700001</c:v>
              </c:pt>
              <c:pt idx="773">
                <c:v>314.00683593700001</c:v>
              </c:pt>
              <c:pt idx="774">
                <c:v>314.37207031200001</c:v>
              </c:pt>
              <c:pt idx="775">
                <c:v>315.11230468700001</c:v>
              </c:pt>
              <c:pt idx="776">
                <c:v>315.33691406200001</c:v>
              </c:pt>
              <c:pt idx="777">
                <c:v>315.78125</c:v>
              </c:pt>
              <c:pt idx="778">
                <c:v>316.06152343700001</c:v>
              </c:pt>
              <c:pt idx="779">
                <c:v>316.625</c:v>
              </c:pt>
              <c:pt idx="780">
                <c:v>316.970703125</c:v>
              </c:pt>
              <c:pt idx="781">
                <c:v>317.56933593700001</c:v>
              </c:pt>
              <c:pt idx="782">
                <c:v>317.94921875</c:v>
              </c:pt>
              <c:pt idx="783">
                <c:v>318.18652343700001</c:v>
              </c:pt>
              <c:pt idx="784">
                <c:v>318.59765625</c:v>
              </c:pt>
              <c:pt idx="785">
                <c:v>318.796875</c:v>
              </c:pt>
              <c:pt idx="786">
                <c:v>319.330078125</c:v>
              </c:pt>
              <c:pt idx="787">
                <c:v>319.83886718700001</c:v>
              </c:pt>
              <c:pt idx="788">
                <c:v>320.15917968700001</c:v>
              </c:pt>
              <c:pt idx="789">
                <c:v>320.80175781200001</c:v>
              </c:pt>
              <c:pt idx="790">
                <c:v>320.84277343700001</c:v>
              </c:pt>
              <c:pt idx="791">
                <c:v>321.572265625</c:v>
              </c:pt>
              <c:pt idx="792">
                <c:v>321.68066406200001</c:v>
              </c:pt>
              <c:pt idx="793">
                <c:v>322.13574218700001</c:v>
              </c:pt>
              <c:pt idx="794">
                <c:v>322.69921875</c:v>
              </c:pt>
              <c:pt idx="795">
                <c:v>322.861328125</c:v>
              </c:pt>
              <c:pt idx="796">
                <c:v>323.33496093700001</c:v>
              </c:pt>
              <c:pt idx="797">
                <c:v>324.02246093700001</c:v>
              </c:pt>
              <c:pt idx="798">
                <c:v>324.21875</c:v>
              </c:pt>
              <c:pt idx="799">
                <c:v>324.490234375</c:v>
              </c:pt>
              <c:pt idx="800">
                <c:v>324.970703125</c:v>
              </c:pt>
              <c:pt idx="801">
                <c:v>325.48925781200001</c:v>
              </c:pt>
              <c:pt idx="802">
                <c:v>326.00292968700001</c:v>
              </c:pt>
              <c:pt idx="803">
                <c:v>326.50292968700001</c:v>
              </c:pt>
              <c:pt idx="804">
                <c:v>326.65234375</c:v>
              </c:pt>
              <c:pt idx="805">
                <c:v>326.958984375</c:v>
              </c:pt>
              <c:pt idx="806">
                <c:v>327.47265625</c:v>
              </c:pt>
              <c:pt idx="807">
                <c:v>327.751953125</c:v>
              </c:pt>
              <c:pt idx="808">
                <c:v>328.24121093700001</c:v>
              </c:pt>
              <c:pt idx="809">
                <c:v>328.61328125</c:v>
              </c:pt>
              <c:pt idx="810">
                <c:v>329</c:v>
              </c:pt>
              <c:pt idx="811">
                <c:v>329.60058593700001</c:v>
              </c:pt>
              <c:pt idx="812">
                <c:v>329.77246093700001</c:v>
              </c:pt>
              <c:pt idx="813">
                <c:v>330.45996093700001</c:v>
              </c:pt>
              <c:pt idx="814">
                <c:v>330.966796875</c:v>
              </c:pt>
              <c:pt idx="815">
                <c:v>331.34277343700001</c:v>
              </c:pt>
              <c:pt idx="816">
                <c:v>331.77734375</c:v>
              </c:pt>
              <c:pt idx="817">
                <c:v>331.86425781200001</c:v>
              </c:pt>
              <c:pt idx="818">
                <c:v>332.4140625</c:v>
              </c:pt>
              <c:pt idx="819">
                <c:v>332.80078125</c:v>
              </c:pt>
              <c:pt idx="820">
                <c:v>333.337890625</c:v>
              </c:pt>
              <c:pt idx="821">
                <c:v>333.43359375</c:v>
              </c:pt>
              <c:pt idx="822">
                <c:v>333.89453125</c:v>
              </c:pt>
              <c:pt idx="823">
                <c:v>334.47753906200001</c:v>
              </c:pt>
              <c:pt idx="824">
                <c:v>334.76269531200001</c:v>
              </c:pt>
              <c:pt idx="825">
                <c:v>335.32128906200001</c:v>
              </c:pt>
              <c:pt idx="826">
                <c:v>335.60253906200001</c:v>
              </c:pt>
              <c:pt idx="827">
                <c:v>336.23046875</c:v>
              </c:pt>
              <c:pt idx="828">
                <c:v>336.400390625</c:v>
              </c:pt>
              <c:pt idx="829">
                <c:v>336.96972656200001</c:v>
              </c:pt>
              <c:pt idx="830">
                <c:v>337.087890625</c:v>
              </c:pt>
              <c:pt idx="831">
                <c:v>337.78125</c:v>
              </c:pt>
              <c:pt idx="832">
                <c:v>338.001953125</c:v>
              </c:pt>
              <c:pt idx="833">
                <c:v>338.5</c:v>
              </c:pt>
              <c:pt idx="834">
                <c:v>338.70019531200001</c:v>
              </c:pt>
              <c:pt idx="835">
                <c:v>339.44042968700001</c:v>
              </c:pt>
              <c:pt idx="836">
                <c:v>339.53417968700001</c:v>
              </c:pt>
              <c:pt idx="837">
                <c:v>339.919921875</c:v>
              </c:pt>
              <c:pt idx="838">
                <c:v>340.68847656200001</c:v>
              </c:pt>
              <c:pt idx="839">
                <c:v>340.79003906200001</c:v>
              </c:pt>
              <c:pt idx="840">
                <c:v>341.1328125</c:v>
              </c:pt>
              <c:pt idx="841">
                <c:v>341.85644531200001</c:v>
              </c:pt>
              <c:pt idx="842">
                <c:v>342.11816406200001</c:v>
              </c:pt>
              <c:pt idx="843">
                <c:v>342.73828125</c:v>
              </c:pt>
              <c:pt idx="844">
                <c:v>342.82324218700001</c:v>
              </c:pt>
              <c:pt idx="845">
                <c:v>343.37988281200001</c:v>
              </c:pt>
              <c:pt idx="846">
                <c:v>343.66503906200001</c:v>
              </c:pt>
              <c:pt idx="847">
                <c:v>344.33203125</c:v>
              </c:pt>
              <c:pt idx="848">
                <c:v>344.45410156200001</c:v>
              </c:pt>
              <c:pt idx="849">
                <c:v>344.80957031200001</c:v>
              </c:pt>
              <c:pt idx="850">
                <c:v>345.529296875</c:v>
              </c:pt>
              <c:pt idx="851">
                <c:v>346</c:v>
              </c:pt>
              <c:pt idx="852">
                <c:v>346.09863281200001</c:v>
              </c:pt>
              <c:pt idx="853">
                <c:v>346.603515625</c:v>
              </c:pt>
              <c:pt idx="854">
                <c:v>347.12597656200001</c:v>
              </c:pt>
              <c:pt idx="855">
                <c:v>347.619140625</c:v>
              </c:pt>
              <c:pt idx="856">
                <c:v>347.79394531200001</c:v>
              </c:pt>
              <c:pt idx="857">
                <c:v>348.32714843700001</c:v>
              </c:pt>
              <c:pt idx="858">
                <c:v>348.830078125</c:v>
              </c:pt>
              <c:pt idx="859">
                <c:v>348.88574218700001</c:v>
              </c:pt>
              <c:pt idx="860">
                <c:v>349.65917968700001</c:v>
              </c:pt>
              <c:pt idx="861">
                <c:v>349.888671875</c:v>
              </c:pt>
              <c:pt idx="862">
                <c:v>350.216796875</c:v>
              </c:pt>
              <c:pt idx="863">
                <c:v>350.75683593700001</c:v>
              </c:pt>
              <c:pt idx="864">
                <c:v>351.037109375</c:v>
              </c:pt>
              <c:pt idx="865">
                <c:v>351.64746093700001</c:v>
              </c:pt>
              <c:pt idx="866">
                <c:v>351.939453125</c:v>
              </c:pt>
              <c:pt idx="867">
                <c:v>352.400390625</c:v>
              </c:pt>
              <c:pt idx="868">
                <c:v>352.50488281200001</c:v>
              </c:pt>
              <c:pt idx="869">
                <c:v>353.251953125</c:v>
              </c:pt>
              <c:pt idx="870">
                <c:v>353.58691406200001</c:v>
              </c:pt>
              <c:pt idx="871">
                <c:v>353.7734375</c:v>
              </c:pt>
              <c:pt idx="872">
                <c:v>354.375</c:v>
              </c:pt>
              <c:pt idx="873">
                <c:v>354.58886718700001</c:v>
              </c:pt>
              <c:pt idx="874">
                <c:v>355.20800781200001</c:v>
              </c:pt>
              <c:pt idx="875">
                <c:v>355.36230468700001</c:v>
              </c:pt>
              <c:pt idx="876">
                <c:v>356.1484375</c:v>
              </c:pt>
              <c:pt idx="877">
                <c:v>356.455078125</c:v>
              </c:pt>
              <c:pt idx="878">
                <c:v>356.634765625</c:v>
              </c:pt>
              <c:pt idx="879">
                <c:v>357.21191406200001</c:v>
              </c:pt>
              <c:pt idx="880">
                <c:v>357.759765625</c:v>
              </c:pt>
              <c:pt idx="881">
                <c:v>357.90917968700001</c:v>
              </c:pt>
              <c:pt idx="882">
                <c:v>358.568359375</c:v>
              </c:pt>
              <c:pt idx="883">
                <c:v>358.595703125</c:v>
              </c:pt>
              <c:pt idx="884">
                <c:v>359.38769531200001</c:v>
              </c:pt>
              <c:pt idx="885">
                <c:v>359.728515625</c:v>
              </c:pt>
              <c:pt idx="886">
                <c:v>360.04785156200001</c:v>
              </c:pt>
              <c:pt idx="887">
                <c:v>360.31542968700001</c:v>
              </c:pt>
              <c:pt idx="888">
                <c:v>360.85644531200001</c:v>
              </c:pt>
              <c:pt idx="889">
                <c:v>361.36425781200001</c:v>
              </c:pt>
              <c:pt idx="890">
                <c:v>361.81542968700001</c:v>
              </c:pt>
              <c:pt idx="891">
                <c:v>362.08496093700001</c:v>
              </c:pt>
              <c:pt idx="892">
                <c:v>362.65332031200001</c:v>
              </c:pt>
              <c:pt idx="893">
                <c:v>362.689453125</c:v>
              </c:pt>
              <c:pt idx="894">
                <c:v>363.4375</c:v>
              </c:pt>
              <c:pt idx="895">
                <c:v>363.818359375</c:v>
              </c:pt>
              <c:pt idx="896">
                <c:v>363.962890625</c:v>
              </c:pt>
              <c:pt idx="897">
                <c:v>364.6015625</c:v>
              </c:pt>
              <c:pt idx="898">
                <c:v>365.07910156200001</c:v>
              </c:pt>
              <c:pt idx="899">
                <c:v>365.3515625</c:v>
              </c:pt>
            </c:numLit>
          </c:xVal>
          <c:yVal>
            <c:numLit>
              <c:formatCode>0.0</c:formatCode>
              <c:ptCount val="900"/>
              <c:pt idx="0">
                <c:v>2.3549E-2</c:v>
              </c:pt>
              <c:pt idx="1">
                <c:v>3.0145999999999999E-2</c:v>
              </c:pt>
              <c:pt idx="2">
                <c:v>2.6869000000000001E-2</c:v>
              </c:pt>
              <c:pt idx="3">
                <c:v>3.0380999999999998E-2</c:v>
              </c:pt>
              <c:pt idx="4">
                <c:v>2.5288000000000001E-2</c:v>
              </c:pt>
              <c:pt idx="5">
                <c:v>2.7407999999999998E-2</c:v>
              </c:pt>
              <c:pt idx="6">
                <c:v>2.5155E-2</c:v>
              </c:pt>
              <c:pt idx="7">
                <c:v>2.1602E-2</c:v>
              </c:pt>
              <c:pt idx="8">
                <c:v>-2.9318E-2</c:v>
              </c:pt>
              <c:pt idx="9">
                <c:v>0.105931</c:v>
              </c:pt>
              <c:pt idx="10">
                <c:v>0.558643</c:v>
              </c:pt>
              <c:pt idx="11">
                <c:v>0.177726</c:v>
              </c:pt>
              <c:pt idx="12">
                <c:v>0.25973400000000002</c:v>
              </c:pt>
              <c:pt idx="13">
                <c:v>-9.3160000000000007E-2</c:v>
              </c:pt>
              <c:pt idx="14">
                <c:v>-5.8533000000000002E-2</c:v>
              </c:pt>
              <c:pt idx="15">
                <c:v>0.129409</c:v>
              </c:pt>
              <c:pt idx="16">
                <c:v>7.3738999999999999E-2</c:v>
              </c:pt>
              <c:pt idx="17">
                <c:v>5.8758999999999999E-2</c:v>
              </c:pt>
              <c:pt idx="18">
                <c:v>9.8311999999999997E-2</c:v>
              </c:pt>
              <c:pt idx="19">
                <c:v>6.3216999999999995E-2</c:v>
              </c:pt>
              <c:pt idx="20">
                <c:v>-8.5143999999999997E-2</c:v>
              </c:pt>
              <c:pt idx="21">
                <c:v>0.20606099999999999</c:v>
              </c:pt>
              <c:pt idx="22">
                <c:v>0.11747199999999999</c:v>
              </c:pt>
              <c:pt idx="23">
                <c:v>0.19900599999999999</c:v>
              </c:pt>
              <c:pt idx="24">
                <c:v>-0.24998300000000001</c:v>
              </c:pt>
              <c:pt idx="25">
                <c:v>-0.223882</c:v>
              </c:pt>
              <c:pt idx="26">
                <c:v>0.293931</c:v>
              </c:pt>
              <c:pt idx="27">
                <c:v>-0.12675500000000001</c:v>
              </c:pt>
              <c:pt idx="28">
                <c:v>-6.5065999999999999E-2</c:v>
              </c:pt>
              <c:pt idx="29">
                <c:v>0.12673999999999999</c:v>
              </c:pt>
              <c:pt idx="30">
                <c:v>7.9334000000000002E-2</c:v>
              </c:pt>
              <c:pt idx="31">
                <c:v>0.12183099999999999</c:v>
              </c:pt>
              <c:pt idx="32">
                <c:v>-0.109601</c:v>
              </c:pt>
              <c:pt idx="33">
                <c:v>-5.2618999999999999E-2</c:v>
              </c:pt>
              <c:pt idx="34">
                <c:v>6.9528000000000006E-2</c:v>
              </c:pt>
              <c:pt idx="35">
                <c:v>7.0813000000000001E-2</c:v>
              </c:pt>
              <c:pt idx="36">
                <c:v>8.5704000000000002E-2</c:v>
              </c:pt>
              <c:pt idx="37">
                <c:v>0.109051</c:v>
              </c:pt>
              <c:pt idx="38">
                <c:v>-6.6252000000000005E-2</c:v>
              </c:pt>
              <c:pt idx="39">
                <c:v>8.8243000000000002E-2</c:v>
              </c:pt>
              <c:pt idx="40">
                <c:v>-4.8023999999999997E-2</c:v>
              </c:pt>
              <c:pt idx="41">
                <c:v>-5.4102999999999998E-2</c:v>
              </c:pt>
              <c:pt idx="42">
                <c:v>5.8664000000000001E-2</c:v>
              </c:pt>
              <c:pt idx="43">
                <c:v>-0.12257999999999999</c:v>
              </c:pt>
              <c:pt idx="44">
                <c:v>0.13430300000000001</c:v>
              </c:pt>
              <c:pt idx="45">
                <c:v>5.3261999999999997E-2</c:v>
              </c:pt>
              <c:pt idx="46">
                <c:v>0.13988500000000001</c:v>
              </c:pt>
              <c:pt idx="47">
                <c:v>-7.6284000000000005E-2</c:v>
              </c:pt>
              <c:pt idx="48">
                <c:v>0.118812</c:v>
              </c:pt>
              <c:pt idx="49">
                <c:v>6.4846000000000001E-2</c:v>
              </c:pt>
              <c:pt idx="50">
                <c:v>-5.0375000000000003E-2</c:v>
              </c:pt>
              <c:pt idx="51">
                <c:v>5.8208999999999997E-2</c:v>
              </c:pt>
              <c:pt idx="52">
                <c:v>-0.102744</c:v>
              </c:pt>
              <c:pt idx="53">
                <c:v>0.15734500000000001</c:v>
              </c:pt>
              <c:pt idx="54">
                <c:v>-5.9922000000000003E-2</c:v>
              </c:pt>
              <c:pt idx="55">
                <c:v>7.0704000000000003E-2</c:v>
              </c:pt>
              <c:pt idx="56">
                <c:v>8.2837999999999995E-2</c:v>
              </c:pt>
              <c:pt idx="57">
                <c:v>4.0719999999999999E-2</c:v>
              </c:pt>
              <c:pt idx="58">
                <c:v>0.19001100000000001</c:v>
              </c:pt>
              <c:pt idx="59">
                <c:v>0.27478999999999998</c:v>
              </c:pt>
              <c:pt idx="60">
                <c:v>-4.6865999999999998E-2</c:v>
              </c:pt>
              <c:pt idx="61">
                <c:v>-0.31768800000000003</c:v>
              </c:pt>
              <c:pt idx="62">
                <c:v>-0.25786300000000001</c:v>
              </c:pt>
              <c:pt idx="63">
                <c:v>-9.9576999999999999E-2</c:v>
              </c:pt>
              <c:pt idx="64">
                <c:v>-0.73697800000000002</c:v>
              </c:pt>
              <c:pt idx="65">
                <c:v>0.14389399999999999</c:v>
              </c:pt>
              <c:pt idx="66">
                <c:v>-7.1804000000000007E-2</c:v>
              </c:pt>
              <c:pt idx="67">
                <c:v>6.9636000000000003E-2</c:v>
              </c:pt>
              <c:pt idx="68">
                <c:v>-5.2102000000000002E-2</c:v>
              </c:pt>
              <c:pt idx="69">
                <c:v>-4.5110999999999998E-2</c:v>
              </c:pt>
              <c:pt idx="70">
                <c:v>4.1334999999999997E-2</c:v>
              </c:pt>
              <c:pt idx="71">
                <c:v>-4.9065999999999999E-2</c:v>
              </c:pt>
              <c:pt idx="72">
                <c:v>-4.9555000000000002E-2</c:v>
              </c:pt>
              <c:pt idx="73">
                <c:v>-5.7972000000000003E-2</c:v>
              </c:pt>
              <c:pt idx="74">
                <c:v>7.5596999999999998E-2</c:v>
              </c:pt>
              <c:pt idx="75">
                <c:v>0.147427</c:v>
              </c:pt>
              <c:pt idx="76">
                <c:v>0.14871100000000001</c:v>
              </c:pt>
              <c:pt idx="77">
                <c:v>-9.8877000000000007E-2</c:v>
              </c:pt>
              <c:pt idx="78">
                <c:v>0.44555699999999998</c:v>
              </c:pt>
              <c:pt idx="79">
                <c:v>0.163665</c:v>
              </c:pt>
              <c:pt idx="80">
                <c:v>0.86253800000000003</c:v>
              </c:pt>
              <c:pt idx="81">
                <c:v>-1.1006480000000001</c:v>
              </c:pt>
              <c:pt idx="82">
                <c:v>-0.19908699999999999</c:v>
              </c:pt>
              <c:pt idx="83">
                <c:v>-0.17769699999999999</c:v>
              </c:pt>
              <c:pt idx="84">
                <c:v>7.7310000000000004E-2</c:v>
              </c:pt>
              <c:pt idx="85">
                <c:v>-0.11200599999999999</c:v>
              </c:pt>
              <c:pt idx="86">
                <c:v>-0.11214499999999999</c:v>
              </c:pt>
              <c:pt idx="87">
                <c:v>9.2631000000000005E-2</c:v>
              </c:pt>
              <c:pt idx="88">
                <c:v>-6.7670999999999995E-2</c:v>
              </c:pt>
              <c:pt idx="89">
                <c:v>-6.4956E-2</c:v>
              </c:pt>
              <c:pt idx="90">
                <c:v>-7.9644999999999994E-2</c:v>
              </c:pt>
              <c:pt idx="91">
                <c:v>7.3925000000000005E-2</c:v>
              </c:pt>
              <c:pt idx="92">
                <c:v>0.18715699999999999</c:v>
              </c:pt>
              <c:pt idx="93">
                <c:v>0.20177800000000001</c:v>
              </c:pt>
              <c:pt idx="94">
                <c:v>0.127802</c:v>
              </c:pt>
              <c:pt idx="95">
                <c:v>0.27675899999999998</c:v>
              </c:pt>
              <c:pt idx="96">
                <c:v>0.20109199999999999</c:v>
              </c:pt>
              <c:pt idx="97">
                <c:v>0.27793699999999999</c:v>
              </c:pt>
              <c:pt idx="98">
                <c:v>8.0887000000000001E-2</c:v>
              </c:pt>
              <c:pt idx="99">
                <c:v>-5.7237000000000003E-2</c:v>
              </c:pt>
              <c:pt idx="100">
                <c:v>0.11181000000000001</c:v>
              </c:pt>
              <c:pt idx="101">
                <c:v>-5.5437E-2</c:v>
              </c:pt>
              <c:pt idx="102">
                <c:v>0.103752</c:v>
              </c:pt>
              <c:pt idx="103">
                <c:v>9.9628999999999995E-2</c:v>
              </c:pt>
              <c:pt idx="104">
                <c:v>-6.3059000000000004E-2</c:v>
              </c:pt>
              <c:pt idx="105">
                <c:v>-6.1128000000000002E-2</c:v>
              </c:pt>
              <c:pt idx="106">
                <c:v>8.9754E-2</c:v>
              </c:pt>
              <c:pt idx="107">
                <c:v>-0.14094999999999999</c:v>
              </c:pt>
              <c:pt idx="108">
                <c:v>0.100178</c:v>
              </c:pt>
              <c:pt idx="109">
                <c:v>7.0940000000000003E-2</c:v>
              </c:pt>
              <c:pt idx="110">
                <c:v>-7.3751999999999998E-2</c:v>
              </c:pt>
              <c:pt idx="111">
                <c:v>6.2451E-2</c:v>
              </c:pt>
              <c:pt idx="112">
                <c:v>-6.5007999999999996E-2</c:v>
              </c:pt>
              <c:pt idx="113">
                <c:v>5.2130999999999997E-2</c:v>
              </c:pt>
              <c:pt idx="114">
                <c:v>-9.8981E-2</c:v>
              </c:pt>
              <c:pt idx="115">
                <c:v>-7.1160000000000001E-2</c:v>
              </c:pt>
              <c:pt idx="116">
                <c:v>0.137604</c:v>
              </c:pt>
              <c:pt idx="117">
                <c:v>-7.7310000000000004E-2</c:v>
              </c:pt>
              <c:pt idx="118">
                <c:v>0.125801</c:v>
              </c:pt>
              <c:pt idx="119">
                <c:v>-9.9751000000000006E-2</c:v>
              </c:pt>
              <c:pt idx="120">
                <c:v>-6.1932000000000001E-2</c:v>
              </c:pt>
              <c:pt idx="121">
                <c:v>-4.2296E-2</c:v>
              </c:pt>
              <c:pt idx="122">
                <c:v>0.109905</c:v>
              </c:pt>
              <c:pt idx="123">
                <c:v>0.110349</c:v>
              </c:pt>
              <c:pt idx="124">
                <c:v>-6.1155000000000001E-2</c:v>
              </c:pt>
              <c:pt idx="125">
                <c:v>-6.4169000000000004E-2</c:v>
              </c:pt>
              <c:pt idx="126">
                <c:v>8.7888999999999995E-2</c:v>
              </c:pt>
              <c:pt idx="127">
                <c:v>5.7482999999999999E-2</c:v>
              </c:pt>
              <c:pt idx="128">
                <c:v>0.11194</c:v>
              </c:pt>
              <c:pt idx="129">
                <c:v>0.260187</c:v>
              </c:pt>
              <c:pt idx="130">
                <c:v>5.7278000000000003E-2</c:v>
              </c:pt>
              <c:pt idx="131">
                <c:v>-0.32994200000000001</c:v>
              </c:pt>
              <c:pt idx="132">
                <c:v>0.21998300000000001</c:v>
              </c:pt>
              <c:pt idx="133">
                <c:v>0.138261</c:v>
              </c:pt>
              <c:pt idx="134">
                <c:v>-0.67871400000000004</c:v>
              </c:pt>
              <c:pt idx="135">
                <c:v>0.115051</c:v>
              </c:pt>
              <c:pt idx="136">
                <c:v>6.9093000000000002E-2</c:v>
              </c:pt>
              <c:pt idx="137">
                <c:v>-6.3781000000000004E-2</c:v>
              </c:pt>
              <c:pt idx="138">
                <c:v>5.7388000000000002E-2</c:v>
              </c:pt>
              <c:pt idx="139">
                <c:v>4.5151999999999998E-2</c:v>
              </c:pt>
              <c:pt idx="140">
                <c:v>-4.5595999999999998E-2</c:v>
              </c:pt>
              <c:pt idx="141">
                <c:v>-6.2190000000000002E-2</c:v>
              </c:pt>
              <c:pt idx="142">
                <c:v>4.7832E-2</c:v>
              </c:pt>
              <c:pt idx="143">
                <c:v>-5.5217000000000002E-2</c:v>
              </c:pt>
              <c:pt idx="144">
                <c:v>-7.3393E-2</c:v>
              </c:pt>
              <c:pt idx="145">
                <c:v>0.13845399999999999</c:v>
              </c:pt>
              <c:pt idx="146">
                <c:v>0.14593</c:v>
              </c:pt>
              <c:pt idx="147">
                <c:v>-0.16861699999999999</c:v>
              </c:pt>
              <c:pt idx="148">
                <c:v>0.40490799999999999</c:v>
              </c:pt>
              <c:pt idx="149">
                <c:v>0.48013</c:v>
              </c:pt>
              <c:pt idx="150">
                <c:v>-0.60006400000000004</c:v>
              </c:pt>
              <c:pt idx="151">
                <c:v>-1.0988869999999999</c:v>
              </c:pt>
              <c:pt idx="152">
                <c:v>0.177592</c:v>
              </c:pt>
              <c:pt idx="153">
                <c:v>0.17290800000000001</c:v>
              </c:pt>
              <c:pt idx="154">
                <c:v>8.1589999999999996E-2</c:v>
              </c:pt>
              <c:pt idx="155">
                <c:v>8.1880999999999995E-2</c:v>
              </c:pt>
              <c:pt idx="156">
                <c:v>0.113465</c:v>
              </c:pt>
              <c:pt idx="157">
                <c:v>-7.8476000000000004E-2</c:v>
              </c:pt>
              <c:pt idx="158">
                <c:v>6.3412999999999997E-2</c:v>
              </c:pt>
              <c:pt idx="159">
                <c:v>6.6247E-2</c:v>
              </c:pt>
              <c:pt idx="160">
                <c:v>-6.5522999999999998E-2</c:v>
              </c:pt>
              <c:pt idx="161">
                <c:v>-6.7921999999999996E-2</c:v>
              </c:pt>
              <c:pt idx="162">
                <c:v>0.25567400000000001</c:v>
              </c:pt>
              <c:pt idx="163">
                <c:v>-0.104265</c:v>
              </c:pt>
              <c:pt idx="164">
                <c:v>0.19764999999999999</c:v>
              </c:pt>
              <c:pt idx="165">
                <c:v>0.32113199999999997</c:v>
              </c:pt>
              <c:pt idx="166">
                <c:v>0.24907399999999999</c:v>
              </c:pt>
              <c:pt idx="167">
                <c:v>0.32475799999999999</c:v>
              </c:pt>
              <c:pt idx="168">
                <c:v>-0.121085</c:v>
              </c:pt>
              <c:pt idx="169">
                <c:v>-5.1858000000000001E-2</c:v>
              </c:pt>
              <c:pt idx="170">
                <c:v>0.113137</c:v>
              </c:pt>
              <c:pt idx="171">
                <c:v>9.4478000000000006E-2</c:v>
              </c:pt>
              <c:pt idx="172">
                <c:v>9.7614000000000006E-2</c:v>
              </c:pt>
              <c:pt idx="173">
                <c:v>0.113479</c:v>
              </c:pt>
              <c:pt idx="174">
                <c:v>-5.5510999999999998E-2</c:v>
              </c:pt>
              <c:pt idx="175">
                <c:v>-6.0372000000000002E-2</c:v>
              </c:pt>
              <c:pt idx="176">
                <c:v>9.9638000000000004E-2</c:v>
              </c:pt>
              <c:pt idx="177">
                <c:v>0.14981900000000001</c:v>
              </c:pt>
              <c:pt idx="178">
                <c:v>-0.142348</c:v>
              </c:pt>
              <c:pt idx="179">
                <c:v>-5.6155999999999998E-2</c:v>
              </c:pt>
              <c:pt idx="180">
                <c:v>8.3320000000000005E-2</c:v>
              </c:pt>
              <c:pt idx="181">
                <c:v>4.6908999999999999E-2</c:v>
              </c:pt>
              <c:pt idx="182">
                <c:v>6.5202999999999997E-2</c:v>
              </c:pt>
              <c:pt idx="183">
                <c:v>4.0571000000000003E-2</c:v>
              </c:pt>
              <c:pt idx="184">
                <c:v>-0.12163300000000001</c:v>
              </c:pt>
              <c:pt idx="185">
                <c:v>-8.2359000000000002E-2</c:v>
              </c:pt>
              <c:pt idx="186">
                <c:v>0.159473</c:v>
              </c:pt>
              <c:pt idx="187">
                <c:v>0.231683</c:v>
              </c:pt>
              <c:pt idx="188">
                <c:v>9.4451999999999994E-2</c:v>
              </c:pt>
              <c:pt idx="189">
                <c:v>0.1067</c:v>
              </c:pt>
              <c:pt idx="190">
                <c:v>-5.0851E-2</c:v>
              </c:pt>
              <c:pt idx="191">
                <c:v>-3.5501999999999999E-2</c:v>
              </c:pt>
              <c:pt idx="192">
                <c:v>9.5794000000000004E-2</c:v>
              </c:pt>
              <c:pt idx="193">
                <c:v>8.6462999999999998E-2</c:v>
              </c:pt>
              <c:pt idx="194">
                <c:v>0.11199099999999999</c:v>
              </c:pt>
              <c:pt idx="195">
                <c:v>5.0377999999999999E-2</c:v>
              </c:pt>
              <c:pt idx="196">
                <c:v>-7.4923000000000003E-2</c:v>
              </c:pt>
              <c:pt idx="197">
                <c:v>7.1720000000000006E-2</c:v>
              </c:pt>
              <c:pt idx="198">
                <c:v>5.883E-2</c:v>
              </c:pt>
              <c:pt idx="199">
                <c:v>0.298626</c:v>
              </c:pt>
              <c:pt idx="200">
                <c:v>0.257544</c:v>
              </c:pt>
              <c:pt idx="201">
                <c:v>0.128194</c:v>
              </c:pt>
              <c:pt idx="202">
                <c:v>-0.30743300000000001</c:v>
              </c:pt>
              <c:pt idx="203">
                <c:v>0.23941200000000001</c:v>
              </c:pt>
              <c:pt idx="204">
                <c:v>-0.65129700000000001</c:v>
              </c:pt>
              <c:pt idx="205">
                <c:v>0.133824</c:v>
              </c:pt>
              <c:pt idx="206">
                <c:v>-0.104217</c:v>
              </c:pt>
              <c:pt idx="207">
                <c:v>5.5463999999999999E-2</c:v>
              </c:pt>
              <c:pt idx="208">
                <c:v>6.4649999999999999E-2</c:v>
              </c:pt>
              <c:pt idx="209">
                <c:v>5.5666E-2</c:v>
              </c:pt>
              <c:pt idx="210">
                <c:v>-3.9688000000000001E-2</c:v>
              </c:pt>
              <c:pt idx="211">
                <c:v>-3.5404999999999999E-2</c:v>
              </c:pt>
              <c:pt idx="212">
                <c:v>-3.5879000000000001E-2</c:v>
              </c:pt>
              <c:pt idx="213">
                <c:v>-5.0287999999999999E-2</c:v>
              </c:pt>
              <c:pt idx="214">
                <c:v>5.9885000000000001E-2</c:v>
              </c:pt>
              <c:pt idx="215">
                <c:v>0.102132</c:v>
              </c:pt>
              <c:pt idx="216">
                <c:v>0.17293800000000001</c:v>
              </c:pt>
              <c:pt idx="217">
                <c:v>0.10255499999999999</c:v>
              </c:pt>
              <c:pt idx="218">
                <c:v>0.20395099999999999</c:v>
              </c:pt>
              <c:pt idx="219">
                <c:v>-0.440857</c:v>
              </c:pt>
              <c:pt idx="220">
                <c:v>0.133603</c:v>
              </c:pt>
              <c:pt idx="221">
                <c:v>-1.1449640000000001</c:v>
              </c:pt>
              <c:pt idx="222">
                <c:v>-0.64062300000000005</c:v>
              </c:pt>
              <c:pt idx="223">
                <c:v>-0.20413200000000001</c:v>
              </c:pt>
              <c:pt idx="224">
                <c:v>0.24696399999999999</c:v>
              </c:pt>
              <c:pt idx="225">
                <c:v>-6.2420999999999997E-2</c:v>
              </c:pt>
              <c:pt idx="226">
                <c:v>-0.109761</c:v>
              </c:pt>
              <c:pt idx="227">
                <c:v>0.12019000000000001</c:v>
              </c:pt>
              <c:pt idx="228">
                <c:v>8.6867E-2</c:v>
              </c:pt>
              <c:pt idx="229">
                <c:v>6.9661000000000001E-2</c:v>
              </c:pt>
              <c:pt idx="230">
                <c:v>-7.4948000000000001E-2</c:v>
              </c:pt>
              <c:pt idx="231">
                <c:v>-6.9859000000000004E-2</c:v>
              </c:pt>
              <c:pt idx="232">
                <c:v>7.5937000000000004E-2</c:v>
              </c:pt>
              <c:pt idx="233">
                <c:v>0.20984800000000001</c:v>
              </c:pt>
              <c:pt idx="234">
                <c:v>0.17535300000000001</c:v>
              </c:pt>
              <c:pt idx="235">
                <c:v>0.223193</c:v>
              </c:pt>
              <c:pt idx="236">
                <c:v>0.23234099999999999</c:v>
              </c:pt>
              <c:pt idx="237">
                <c:v>0.19281200000000001</c:v>
              </c:pt>
              <c:pt idx="238">
                <c:v>0.31935999999999998</c:v>
              </c:pt>
              <c:pt idx="239">
                <c:v>8.6614999999999998E-2</c:v>
              </c:pt>
              <c:pt idx="240">
                <c:v>0.107048</c:v>
              </c:pt>
              <c:pt idx="241">
                <c:v>8.0770999999999996E-2</c:v>
              </c:pt>
              <c:pt idx="242">
                <c:v>-7.1772000000000002E-2</c:v>
              </c:pt>
              <c:pt idx="243">
                <c:v>0.101746</c:v>
              </c:pt>
              <c:pt idx="244">
                <c:v>9.9450999999999998E-2</c:v>
              </c:pt>
              <c:pt idx="245">
                <c:v>-6.9964999999999999E-2</c:v>
              </c:pt>
              <c:pt idx="246">
                <c:v>6.6483E-2</c:v>
              </c:pt>
              <c:pt idx="247">
                <c:v>7.8880000000000006E-2</c:v>
              </c:pt>
              <c:pt idx="248">
                <c:v>-0.12542300000000001</c:v>
              </c:pt>
              <c:pt idx="249">
                <c:v>6.5423999999999996E-2</c:v>
              </c:pt>
              <c:pt idx="250">
                <c:v>7.8994999999999996E-2</c:v>
              </c:pt>
              <c:pt idx="251">
                <c:v>4.9632000000000003E-2</c:v>
              </c:pt>
              <c:pt idx="252">
                <c:v>-5.7861000000000003E-2</c:v>
              </c:pt>
              <c:pt idx="253">
                <c:v>-4.4699000000000003E-2</c:v>
              </c:pt>
              <c:pt idx="254">
                <c:v>-4.1050999999999997E-2</c:v>
              </c:pt>
              <c:pt idx="255">
                <c:v>-9.1481999999999994E-2</c:v>
              </c:pt>
              <c:pt idx="256">
                <c:v>5.9562999999999998E-2</c:v>
              </c:pt>
              <c:pt idx="257">
                <c:v>0.163025</c:v>
              </c:pt>
              <c:pt idx="258">
                <c:v>-5.5296999999999999E-2</c:v>
              </c:pt>
              <c:pt idx="259">
                <c:v>0.14102799999999999</c:v>
              </c:pt>
              <c:pt idx="260">
                <c:v>0.128048</c:v>
              </c:pt>
              <c:pt idx="261">
                <c:v>-5.6114999999999998E-2</c:v>
              </c:pt>
              <c:pt idx="262">
                <c:v>-3.2550999999999997E-2</c:v>
              </c:pt>
              <c:pt idx="263">
                <c:v>8.8358999999999993E-2</c:v>
              </c:pt>
              <c:pt idx="264">
                <c:v>0.104077</c:v>
              </c:pt>
              <c:pt idx="265">
                <c:v>-8.9690000000000006E-2</c:v>
              </c:pt>
              <c:pt idx="266">
                <c:v>6.1204000000000001E-2</c:v>
              </c:pt>
              <c:pt idx="267">
                <c:v>8.9599999999999999E-2</c:v>
              </c:pt>
              <c:pt idx="268">
                <c:v>8.9540999999999996E-2</c:v>
              </c:pt>
              <c:pt idx="269">
                <c:v>8.3902000000000004E-2</c:v>
              </c:pt>
              <c:pt idx="270">
                <c:v>0.27189600000000003</c:v>
              </c:pt>
              <c:pt idx="271">
                <c:v>7.2459999999999997E-2</c:v>
              </c:pt>
              <c:pt idx="272">
                <c:v>-0.30718099999999998</c:v>
              </c:pt>
              <c:pt idx="273">
                <c:v>-0.24498400000000001</c:v>
              </c:pt>
              <c:pt idx="274">
                <c:v>0.20192599999999999</c:v>
              </c:pt>
              <c:pt idx="275">
                <c:v>-0.81275699999999995</c:v>
              </c:pt>
              <c:pt idx="276">
                <c:v>0.14163000000000001</c:v>
              </c:pt>
              <c:pt idx="277">
                <c:v>-8.1564999999999999E-2</c:v>
              </c:pt>
              <c:pt idx="278">
                <c:v>-5.7630000000000001E-2</c:v>
              </c:pt>
              <c:pt idx="279">
                <c:v>-7.1961999999999998E-2</c:v>
              </c:pt>
              <c:pt idx="280">
                <c:v>5.7471000000000001E-2</c:v>
              </c:pt>
              <c:pt idx="281">
                <c:v>4.3338000000000002E-2</c:v>
              </c:pt>
              <c:pt idx="282">
                <c:v>-4.1100999999999999E-2</c:v>
              </c:pt>
              <c:pt idx="283">
                <c:v>-4.2236999999999997E-2</c:v>
              </c:pt>
              <c:pt idx="284">
                <c:v>-5.9202999999999999E-2</c:v>
              </c:pt>
              <c:pt idx="285">
                <c:v>7.9968999999999998E-2</c:v>
              </c:pt>
              <c:pt idx="286">
                <c:v>0.107005</c:v>
              </c:pt>
              <c:pt idx="287">
                <c:v>0.14861199999999999</c:v>
              </c:pt>
              <c:pt idx="288">
                <c:v>0.117465</c:v>
              </c:pt>
              <c:pt idx="289">
                <c:v>-0.35149200000000003</c:v>
              </c:pt>
              <c:pt idx="290">
                <c:v>0.470161</c:v>
              </c:pt>
              <c:pt idx="291">
                <c:v>-7.0638000000000006E-2</c:v>
              </c:pt>
              <c:pt idx="292">
                <c:v>-1.12954</c:v>
              </c:pt>
              <c:pt idx="293">
                <c:v>0.18434700000000001</c:v>
              </c:pt>
              <c:pt idx="294">
                <c:v>0.24021000000000001</c:v>
              </c:pt>
              <c:pt idx="295">
                <c:v>8.1504999999999994E-2</c:v>
              </c:pt>
              <c:pt idx="296">
                <c:v>-6.0967E-2</c:v>
              </c:pt>
              <c:pt idx="297">
                <c:v>-0.126558</c:v>
              </c:pt>
              <c:pt idx="298">
                <c:v>0.106992</c:v>
              </c:pt>
              <c:pt idx="299">
                <c:v>-7.5576000000000004E-2</c:v>
              </c:pt>
              <c:pt idx="300">
                <c:v>9.9670999999999996E-2</c:v>
              </c:pt>
              <c:pt idx="301">
                <c:v>-7.1888999999999995E-2</c:v>
              </c:pt>
              <c:pt idx="302">
                <c:v>-6.8995000000000001E-2</c:v>
              </c:pt>
              <c:pt idx="303">
                <c:v>0.16877200000000001</c:v>
              </c:pt>
              <c:pt idx="304">
                <c:v>-9.3118000000000006E-2</c:v>
              </c:pt>
              <c:pt idx="305">
                <c:v>0.26781100000000002</c:v>
              </c:pt>
              <c:pt idx="306">
                <c:v>0.25196299999999999</c:v>
              </c:pt>
              <c:pt idx="307">
                <c:v>0.27546799999999999</c:v>
              </c:pt>
              <c:pt idx="308">
                <c:v>0.28785699999999997</c:v>
              </c:pt>
              <c:pt idx="309">
                <c:v>-0.11619699999999999</c:v>
              </c:pt>
              <c:pt idx="310">
                <c:v>-5.4454000000000002E-2</c:v>
              </c:pt>
              <c:pt idx="311">
                <c:v>-8.9284000000000002E-2</c:v>
              </c:pt>
              <c:pt idx="312">
                <c:v>-8.0795000000000006E-2</c:v>
              </c:pt>
              <c:pt idx="313">
                <c:v>0.100384</c:v>
              </c:pt>
              <c:pt idx="314">
                <c:v>9.8017999999999994E-2</c:v>
              </c:pt>
              <c:pt idx="315">
                <c:v>7.3057999999999998E-2</c:v>
              </c:pt>
              <c:pt idx="316">
                <c:v>9.4691999999999998E-2</c:v>
              </c:pt>
              <c:pt idx="317">
                <c:v>9.2261999999999997E-2</c:v>
              </c:pt>
              <c:pt idx="318">
                <c:v>0.10631400000000001</c:v>
              </c:pt>
              <c:pt idx="319">
                <c:v>-0.15341099999999999</c:v>
              </c:pt>
              <c:pt idx="320">
                <c:v>5.7785999999999997E-2</c:v>
              </c:pt>
              <c:pt idx="321">
                <c:v>-8.1899E-2</c:v>
              </c:pt>
              <c:pt idx="322">
                <c:v>-3.8205999999999997E-2</c:v>
              </c:pt>
              <c:pt idx="323">
                <c:v>-9.9143999999999996E-2</c:v>
              </c:pt>
              <c:pt idx="324">
                <c:v>3.7446E-2</c:v>
              </c:pt>
              <c:pt idx="325">
                <c:v>-7.8678999999999999E-2</c:v>
              </c:pt>
              <c:pt idx="326">
                <c:v>-7.0759000000000002E-2</c:v>
              </c:pt>
              <c:pt idx="327">
                <c:v>7.3021000000000003E-2</c:v>
              </c:pt>
              <c:pt idx="328">
                <c:v>0.12981899999999999</c:v>
              </c:pt>
              <c:pt idx="329">
                <c:v>-8.5497000000000004E-2</c:v>
              </c:pt>
              <c:pt idx="330">
                <c:v>-0.14915300000000001</c:v>
              </c:pt>
              <c:pt idx="331">
                <c:v>-5.3506999999999999E-2</c:v>
              </c:pt>
              <c:pt idx="332">
                <c:v>3.388E-2</c:v>
              </c:pt>
              <c:pt idx="333">
                <c:v>8.7682999999999997E-2</c:v>
              </c:pt>
              <c:pt idx="334">
                <c:v>8.5899000000000003E-2</c:v>
              </c:pt>
              <c:pt idx="335">
                <c:v>-0.19447600000000001</c:v>
              </c:pt>
              <c:pt idx="336">
                <c:v>-6.9384000000000001E-2</c:v>
              </c:pt>
              <c:pt idx="337">
                <c:v>7.8010999999999997E-2</c:v>
              </c:pt>
              <c:pt idx="338">
                <c:v>8.7940000000000004E-2</c:v>
              </c:pt>
              <c:pt idx="339">
                <c:v>4.1408E-2</c:v>
              </c:pt>
              <c:pt idx="340">
                <c:v>0.241512</c:v>
              </c:pt>
              <c:pt idx="341">
                <c:v>0.244617</c:v>
              </c:pt>
              <c:pt idx="342">
                <c:v>7.5140999999999999E-2</c:v>
              </c:pt>
              <c:pt idx="343">
                <c:v>-0.28108100000000003</c:v>
              </c:pt>
              <c:pt idx="344">
                <c:v>-0.15615499999999999</c:v>
              </c:pt>
              <c:pt idx="345">
                <c:v>-0.769899</c:v>
              </c:pt>
              <c:pt idx="346">
                <c:v>-0.24623100000000001</c:v>
              </c:pt>
              <c:pt idx="347">
                <c:v>-0.110107</c:v>
              </c:pt>
              <c:pt idx="348">
                <c:v>-6.2972E-2</c:v>
              </c:pt>
              <c:pt idx="349">
                <c:v>-5.8013000000000002E-2</c:v>
              </c:pt>
              <c:pt idx="350">
                <c:v>5.4150999999999998E-2</c:v>
              </c:pt>
              <c:pt idx="351">
                <c:v>-4.9492000000000001E-2</c:v>
              </c:pt>
              <c:pt idx="352">
                <c:v>-4.3827999999999999E-2</c:v>
              </c:pt>
              <c:pt idx="353">
                <c:v>-6.2674999999999995E-2</c:v>
              </c:pt>
              <c:pt idx="354">
                <c:v>4.6396E-2</c:v>
              </c:pt>
              <c:pt idx="355">
                <c:v>-5.5167000000000001E-2</c:v>
              </c:pt>
              <c:pt idx="356">
                <c:v>0.10236099999999999</c:v>
              </c:pt>
              <c:pt idx="357">
                <c:v>0.133078</c:v>
              </c:pt>
              <c:pt idx="358">
                <c:v>0.14802199999999999</c:v>
              </c:pt>
              <c:pt idx="359">
                <c:v>-0.120477</c:v>
              </c:pt>
              <c:pt idx="360">
                <c:v>0.41829499999999997</c:v>
              </c:pt>
              <c:pt idx="361">
                <c:v>0.119931</c:v>
              </c:pt>
              <c:pt idx="362">
                <c:v>-1.055712</c:v>
              </c:pt>
              <c:pt idx="363">
                <c:v>-0.95783399999999996</c:v>
              </c:pt>
              <c:pt idx="364">
                <c:v>-0.174064</c:v>
              </c:pt>
              <c:pt idx="365">
                <c:v>0.24476300000000001</c:v>
              </c:pt>
              <c:pt idx="366">
                <c:v>6.1885999999999997E-2</c:v>
              </c:pt>
              <c:pt idx="367">
                <c:v>-0.12786</c:v>
              </c:pt>
              <c:pt idx="368">
                <c:v>8.2165000000000002E-2</c:v>
              </c:pt>
              <c:pt idx="369">
                <c:v>0.12686900000000001</c:v>
              </c:pt>
              <c:pt idx="370">
                <c:v>6.9905999999999996E-2</c:v>
              </c:pt>
              <c:pt idx="371">
                <c:v>-8.5487999999999995E-2</c:v>
              </c:pt>
              <c:pt idx="372">
                <c:v>-6.7835000000000006E-2</c:v>
              </c:pt>
              <c:pt idx="373">
                <c:v>8.2479999999999998E-2</c:v>
              </c:pt>
              <c:pt idx="374">
                <c:v>0.15279999999999999</c:v>
              </c:pt>
              <c:pt idx="375">
                <c:v>0.23702599999999999</c:v>
              </c:pt>
              <c:pt idx="376">
                <c:v>-0.24371999999999999</c:v>
              </c:pt>
              <c:pt idx="377">
                <c:v>0.39161499999999999</c:v>
              </c:pt>
              <c:pt idx="378">
                <c:v>0.25603599999999999</c:v>
              </c:pt>
              <c:pt idx="379">
                <c:v>0.24937200000000001</c:v>
              </c:pt>
              <c:pt idx="380">
                <c:v>7.9727999999999993E-2</c:v>
              </c:pt>
              <c:pt idx="381">
                <c:v>-7.7972E-2</c:v>
              </c:pt>
              <c:pt idx="382">
                <c:v>-9.8021999999999998E-2</c:v>
              </c:pt>
              <c:pt idx="383">
                <c:v>-6.9767999999999997E-2</c:v>
              </c:pt>
              <c:pt idx="384">
                <c:v>9.5132999999999995E-2</c:v>
              </c:pt>
              <c:pt idx="385">
                <c:v>9.4010999999999997E-2</c:v>
              </c:pt>
              <c:pt idx="386">
                <c:v>8.9428999999999995E-2</c:v>
              </c:pt>
              <c:pt idx="387">
                <c:v>7.0303000000000004E-2</c:v>
              </c:pt>
              <c:pt idx="388">
                <c:v>-7.7548000000000006E-2</c:v>
              </c:pt>
              <c:pt idx="389">
                <c:v>-0.139849</c:v>
              </c:pt>
              <c:pt idx="390">
                <c:v>0.11738999999999999</c:v>
              </c:pt>
              <c:pt idx="391">
                <c:v>6.8562999999999999E-2</c:v>
              </c:pt>
              <c:pt idx="392">
                <c:v>-7.4486999999999998E-2</c:v>
              </c:pt>
              <c:pt idx="393">
                <c:v>-9.0459999999999999E-2</c:v>
              </c:pt>
              <c:pt idx="394">
                <c:v>-6.1709E-2</c:v>
              </c:pt>
              <c:pt idx="395">
                <c:v>5.2840999999999999E-2</c:v>
              </c:pt>
              <c:pt idx="396">
                <c:v>0.117391</c:v>
              </c:pt>
              <c:pt idx="397">
                <c:v>5.2275000000000002E-2</c:v>
              </c:pt>
              <c:pt idx="398">
                <c:v>0.15059400000000001</c:v>
              </c:pt>
              <c:pt idx="399">
                <c:v>-5.9830000000000001E-2</c:v>
              </c:pt>
              <c:pt idx="400">
                <c:v>0.147038</c:v>
              </c:pt>
              <c:pt idx="401">
                <c:v>-0.12944</c:v>
              </c:pt>
              <c:pt idx="402">
                <c:v>-5.5919000000000003E-2</c:v>
              </c:pt>
              <c:pt idx="403">
                <c:v>-5.4663000000000003E-2</c:v>
              </c:pt>
              <c:pt idx="404">
                <c:v>0.10928</c:v>
              </c:pt>
              <c:pt idx="405">
                <c:v>-0.135157</c:v>
              </c:pt>
              <c:pt idx="406">
                <c:v>-7.3293999999999998E-2</c:v>
              </c:pt>
              <c:pt idx="407">
                <c:v>6.6467999999999999E-2</c:v>
              </c:pt>
              <c:pt idx="408">
                <c:v>8.9249999999999996E-2</c:v>
              </c:pt>
              <c:pt idx="409">
                <c:v>5.0681999999999998E-2</c:v>
              </c:pt>
              <c:pt idx="410">
                <c:v>-0.10222000000000001</c:v>
              </c:pt>
              <c:pt idx="411">
                <c:v>0.26153300000000002</c:v>
              </c:pt>
              <c:pt idx="412">
                <c:v>-8.2469000000000001E-2</c:v>
              </c:pt>
              <c:pt idx="413">
                <c:v>-0.297317</c:v>
              </c:pt>
              <c:pt idx="414">
                <c:v>-0.28954999999999997</c:v>
              </c:pt>
              <c:pt idx="415">
                <c:v>0.122928</c:v>
              </c:pt>
              <c:pt idx="416">
                <c:v>-0.74496099999999998</c:v>
              </c:pt>
              <c:pt idx="417">
                <c:v>0.115205</c:v>
              </c:pt>
              <c:pt idx="418">
                <c:v>5.9119999999999999E-2</c:v>
              </c:pt>
              <c:pt idx="419">
                <c:v>-6.4843999999999999E-2</c:v>
              </c:pt>
              <c:pt idx="420">
                <c:v>-6.1524000000000002E-2</c:v>
              </c:pt>
              <c:pt idx="421">
                <c:v>-5.2819999999999999E-2</c:v>
              </c:pt>
              <c:pt idx="422">
                <c:v>-5.2179999999999997E-2</c:v>
              </c:pt>
              <c:pt idx="423">
                <c:v>4.6517999999999997E-2</c:v>
              </c:pt>
              <c:pt idx="424">
                <c:v>-4.6997999999999998E-2</c:v>
              </c:pt>
              <c:pt idx="425">
                <c:v>5.6147000000000002E-2</c:v>
              </c:pt>
              <c:pt idx="426">
                <c:v>0.10252799999999999</c:v>
              </c:pt>
              <c:pt idx="427">
                <c:v>0.115928</c:v>
              </c:pt>
              <c:pt idx="428">
                <c:v>0.14122599999999999</c:v>
              </c:pt>
              <c:pt idx="429">
                <c:v>0.13935400000000001</c:v>
              </c:pt>
              <c:pt idx="430">
                <c:v>-0.342198</c:v>
              </c:pt>
              <c:pt idx="431">
                <c:v>0.46706599999999998</c:v>
              </c:pt>
              <c:pt idx="432">
                <c:v>-6.2676999999999997E-2</c:v>
              </c:pt>
              <c:pt idx="433">
                <c:v>-1.062945</c:v>
              </c:pt>
              <c:pt idx="434">
                <c:v>-0.22115299999999999</c:v>
              </c:pt>
              <c:pt idx="435">
                <c:v>0.19065699999999999</c:v>
              </c:pt>
              <c:pt idx="436">
                <c:v>8.4001999999999993E-2</c:v>
              </c:pt>
              <c:pt idx="437">
                <c:v>6.5920999999999993E-2</c:v>
              </c:pt>
              <c:pt idx="438">
                <c:v>0.11194</c:v>
              </c:pt>
              <c:pt idx="439">
                <c:v>9.1836000000000001E-2</c:v>
              </c:pt>
              <c:pt idx="440">
                <c:v>0.10136100000000001</c:v>
              </c:pt>
              <c:pt idx="441">
                <c:v>-9.1180999999999998E-2</c:v>
              </c:pt>
              <c:pt idx="442">
                <c:v>7.4980000000000005E-2</c:v>
              </c:pt>
              <c:pt idx="443">
                <c:v>-6.7181000000000005E-2</c:v>
              </c:pt>
              <c:pt idx="444">
                <c:v>9.4439999999999996E-2</c:v>
              </c:pt>
              <c:pt idx="445">
                <c:v>-9.3553999999999998E-2</c:v>
              </c:pt>
              <c:pt idx="446">
                <c:v>-0.202596</c:v>
              </c:pt>
              <c:pt idx="447">
                <c:v>0.25753100000000001</c:v>
              </c:pt>
              <c:pt idx="448">
                <c:v>0.32617400000000002</c:v>
              </c:pt>
              <c:pt idx="449">
                <c:v>0.29356399999999999</c:v>
              </c:pt>
              <c:pt idx="450">
                <c:v>0.223022</c:v>
              </c:pt>
              <c:pt idx="451">
                <c:v>-6.4168000000000003E-2</c:v>
              </c:pt>
              <c:pt idx="452">
                <c:v>0.101618</c:v>
              </c:pt>
              <c:pt idx="453">
                <c:v>9.9701999999999999E-2</c:v>
              </c:pt>
              <c:pt idx="454">
                <c:v>8.8582999999999995E-2</c:v>
              </c:pt>
              <c:pt idx="455">
                <c:v>0.100786</c:v>
              </c:pt>
              <c:pt idx="456">
                <c:v>-5.5781999999999998E-2</c:v>
              </c:pt>
              <c:pt idx="457">
                <c:v>8.4858000000000003E-2</c:v>
              </c:pt>
              <c:pt idx="458">
                <c:v>8.2268999999999995E-2</c:v>
              </c:pt>
              <c:pt idx="459">
                <c:v>8.9759000000000005E-2</c:v>
              </c:pt>
              <c:pt idx="460">
                <c:v>0.123978</c:v>
              </c:pt>
              <c:pt idx="461">
                <c:v>6.3453999999999997E-2</c:v>
              </c:pt>
              <c:pt idx="462">
                <c:v>-7.3565000000000005E-2</c:v>
              </c:pt>
              <c:pt idx="463">
                <c:v>3.9483999999999998E-2</c:v>
              </c:pt>
              <c:pt idx="464">
                <c:v>0.11711199999999999</c:v>
              </c:pt>
              <c:pt idx="465">
                <c:v>3.6220000000000002E-2</c:v>
              </c:pt>
              <c:pt idx="466">
                <c:v>-8.3474999999999994E-2</c:v>
              </c:pt>
              <c:pt idx="467">
                <c:v>-9.2222999999999999E-2</c:v>
              </c:pt>
              <c:pt idx="468">
                <c:v>4.0289999999999999E-2</c:v>
              </c:pt>
              <c:pt idx="469">
                <c:v>-0.18482299999999999</c:v>
              </c:pt>
              <c:pt idx="470">
                <c:v>-3.1722E-2</c:v>
              </c:pt>
              <c:pt idx="471">
                <c:v>0.13017200000000001</c:v>
              </c:pt>
              <c:pt idx="472">
                <c:v>6.3617999999999994E-2</c:v>
              </c:pt>
              <c:pt idx="473">
                <c:v>4.8497999999999999E-2</c:v>
              </c:pt>
              <c:pt idx="474">
                <c:v>7.8657000000000005E-2</c:v>
              </c:pt>
              <c:pt idx="475">
                <c:v>-8.3743999999999999E-2</c:v>
              </c:pt>
              <c:pt idx="476">
                <c:v>-0.12599099999999999</c:v>
              </c:pt>
              <c:pt idx="477">
                <c:v>6.0454000000000001E-2</c:v>
              </c:pt>
              <c:pt idx="478">
                <c:v>6.4744999999999997E-2</c:v>
              </c:pt>
              <c:pt idx="479">
                <c:v>8.4233000000000002E-2</c:v>
              </c:pt>
              <c:pt idx="480">
                <c:v>4.8604000000000001E-2</c:v>
              </c:pt>
              <c:pt idx="481">
                <c:v>9.7297999999999996E-2</c:v>
              </c:pt>
              <c:pt idx="482">
                <c:v>0.258353</c:v>
              </c:pt>
              <c:pt idx="483">
                <c:v>-7.1983000000000005E-2</c:v>
              </c:pt>
              <c:pt idx="484">
                <c:v>0.33080799999999999</c:v>
              </c:pt>
              <c:pt idx="485">
                <c:v>-0.24632999999999999</c:v>
              </c:pt>
              <c:pt idx="486">
                <c:v>9.3412999999999996E-2</c:v>
              </c:pt>
              <c:pt idx="487">
                <c:v>-0.497695</c:v>
              </c:pt>
              <c:pt idx="488">
                <c:v>-0.108463</c:v>
              </c:pt>
              <c:pt idx="489">
                <c:v>-6.7701999999999998E-2</c:v>
              </c:pt>
              <c:pt idx="490">
                <c:v>-5.8541000000000003E-2</c:v>
              </c:pt>
              <c:pt idx="491">
                <c:v>5.7107999999999999E-2</c:v>
              </c:pt>
              <c:pt idx="492">
                <c:v>-5.0208999999999997E-2</c:v>
              </c:pt>
              <c:pt idx="493">
                <c:v>6.5938999999999998E-2</c:v>
              </c:pt>
              <c:pt idx="494">
                <c:v>5.0099999999999999E-2</c:v>
              </c:pt>
              <c:pt idx="495">
                <c:v>4.7462999999999998E-2</c:v>
              </c:pt>
              <c:pt idx="496">
                <c:v>4.9812000000000002E-2</c:v>
              </c:pt>
              <c:pt idx="497">
                <c:v>-0.106227</c:v>
              </c:pt>
              <c:pt idx="498">
                <c:v>0.123253</c:v>
              </c:pt>
              <c:pt idx="499">
                <c:v>0.14533699999999999</c:v>
              </c:pt>
              <c:pt idx="500">
                <c:v>-0.172406</c:v>
              </c:pt>
              <c:pt idx="501">
                <c:v>0.42822500000000002</c:v>
              </c:pt>
              <c:pt idx="502">
                <c:v>0.39671699999999999</c:v>
              </c:pt>
              <c:pt idx="503">
                <c:v>0.26416499999999998</c:v>
              </c:pt>
              <c:pt idx="504">
                <c:v>-1.088163</c:v>
              </c:pt>
              <c:pt idx="505">
                <c:v>-0.190974</c:v>
              </c:pt>
              <c:pt idx="506">
                <c:v>0.24438099999999999</c:v>
              </c:pt>
              <c:pt idx="507">
                <c:v>8.9832999999999996E-2</c:v>
              </c:pt>
              <c:pt idx="508">
                <c:v>6.8682000000000007E-2</c:v>
              </c:pt>
              <c:pt idx="509">
                <c:v>0.11222799999999999</c:v>
              </c:pt>
              <c:pt idx="510">
                <c:v>8.4057999999999994E-2</c:v>
              </c:pt>
              <c:pt idx="511">
                <c:v>7.6534000000000005E-2</c:v>
              </c:pt>
              <c:pt idx="512">
                <c:v>8.5628999999999997E-2</c:v>
              </c:pt>
              <c:pt idx="513">
                <c:v>-6.9401000000000004E-2</c:v>
              </c:pt>
              <c:pt idx="514">
                <c:v>-6.5334000000000003E-2</c:v>
              </c:pt>
              <c:pt idx="515">
                <c:v>0.17030999999999999</c:v>
              </c:pt>
              <c:pt idx="516">
                <c:v>0.137458</c:v>
              </c:pt>
              <c:pt idx="517">
                <c:v>0.22586400000000001</c:v>
              </c:pt>
              <c:pt idx="518">
                <c:v>-0.37056499999999998</c:v>
              </c:pt>
              <c:pt idx="519">
                <c:v>0.350943</c:v>
              </c:pt>
              <c:pt idx="520">
                <c:v>0.29688900000000001</c:v>
              </c:pt>
              <c:pt idx="521">
                <c:v>-0.13362099999999999</c:v>
              </c:pt>
              <c:pt idx="522">
                <c:v>-5.2732000000000001E-2</c:v>
              </c:pt>
              <c:pt idx="523">
                <c:v>0.112359</c:v>
              </c:pt>
              <c:pt idx="524">
                <c:v>6.4111000000000001E-2</c:v>
              </c:pt>
              <c:pt idx="525">
                <c:v>0.100087</c:v>
              </c:pt>
              <c:pt idx="526">
                <c:v>-8.8075000000000001E-2</c:v>
              </c:pt>
              <c:pt idx="527">
                <c:v>-7.2388999999999995E-2</c:v>
              </c:pt>
              <c:pt idx="528">
                <c:v>-7.9332E-2</c:v>
              </c:pt>
              <c:pt idx="529">
                <c:v>7.7949000000000004E-2</c:v>
              </c:pt>
              <c:pt idx="530">
                <c:v>0.116785</c:v>
              </c:pt>
              <c:pt idx="531">
                <c:v>-0.122048</c:v>
              </c:pt>
              <c:pt idx="532">
                <c:v>6.4893000000000006E-2</c:v>
              </c:pt>
              <c:pt idx="533">
                <c:v>-7.0630999999999999E-2</c:v>
              </c:pt>
              <c:pt idx="534">
                <c:v>3.0009000000000001E-2</c:v>
              </c:pt>
              <c:pt idx="535">
                <c:v>8.5824999999999999E-2</c:v>
              </c:pt>
              <c:pt idx="536">
                <c:v>-3.3172E-2</c:v>
              </c:pt>
              <c:pt idx="537">
                <c:v>-9.8334000000000005E-2</c:v>
              </c:pt>
              <c:pt idx="538">
                <c:v>6.8256999999999998E-2</c:v>
              </c:pt>
              <c:pt idx="539">
                <c:v>-5.4827000000000001E-2</c:v>
              </c:pt>
              <c:pt idx="540">
                <c:v>0.19336200000000001</c:v>
              </c:pt>
              <c:pt idx="541">
                <c:v>-9.7977999999999996E-2</c:v>
              </c:pt>
              <c:pt idx="542">
                <c:v>0.13267799999999999</c:v>
              </c:pt>
              <c:pt idx="543">
                <c:v>6.5002000000000004E-2</c:v>
              </c:pt>
              <c:pt idx="544">
                <c:v>-4.4339000000000003E-2</c:v>
              </c:pt>
              <c:pt idx="545">
                <c:v>7.5644000000000003E-2</c:v>
              </c:pt>
              <c:pt idx="546">
                <c:v>0.105269</c:v>
              </c:pt>
              <c:pt idx="547">
                <c:v>0.113193</c:v>
              </c:pt>
              <c:pt idx="548">
                <c:v>-6.2631999999999993E-2</c:v>
              </c:pt>
              <c:pt idx="549">
                <c:v>6.9734000000000004E-2</c:v>
              </c:pt>
              <c:pt idx="550">
                <c:v>-9.9505999999999997E-2</c:v>
              </c:pt>
              <c:pt idx="551">
                <c:v>-4.9674999999999997E-2</c:v>
              </c:pt>
              <c:pt idx="552">
                <c:v>-0.111386</c:v>
              </c:pt>
              <c:pt idx="553">
                <c:v>0.25609399999999999</c:v>
              </c:pt>
              <c:pt idx="554">
                <c:v>-6.3228999999999994E-2</c:v>
              </c:pt>
              <c:pt idx="555">
                <c:v>0.39005899999999999</c:v>
              </c:pt>
              <c:pt idx="556">
                <c:v>-0.25461699999999998</c:v>
              </c:pt>
              <c:pt idx="557">
                <c:v>0.151307</c:v>
              </c:pt>
              <c:pt idx="558">
                <c:v>-0.62563899999999995</c:v>
              </c:pt>
              <c:pt idx="559">
                <c:v>0.14377599999999999</c:v>
              </c:pt>
              <c:pt idx="560">
                <c:v>-6.7220000000000002E-2</c:v>
              </c:pt>
              <c:pt idx="561">
                <c:v>-6.2135000000000003E-2</c:v>
              </c:pt>
              <c:pt idx="562">
                <c:v>-8.1525E-2</c:v>
              </c:pt>
              <c:pt idx="563">
                <c:v>6.5462000000000006E-2</c:v>
              </c:pt>
              <c:pt idx="564">
                <c:v>6.2912999999999997E-2</c:v>
              </c:pt>
              <c:pt idx="565">
                <c:v>-5.4934999999999998E-2</c:v>
              </c:pt>
              <c:pt idx="566">
                <c:v>4.6804999999999999E-2</c:v>
              </c:pt>
              <c:pt idx="567">
                <c:v>6.0167999999999999E-2</c:v>
              </c:pt>
              <c:pt idx="568">
                <c:v>0.118808</c:v>
              </c:pt>
              <c:pt idx="569">
                <c:v>0.116456</c:v>
              </c:pt>
              <c:pt idx="570">
                <c:v>0.117537</c:v>
              </c:pt>
              <c:pt idx="571">
                <c:v>0.117559</c:v>
              </c:pt>
              <c:pt idx="572">
                <c:v>0.433006</c:v>
              </c:pt>
              <c:pt idx="573">
                <c:v>0.45327600000000001</c:v>
              </c:pt>
              <c:pt idx="574">
                <c:v>-0.19602600000000001</c:v>
              </c:pt>
              <c:pt idx="575">
                <c:v>-1.045661</c:v>
              </c:pt>
              <c:pt idx="576">
                <c:v>-0.188833</c:v>
              </c:pt>
              <c:pt idx="577">
                <c:v>0.19356499999999999</c:v>
              </c:pt>
              <c:pt idx="578">
                <c:v>8.0147999999999997E-2</c:v>
              </c:pt>
              <c:pt idx="579">
                <c:v>8.0323000000000006E-2</c:v>
              </c:pt>
              <c:pt idx="580">
                <c:v>0.10596999999999999</c:v>
              </c:pt>
              <c:pt idx="581">
                <c:v>8.9474999999999999E-2</c:v>
              </c:pt>
              <c:pt idx="582">
                <c:v>8.8773000000000005E-2</c:v>
              </c:pt>
              <c:pt idx="583">
                <c:v>-0.102745</c:v>
              </c:pt>
              <c:pt idx="584">
                <c:v>9.5724000000000004E-2</c:v>
              </c:pt>
              <c:pt idx="585">
                <c:v>-6.9250000000000006E-2</c:v>
              </c:pt>
              <c:pt idx="586">
                <c:v>0.18403600000000001</c:v>
              </c:pt>
              <c:pt idx="587">
                <c:v>-0.100092</c:v>
              </c:pt>
              <c:pt idx="588">
                <c:v>0.20597299999999999</c:v>
              </c:pt>
              <c:pt idx="589">
                <c:v>0.38814399999999999</c:v>
              </c:pt>
              <c:pt idx="590">
                <c:v>0.426985</c:v>
              </c:pt>
              <c:pt idx="591">
                <c:v>0.320384</c:v>
              </c:pt>
              <c:pt idx="592">
                <c:v>0.252695</c:v>
              </c:pt>
              <c:pt idx="593">
                <c:v>6.3231999999999997E-2</c:v>
              </c:pt>
              <c:pt idx="594">
                <c:v>9.8230999999999999E-2</c:v>
              </c:pt>
              <c:pt idx="595">
                <c:v>9.6503000000000005E-2</c:v>
              </c:pt>
              <c:pt idx="596">
                <c:v>0.107742</c:v>
              </c:pt>
              <c:pt idx="597">
                <c:v>-0.13853599999999999</c:v>
              </c:pt>
              <c:pt idx="598">
                <c:v>-5.9408000000000002E-2</c:v>
              </c:pt>
              <c:pt idx="599">
                <c:v>0.13470599999999999</c:v>
              </c:pt>
              <c:pt idx="600">
                <c:v>0.11573899999999999</c:v>
              </c:pt>
              <c:pt idx="601">
                <c:v>-9.2519000000000004E-2</c:v>
              </c:pt>
              <c:pt idx="602">
                <c:v>-0.13338800000000001</c:v>
              </c:pt>
              <c:pt idx="603">
                <c:v>6.7701999999999998E-2</c:v>
              </c:pt>
              <c:pt idx="604">
                <c:v>-7.7585000000000001E-2</c:v>
              </c:pt>
              <c:pt idx="605">
                <c:v>2.4154999999999999E-2</c:v>
              </c:pt>
              <c:pt idx="606">
                <c:v>7.8534000000000007E-2</c:v>
              </c:pt>
              <c:pt idx="607">
                <c:v>3.4994999999999998E-2</c:v>
              </c:pt>
              <c:pt idx="608">
                <c:v>5.9563999999999999E-2</c:v>
              </c:pt>
              <c:pt idx="609">
                <c:v>0.121501</c:v>
              </c:pt>
              <c:pt idx="610">
                <c:v>4.9492000000000001E-2</c:v>
              </c:pt>
              <c:pt idx="611">
                <c:v>0.26660099999999998</c:v>
              </c:pt>
              <c:pt idx="612">
                <c:v>-5.2894999999999998E-2</c:v>
              </c:pt>
              <c:pt idx="613">
                <c:v>0.156557</c:v>
              </c:pt>
              <c:pt idx="614">
                <c:v>-6.9194000000000006E-2</c:v>
              </c:pt>
              <c:pt idx="615">
                <c:v>-5.5315999999999997E-2</c:v>
              </c:pt>
              <c:pt idx="616">
                <c:v>-6.7236000000000004E-2</c:v>
              </c:pt>
              <c:pt idx="617">
                <c:v>-9.8664000000000002E-2</c:v>
              </c:pt>
              <c:pt idx="618">
                <c:v>0.152194</c:v>
              </c:pt>
              <c:pt idx="619">
                <c:v>0.14632400000000001</c:v>
              </c:pt>
              <c:pt idx="620">
                <c:v>6.2223000000000001E-2</c:v>
              </c:pt>
              <c:pt idx="621">
                <c:v>-8.6463999999999999E-2</c:v>
              </c:pt>
              <c:pt idx="622">
                <c:v>-5.8282E-2</c:v>
              </c:pt>
              <c:pt idx="623">
                <c:v>-9.2156000000000002E-2</c:v>
              </c:pt>
              <c:pt idx="624">
                <c:v>0.239505</c:v>
              </c:pt>
              <c:pt idx="625">
                <c:v>-8.2418000000000005E-2</c:v>
              </c:pt>
              <c:pt idx="626">
                <c:v>-0.27976600000000001</c:v>
              </c:pt>
              <c:pt idx="627">
                <c:v>0.41364299999999998</c:v>
              </c:pt>
              <c:pt idx="628">
                <c:v>0.13266700000000001</c:v>
              </c:pt>
              <c:pt idx="629">
                <c:v>-0.78681699999999999</c:v>
              </c:pt>
              <c:pt idx="630">
                <c:v>-0.140154</c:v>
              </c:pt>
              <c:pt idx="631">
                <c:v>-7.6511999999999997E-2</c:v>
              </c:pt>
              <c:pt idx="632">
                <c:v>-5.9409999999999998E-2</c:v>
              </c:pt>
              <c:pt idx="633">
                <c:v>-6.6962999999999995E-2</c:v>
              </c:pt>
              <c:pt idx="634">
                <c:v>-5.7931999999999997E-2</c:v>
              </c:pt>
              <c:pt idx="635">
                <c:v>-4.4845999999999997E-2</c:v>
              </c:pt>
              <c:pt idx="636">
                <c:v>-5.4123999999999999E-2</c:v>
              </c:pt>
              <c:pt idx="637">
                <c:v>5.7348999999999997E-2</c:v>
              </c:pt>
              <c:pt idx="638">
                <c:v>7.4264999999999998E-2</c:v>
              </c:pt>
              <c:pt idx="639">
                <c:v>-6.7934999999999995E-2</c:v>
              </c:pt>
              <c:pt idx="640">
                <c:v>-0.108445</c:v>
              </c:pt>
              <c:pt idx="641">
                <c:v>0.14452599999999999</c:v>
              </c:pt>
              <c:pt idx="642">
                <c:v>-0.121784</c:v>
              </c:pt>
              <c:pt idx="643">
                <c:v>0.20697499999999999</c:v>
              </c:pt>
              <c:pt idx="644">
                <c:v>0.39629199999999998</c:v>
              </c:pt>
              <c:pt idx="645">
                <c:v>0.108265</c:v>
              </c:pt>
              <c:pt idx="646">
                <c:v>-1.1087670000000001</c:v>
              </c:pt>
              <c:pt idx="647">
                <c:v>-0.33668700000000001</c:v>
              </c:pt>
              <c:pt idx="648">
                <c:v>0.20286899999999999</c:v>
              </c:pt>
              <c:pt idx="649">
                <c:v>-0.114305</c:v>
              </c:pt>
              <c:pt idx="650">
                <c:v>-6.4574999999999994E-2</c:v>
              </c:pt>
              <c:pt idx="651">
                <c:v>0.101974</c:v>
              </c:pt>
              <c:pt idx="652">
                <c:v>9.4905000000000003E-2</c:v>
              </c:pt>
              <c:pt idx="653">
                <c:v>0.125338</c:v>
              </c:pt>
              <c:pt idx="654">
                <c:v>0.107878</c:v>
              </c:pt>
              <c:pt idx="655">
                <c:v>-0.124666</c:v>
              </c:pt>
              <c:pt idx="656">
                <c:v>-7.8222E-2</c:v>
              </c:pt>
              <c:pt idx="657">
                <c:v>8.2740999999999995E-2</c:v>
              </c:pt>
              <c:pt idx="658">
                <c:v>0.13380700000000001</c:v>
              </c:pt>
              <c:pt idx="659">
                <c:v>0.229826</c:v>
              </c:pt>
              <c:pt idx="660">
                <c:v>-0.218607</c:v>
              </c:pt>
              <c:pt idx="661">
                <c:v>0.52976500000000004</c:v>
              </c:pt>
              <c:pt idx="662">
                <c:v>0.34352100000000002</c:v>
              </c:pt>
              <c:pt idx="663">
                <c:v>0.42926999999999998</c:v>
              </c:pt>
              <c:pt idx="664">
                <c:v>9.0966000000000005E-2</c:v>
              </c:pt>
              <c:pt idx="665">
                <c:v>-6.0344000000000002E-2</c:v>
              </c:pt>
              <c:pt idx="666">
                <c:v>0.101245</c:v>
              </c:pt>
              <c:pt idx="667">
                <c:v>5.4865999999999998E-2</c:v>
              </c:pt>
              <c:pt idx="668">
                <c:v>9.5621999999999999E-2</c:v>
              </c:pt>
              <c:pt idx="669">
                <c:v>-7.0673E-2</c:v>
              </c:pt>
              <c:pt idx="670">
                <c:v>8.5214999999999999E-2</c:v>
              </c:pt>
              <c:pt idx="671">
                <c:v>-8.1776000000000001E-2</c:v>
              </c:pt>
              <c:pt idx="672">
                <c:v>0.110786</c:v>
              </c:pt>
              <c:pt idx="673">
                <c:v>-0.14213400000000001</c:v>
              </c:pt>
              <c:pt idx="674">
                <c:v>0.12336999999999999</c:v>
              </c:pt>
              <c:pt idx="675">
                <c:v>5.7681999999999997E-2</c:v>
              </c:pt>
              <c:pt idx="676">
                <c:v>-7.6322000000000001E-2</c:v>
              </c:pt>
              <c:pt idx="677">
                <c:v>-5.5398999999999997E-2</c:v>
              </c:pt>
              <c:pt idx="678">
                <c:v>5.7197999999999999E-2</c:v>
              </c:pt>
              <c:pt idx="679">
                <c:v>-4.0295999999999998E-2</c:v>
              </c:pt>
              <c:pt idx="680">
                <c:v>-9.8572999999999994E-2</c:v>
              </c:pt>
              <c:pt idx="681">
                <c:v>-6.1954000000000002E-2</c:v>
              </c:pt>
              <c:pt idx="682">
                <c:v>0.168683</c:v>
              </c:pt>
              <c:pt idx="683">
                <c:v>-7.7894000000000005E-2</c:v>
              </c:pt>
              <c:pt idx="684">
                <c:v>0.12757599999999999</c:v>
              </c:pt>
              <c:pt idx="685">
                <c:v>0.102671</c:v>
              </c:pt>
              <c:pt idx="686">
                <c:v>5.0650000000000001E-2</c:v>
              </c:pt>
              <c:pt idx="687">
                <c:v>3.6671000000000002E-2</c:v>
              </c:pt>
              <c:pt idx="688">
                <c:v>-0.10613499999999999</c:v>
              </c:pt>
              <c:pt idx="689">
                <c:v>0.108543</c:v>
              </c:pt>
              <c:pt idx="690">
                <c:v>0.112832</c:v>
              </c:pt>
              <c:pt idx="691">
                <c:v>7.7713000000000004E-2</c:v>
              </c:pt>
              <c:pt idx="692">
                <c:v>0.109929</c:v>
              </c:pt>
              <c:pt idx="693">
                <c:v>8.8012000000000007E-2</c:v>
              </c:pt>
              <c:pt idx="694">
                <c:v>-6.8731E-2</c:v>
              </c:pt>
              <c:pt idx="695">
                <c:v>0.246282</c:v>
              </c:pt>
              <c:pt idx="696">
                <c:v>0.21379200000000001</c:v>
              </c:pt>
              <c:pt idx="697">
                <c:v>9.3886999999999998E-2</c:v>
              </c:pt>
              <c:pt idx="698">
                <c:v>0.43763299999999999</c:v>
              </c:pt>
              <c:pt idx="699">
                <c:v>-0.34520400000000001</c:v>
              </c:pt>
              <c:pt idx="700">
                <c:v>0.10814500000000001</c:v>
              </c:pt>
              <c:pt idx="701">
                <c:v>-0.28581400000000001</c:v>
              </c:pt>
              <c:pt idx="702">
                <c:v>0.14439299999999999</c:v>
              </c:pt>
              <c:pt idx="703">
                <c:v>6.0406000000000001E-2</c:v>
              </c:pt>
              <c:pt idx="704">
                <c:v>-7.9672999999999994E-2</c:v>
              </c:pt>
              <c:pt idx="705">
                <c:v>-5.8277000000000002E-2</c:v>
              </c:pt>
              <c:pt idx="706">
                <c:v>-5.4880999999999999E-2</c:v>
              </c:pt>
              <c:pt idx="707">
                <c:v>-4.9692E-2</c:v>
              </c:pt>
              <c:pt idx="708">
                <c:v>-5.7600999999999999E-2</c:v>
              </c:pt>
              <c:pt idx="709">
                <c:v>5.2436999999999998E-2</c:v>
              </c:pt>
              <c:pt idx="710">
                <c:v>8.0023999999999998E-2</c:v>
              </c:pt>
              <c:pt idx="711">
                <c:v>-9.7820000000000004E-2</c:v>
              </c:pt>
              <c:pt idx="712">
                <c:v>0.109376</c:v>
              </c:pt>
              <c:pt idx="713">
                <c:v>9.8816000000000001E-2</c:v>
              </c:pt>
              <c:pt idx="714">
                <c:v>0.221498</c:v>
              </c:pt>
              <c:pt idx="715">
                <c:v>0.445187</c:v>
              </c:pt>
              <c:pt idx="716">
                <c:v>0.43493999999999999</c:v>
              </c:pt>
              <c:pt idx="717">
                <c:v>-0.55066400000000004</c:v>
              </c:pt>
              <c:pt idx="718">
                <c:v>-1.0839240000000001</c:v>
              </c:pt>
              <c:pt idx="719">
                <c:v>-0.17224200000000001</c:v>
              </c:pt>
              <c:pt idx="720">
                <c:v>0.18727199999999999</c:v>
              </c:pt>
              <c:pt idx="721">
                <c:v>8.5269999999999999E-2</c:v>
              </c:pt>
              <c:pt idx="722">
                <c:v>9.8559999999999995E-2</c:v>
              </c:pt>
              <c:pt idx="723">
                <c:v>-0.12507299999999999</c:v>
              </c:pt>
              <c:pt idx="724">
                <c:v>0.11508500000000001</c:v>
              </c:pt>
              <c:pt idx="725">
                <c:v>-7.4430999999999997E-2</c:v>
              </c:pt>
              <c:pt idx="726">
                <c:v>9.8990999999999996E-2</c:v>
              </c:pt>
              <c:pt idx="727">
                <c:v>-0.11303100000000001</c:v>
              </c:pt>
              <c:pt idx="728">
                <c:v>-7.3441000000000006E-2</c:v>
              </c:pt>
              <c:pt idx="729">
                <c:v>0.13977400000000001</c:v>
              </c:pt>
              <c:pt idx="730">
                <c:v>-0.16939799999999999</c:v>
              </c:pt>
              <c:pt idx="731">
                <c:v>0.198737</c:v>
              </c:pt>
              <c:pt idx="732">
                <c:v>0.52386999999999995</c:v>
              </c:pt>
              <c:pt idx="733">
                <c:v>0.436413</c:v>
              </c:pt>
              <c:pt idx="734">
                <c:v>0.330932</c:v>
              </c:pt>
              <c:pt idx="735">
                <c:v>-0.13838500000000001</c:v>
              </c:pt>
              <c:pt idx="736">
                <c:v>-5.5501000000000002E-2</c:v>
              </c:pt>
              <c:pt idx="737">
                <c:v>8.4961999999999996E-2</c:v>
              </c:pt>
              <c:pt idx="738">
                <c:v>-7.3231000000000004E-2</c:v>
              </c:pt>
              <c:pt idx="739">
                <c:v>9.4575000000000006E-2</c:v>
              </c:pt>
              <c:pt idx="740">
                <c:v>-0.100553</c:v>
              </c:pt>
              <c:pt idx="741">
                <c:v>-7.5340000000000004E-2</c:v>
              </c:pt>
              <c:pt idx="742">
                <c:v>-8.2438999999999998E-2</c:v>
              </c:pt>
              <c:pt idx="743">
                <c:v>0.11902699999999999</c:v>
              </c:pt>
              <c:pt idx="744">
                <c:v>0.124831</c:v>
              </c:pt>
              <c:pt idx="745">
                <c:v>0.12864200000000001</c:v>
              </c:pt>
              <c:pt idx="746">
                <c:v>6.7196000000000006E-2</c:v>
              </c:pt>
              <c:pt idx="747">
                <c:v>-7.8609999999999999E-2</c:v>
              </c:pt>
              <c:pt idx="748">
                <c:v>3.2962999999999999E-2</c:v>
              </c:pt>
              <c:pt idx="749">
                <c:v>-6.3419000000000003E-2</c:v>
              </c:pt>
              <c:pt idx="750">
                <c:v>-3.9150999999999998E-2</c:v>
              </c:pt>
              <c:pt idx="751">
                <c:v>5.6516999999999998E-2</c:v>
              </c:pt>
              <c:pt idx="752">
                <c:v>-9.1986999999999999E-2</c:v>
              </c:pt>
              <c:pt idx="753">
                <c:v>4.5686999999999998E-2</c:v>
              </c:pt>
              <c:pt idx="754">
                <c:v>0.25839499999999999</c:v>
              </c:pt>
              <c:pt idx="755">
                <c:v>-5.2540000000000003E-2</c:v>
              </c:pt>
              <c:pt idx="756">
                <c:v>-0.15140700000000001</c:v>
              </c:pt>
              <c:pt idx="757">
                <c:v>6.7643999999999996E-2</c:v>
              </c:pt>
              <c:pt idx="758">
                <c:v>-5.0027000000000002E-2</c:v>
              </c:pt>
              <c:pt idx="759">
                <c:v>5.1338000000000002E-2</c:v>
              </c:pt>
              <c:pt idx="760">
                <c:v>0.12923200000000001</c:v>
              </c:pt>
              <c:pt idx="761">
                <c:v>0.11075599999999999</c:v>
              </c:pt>
              <c:pt idx="762">
                <c:v>0.1105</c:v>
              </c:pt>
              <c:pt idx="763">
                <c:v>-7.0361999999999994E-2</c:v>
              </c:pt>
              <c:pt idx="764">
                <c:v>9.1163999999999995E-2</c:v>
              </c:pt>
              <c:pt idx="765">
                <c:v>6.4585000000000004E-2</c:v>
              </c:pt>
              <c:pt idx="766">
                <c:v>5.0303E-2</c:v>
              </c:pt>
              <c:pt idx="767">
                <c:v>0.26094000000000001</c:v>
              </c:pt>
              <c:pt idx="768">
                <c:v>-0.137151</c:v>
              </c:pt>
              <c:pt idx="769">
                <c:v>0.22289200000000001</c:v>
              </c:pt>
              <c:pt idx="770">
                <c:v>0.36649799999999999</c:v>
              </c:pt>
              <c:pt idx="771">
                <c:v>0.24146899999999999</c:v>
              </c:pt>
              <c:pt idx="772">
                <c:v>-0.67057100000000003</c:v>
              </c:pt>
              <c:pt idx="773">
                <c:v>-0.144763</c:v>
              </c:pt>
              <c:pt idx="774">
                <c:v>-9.7935999999999995E-2</c:v>
              </c:pt>
              <c:pt idx="775">
                <c:v>-6.7461999999999994E-2</c:v>
              </c:pt>
              <c:pt idx="776">
                <c:v>-8.9843999999999993E-2</c:v>
              </c:pt>
              <c:pt idx="777">
                <c:v>6.1381999999999999E-2</c:v>
              </c:pt>
              <c:pt idx="778">
                <c:v>5.9393000000000001E-2</c:v>
              </c:pt>
              <c:pt idx="779">
                <c:v>4.4301E-2</c:v>
              </c:pt>
              <c:pt idx="780">
                <c:v>-5.7160999999999997E-2</c:v>
              </c:pt>
              <c:pt idx="781">
                <c:v>7.7494999999999994E-2</c:v>
              </c:pt>
              <c:pt idx="782">
                <c:v>6.0490000000000002E-2</c:v>
              </c:pt>
              <c:pt idx="783">
                <c:v>-9.1687000000000005E-2</c:v>
              </c:pt>
              <c:pt idx="784">
                <c:v>0.124463</c:v>
              </c:pt>
              <c:pt idx="785">
                <c:v>-8.1763000000000002E-2</c:v>
              </c:pt>
              <c:pt idx="786">
                <c:v>-0.146538</c:v>
              </c:pt>
              <c:pt idx="787">
                <c:v>0.42525299999999999</c:v>
              </c:pt>
              <c:pt idx="788">
                <c:v>0.12709599999999999</c:v>
              </c:pt>
              <c:pt idx="789">
                <c:v>-0.98947600000000002</c:v>
              </c:pt>
              <c:pt idx="790">
                <c:v>-0.97625300000000004</c:v>
              </c:pt>
              <c:pt idx="791">
                <c:v>-0.17621400000000001</c:v>
              </c:pt>
              <c:pt idx="792">
                <c:v>0.21716099999999999</c:v>
              </c:pt>
              <c:pt idx="793">
                <c:v>-6.0634E-2</c:v>
              </c:pt>
              <c:pt idx="794">
                <c:v>9.3548999999999993E-2</c:v>
              </c:pt>
              <c:pt idx="795">
                <c:v>-0.115008</c:v>
              </c:pt>
              <c:pt idx="796">
                <c:v>9.7848000000000004E-2</c:v>
              </c:pt>
              <c:pt idx="797">
                <c:v>-0.10215100000000001</c:v>
              </c:pt>
              <c:pt idx="798">
                <c:v>0.12012399999999999</c:v>
              </c:pt>
              <c:pt idx="799">
                <c:v>-0.13449900000000001</c:v>
              </c:pt>
              <c:pt idx="800">
                <c:v>-8.0843999999999999E-2</c:v>
              </c:pt>
              <c:pt idx="801">
                <c:v>0.175098</c:v>
              </c:pt>
              <c:pt idx="802">
                <c:v>-0.147676</c:v>
              </c:pt>
              <c:pt idx="803">
                <c:v>-0.21673700000000001</c:v>
              </c:pt>
              <c:pt idx="804">
                <c:v>0.60036999999999996</c:v>
              </c:pt>
              <c:pt idx="805">
                <c:v>0.48517199999999999</c:v>
              </c:pt>
              <c:pt idx="806">
                <c:v>0.339223</c:v>
              </c:pt>
              <c:pt idx="807">
                <c:v>-6.812E-2</c:v>
              </c:pt>
              <c:pt idx="808">
                <c:v>-5.4268999999999998E-2</c:v>
              </c:pt>
              <c:pt idx="809">
                <c:v>9.7339999999999996E-2</c:v>
              </c:pt>
              <c:pt idx="810">
                <c:v>6.7771999999999999E-2</c:v>
              </c:pt>
              <c:pt idx="811">
                <c:v>9.5297000000000007E-2</c:v>
              </c:pt>
              <c:pt idx="812">
                <c:v>9.1286999999999993E-2</c:v>
              </c:pt>
              <c:pt idx="813">
                <c:v>-7.6756000000000005E-2</c:v>
              </c:pt>
              <c:pt idx="814">
                <c:v>0.15523300000000001</c:v>
              </c:pt>
              <c:pt idx="815">
                <c:v>8.4934999999999997E-2</c:v>
              </c:pt>
              <c:pt idx="816">
                <c:v>0.13820199999999999</c:v>
              </c:pt>
              <c:pt idx="817">
                <c:v>-0.16386999999999999</c:v>
              </c:pt>
              <c:pt idx="818">
                <c:v>6.4460000000000003E-2</c:v>
              </c:pt>
              <c:pt idx="819">
                <c:v>-7.868E-2</c:v>
              </c:pt>
              <c:pt idx="820">
                <c:v>2.8435999999999999E-2</c:v>
              </c:pt>
              <c:pt idx="821">
                <c:v>9.8393999999999995E-2</c:v>
              </c:pt>
              <c:pt idx="822">
                <c:v>-3.8976999999999998E-2</c:v>
              </c:pt>
              <c:pt idx="823">
                <c:v>-8.8094000000000006E-2</c:v>
              </c:pt>
              <c:pt idx="824">
                <c:v>-6.8847000000000005E-2</c:v>
              </c:pt>
              <c:pt idx="825">
                <c:v>0.192276</c:v>
              </c:pt>
              <c:pt idx="826">
                <c:v>-7.2729000000000002E-2</c:v>
              </c:pt>
              <c:pt idx="827">
                <c:v>-9.4993999999999995E-2</c:v>
              </c:pt>
              <c:pt idx="828">
                <c:v>0.13066900000000001</c:v>
              </c:pt>
              <c:pt idx="829">
                <c:v>-5.8115E-2</c:v>
              </c:pt>
              <c:pt idx="830">
                <c:v>-3.1468999999999997E-2</c:v>
              </c:pt>
              <c:pt idx="831">
                <c:v>0.13283700000000001</c:v>
              </c:pt>
              <c:pt idx="832">
                <c:v>0.112723</c:v>
              </c:pt>
              <c:pt idx="833">
                <c:v>0.113604</c:v>
              </c:pt>
              <c:pt idx="834">
                <c:v>-6.4779000000000003E-2</c:v>
              </c:pt>
              <c:pt idx="835">
                <c:v>0.131055</c:v>
              </c:pt>
              <c:pt idx="836">
                <c:v>0.10723199999999999</c:v>
              </c:pt>
              <c:pt idx="837">
                <c:v>4.2118000000000003E-2</c:v>
              </c:pt>
              <c:pt idx="838">
                <c:v>-0.13356299999999999</c:v>
              </c:pt>
              <c:pt idx="839">
                <c:v>0.222527</c:v>
              </c:pt>
              <c:pt idx="840">
                <c:v>-6.9489999999999996E-2</c:v>
              </c:pt>
              <c:pt idx="841">
                <c:v>0.50897000000000003</c:v>
              </c:pt>
              <c:pt idx="842">
                <c:v>-0.36494599999999999</c:v>
              </c:pt>
              <c:pt idx="843">
                <c:v>-0.101301</c:v>
              </c:pt>
              <c:pt idx="844">
                <c:v>-0.77150799999999997</c:v>
              </c:pt>
              <c:pt idx="845">
                <c:v>-9.9503999999999995E-2</c:v>
              </c:pt>
              <c:pt idx="846">
                <c:v>7.9424999999999996E-2</c:v>
              </c:pt>
              <c:pt idx="847">
                <c:v>-9.3361E-2</c:v>
              </c:pt>
              <c:pt idx="848">
                <c:v>-7.2054000000000007E-2</c:v>
              </c:pt>
              <c:pt idx="849">
                <c:v>-6.5072000000000005E-2</c:v>
              </c:pt>
              <c:pt idx="850">
                <c:v>-5.4614000000000003E-2</c:v>
              </c:pt>
              <c:pt idx="851">
                <c:v>6.2828999999999996E-2</c:v>
              </c:pt>
              <c:pt idx="852">
                <c:v>-5.2165999999999997E-2</c:v>
              </c:pt>
              <c:pt idx="853">
                <c:v>8.5532999999999998E-2</c:v>
              </c:pt>
              <c:pt idx="854">
                <c:v>-7.5870999999999994E-2</c:v>
              </c:pt>
              <c:pt idx="855">
                <c:v>0.117382</c:v>
              </c:pt>
              <c:pt idx="856">
                <c:v>0.116676</c:v>
              </c:pt>
              <c:pt idx="857">
                <c:v>0.17910100000000001</c:v>
              </c:pt>
              <c:pt idx="858">
                <c:v>-0.28204499999999999</c:v>
              </c:pt>
              <c:pt idx="859">
                <c:v>0.40231800000000001</c:v>
              </c:pt>
              <c:pt idx="860">
                <c:v>-9.3404000000000001E-2</c:v>
              </c:pt>
              <c:pt idx="861">
                <c:v>-0.970939</c:v>
              </c:pt>
              <c:pt idx="862">
                <c:v>0.20300799999999999</c:v>
              </c:pt>
              <c:pt idx="863">
                <c:v>0.220029</c:v>
              </c:pt>
              <c:pt idx="864">
                <c:v>8.0589999999999995E-2</c:v>
              </c:pt>
              <c:pt idx="865">
                <c:v>-6.9984000000000005E-2</c:v>
              </c:pt>
              <c:pt idx="866">
                <c:v>-0.12911400000000001</c:v>
              </c:pt>
              <c:pt idx="867">
                <c:v>0.10387399999999999</c:v>
              </c:pt>
              <c:pt idx="868">
                <c:v>0.11898400000000001</c:v>
              </c:pt>
              <c:pt idx="869">
                <c:v>0.125308</c:v>
              </c:pt>
              <c:pt idx="870">
                <c:v>-0.112454</c:v>
              </c:pt>
              <c:pt idx="871">
                <c:v>-6.6332000000000002E-2</c:v>
              </c:pt>
              <c:pt idx="872">
                <c:v>8.0949999999999994E-2</c:v>
              </c:pt>
              <c:pt idx="873">
                <c:v>0.14435100000000001</c:v>
              </c:pt>
              <c:pt idx="874">
                <c:v>0.24615400000000001</c:v>
              </c:pt>
              <c:pt idx="875">
                <c:v>-6.3697000000000004E-2</c:v>
              </c:pt>
              <c:pt idx="876">
                <c:v>2.9142999999999999E-2</c:v>
              </c:pt>
              <c:pt idx="877">
                <c:v>-2.1305000000000001E-2</c:v>
              </c:pt>
              <c:pt idx="878">
                <c:v>-1.7361999999999999E-2</c:v>
              </c:pt>
              <c:pt idx="879">
                <c:v>2.2551000000000002E-2</c:v>
              </c:pt>
              <c:pt idx="880">
                <c:v>0.147621</c:v>
              </c:pt>
              <c:pt idx="881">
                <c:v>0.197404</c:v>
              </c:pt>
              <c:pt idx="882">
                <c:v>0.23743300000000001</c:v>
              </c:pt>
              <c:pt idx="883">
                <c:v>-0.1145</c:v>
              </c:pt>
              <c:pt idx="884">
                <c:v>9.3885999999999997E-2</c:v>
              </c:pt>
              <c:pt idx="885">
                <c:v>-7.3044999999999999E-2</c:v>
              </c:pt>
              <c:pt idx="886">
                <c:v>0.15829199999999999</c:v>
              </c:pt>
              <c:pt idx="887">
                <c:v>9.3353000000000005E-2</c:v>
              </c:pt>
              <c:pt idx="888">
                <c:v>-0.122166</c:v>
              </c:pt>
              <c:pt idx="889">
                <c:v>6.0840999999999999E-2</c:v>
              </c:pt>
              <c:pt idx="890">
                <c:v>6.6789000000000001E-2</c:v>
              </c:pt>
              <c:pt idx="891">
                <c:v>-8.0588999999999994E-2</c:v>
              </c:pt>
              <c:pt idx="892">
                <c:v>8.8503999999999999E-2</c:v>
              </c:pt>
              <c:pt idx="893">
                <c:v>0.110509</c:v>
              </c:pt>
              <c:pt idx="894">
                <c:v>-5.7665000000000001E-2</c:v>
              </c:pt>
              <c:pt idx="895">
                <c:v>0.27745199999999998</c:v>
              </c:pt>
              <c:pt idx="896">
                <c:v>0.139935</c:v>
              </c:pt>
              <c:pt idx="897">
                <c:v>-8.0713999999999994E-2</c:v>
              </c:pt>
              <c:pt idx="898">
                <c:v>0.21806700000000001</c:v>
              </c:pt>
              <c:pt idx="899">
                <c:v>0.55824399999999996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B5C5-2744-AD3E-8FFAD4E070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24435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Acceleration (g)</a:t>
                </a:r>
              </a:p>
            </c:rich>
          </c:tx>
          <c:overlay val="1"/>
        </c:title>
        <c:numFmt formatCode="0.0" sourceLinked="1"/>
        <c:majorTickMark val="none"/>
        <c:minorTickMark val="none"/>
        <c:tickLblPos val="nextTo"/>
        <c:spPr>
          <a:ln w="0">
            <a:solidFill>
              <a:srgbClr val="06121D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366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Time (s)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244358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72768"/>
        <c:crosses val="autoZero"/>
        <c:crossBetween val="midCat"/>
        <c:majorUnit val="60"/>
      </c:valAx>
      <c:spPr>
        <a:solidFill>
          <a:srgbClr val="06121D"/>
        </a:solidFill>
        <a:ln w="0">
          <a:solidFill>
            <a:srgbClr val="06121D"/>
          </a:solidFill>
          <a:prstDash val="solid"/>
        </a:ln>
      </c:spPr>
    </c:plotArea>
    <c:plotVisOnly val="1"/>
    <c:dispBlanksAs val="zero"/>
    <c:showDLblsOverMax val="1"/>
  </c:chart>
  <c:spPr>
    <a:solidFill>
      <a:srgbClr val="06121D"/>
    </a:solidFill>
    <a:ln w="0">
      <a:solidFill>
        <a:srgbClr val="06121D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上手</c:v>
          </c:tx>
          <c:spPr>
            <a:ln w="20955">
              <a:solidFill>
                <a:srgbClr val="23D5E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0"/>
              <c:pt idx="0">
                <c:v>2.7000000000000001E-3</c:v>
              </c:pt>
              <c:pt idx="1">
                <c:v>0.48630000000000001</c:v>
              </c:pt>
              <c:pt idx="2">
                <c:v>0.69669999999999999</c:v>
              </c:pt>
              <c:pt idx="3">
                <c:v>0.93989999999999996</c:v>
              </c:pt>
              <c:pt idx="4">
                <c:v>1.1503000000000001</c:v>
              </c:pt>
              <c:pt idx="5">
                <c:v>1.5</c:v>
              </c:pt>
              <c:pt idx="6">
                <c:v>1.6393</c:v>
              </c:pt>
              <c:pt idx="7">
                <c:v>1.9891000000000001</c:v>
              </c:pt>
              <c:pt idx="8">
                <c:v>2.1995</c:v>
              </c:pt>
              <c:pt idx="9">
                <c:v>2.4125999999999999</c:v>
              </c:pt>
              <c:pt idx="10">
                <c:v>2.6202000000000001</c:v>
              </c:pt>
              <c:pt idx="11">
                <c:v>2.9672000000000001</c:v>
              </c:pt>
              <c:pt idx="12">
                <c:v>3.1065999999999998</c:v>
              </c:pt>
              <c:pt idx="13">
                <c:v>3.2814000000000001</c:v>
              </c:pt>
              <c:pt idx="14">
                <c:v>3.5600999999999998</c:v>
              </c:pt>
              <c:pt idx="15">
                <c:v>3.9781</c:v>
              </c:pt>
              <c:pt idx="16">
                <c:v>4.1529999999999996</c:v>
              </c:pt>
              <c:pt idx="17">
                <c:v>4.2923</c:v>
              </c:pt>
              <c:pt idx="18">
                <c:v>4.5109000000000004</c:v>
              </c:pt>
              <c:pt idx="19">
                <c:v>4.8224</c:v>
              </c:pt>
            </c:numLit>
          </c:xVal>
          <c:yVal>
            <c:numLit>
              <c:formatCode>0.000</c:formatCode>
              <c:ptCount val="20"/>
              <c:pt idx="0">
                <c:v>4.0292298357391446E-7</c:v>
              </c:pt>
              <c:pt idx="1">
                <c:v>2.2978673022389478E-7</c:v>
              </c:pt>
              <c:pt idx="2">
                <c:v>4.5689804944982091E-6</c:v>
              </c:pt>
              <c:pt idx="3">
                <c:v>5.3056029187991598E-5</c:v>
              </c:pt>
              <c:pt idx="4">
                <c:v>2.9388412172513031E-4</c:v>
              </c:pt>
              <c:pt idx="5">
                <c:v>1.8355276514882073E-3</c:v>
              </c:pt>
              <c:pt idx="6">
                <c:v>1.8578229048355447E-3</c:v>
              </c:pt>
              <c:pt idx="7">
                <c:v>7.3292303703176975E-3</c:v>
              </c:pt>
              <c:pt idx="8">
                <c:v>1.4601889361407536E-2</c:v>
              </c:pt>
              <c:pt idx="9">
                <c:v>1.0589672502952055E-2</c:v>
              </c:pt>
              <c:pt idx="10">
                <c:v>1.0010487888960092E-2</c:v>
              </c:pt>
              <c:pt idx="11">
                <c:v>1.3893334453601551E-2</c:v>
              </c:pt>
              <c:pt idx="12">
                <c:v>1.1002830498284363E-2</c:v>
              </c:pt>
              <c:pt idx="13">
                <c:v>6.6195947069326473E-3</c:v>
              </c:pt>
              <c:pt idx="14">
                <c:v>5.4346035768945613E-3</c:v>
              </c:pt>
              <c:pt idx="15">
                <c:v>5.4220711833025898E-3</c:v>
              </c:pt>
              <c:pt idx="16">
                <c:v>6.6246254060520838E-3</c:v>
              </c:pt>
              <c:pt idx="17">
                <c:v>7.5207968819949525E-3</c:v>
              </c:pt>
              <c:pt idx="18">
                <c:v>6.4348638793443108E-3</c:v>
              </c:pt>
              <c:pt idx="19">
                <c:v>4.4791151540448503E-3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B552-F64B-AAAC-953FCB1BF786}"/>
            </c:ext>
          </c:extLst>
        </c:ser>
        <c:ser>
          <c:idx val="1"/>
          <c:order val="1"/>
          <c:tx>
            <c:v>下手</c:v>
          </c:tx>
          <c:spPr>
            <a:ln w="20955">
              <a:solidFill>
                <a:srgbClr val="FFB33F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0"/>
              <c:pt idx="0">
                <c:v>0</c:v>
              </c:pt>
              <c:pt idx="1">
                <c:v>0.48699999999999999</c:v>
              </c:pt>
              <c:pt idx="2">
                <c:v>0.69769999999999999</c:v>
              </c:pt>
              <c:pt idx="3">
                <c:v>0.94120000000000004</c:v>
              </c:pt>
              <c:pt idx="4">
                <c:v>1.2202</c:v>
              </c:pt>
              <c:pt idx="5">
                <c:v>1.3597999999999999</c:v>
              </c:pt>
              <c:pt idx="6">
                <c:v>1.71</c:v>
              </c:pt>
              <c:pt idx="7">
                <c:v>1.9178999999999999</c:v>
              </c:pt>
              <c:pt idx="8">
                <c:v>2.1970000000000001</c:v>
              </c:pt>
              <c:pt idx="9">
                <c:v>2.3064</c:v>
              </c:pt>
              <c:pt idx="10">
                <c:v>2.6894999999999998</c:v>
              </c:pt>
              <c:pt idx="11">
                <c:v>2.8290000000000002</c:v>
              </c:pt>
              <c:pt idx="12">
                <c:v>3.1408999999999998</c:v>
              </c:pt>
              <c:pt idx="13">
                <c:v>3.42</c:v>
              </c:pt>
              <c:pt idx="14">
                <c:v>3.5568</c:v>
              </c:pt>
              <c:pt idx="15">
                <c:v>3.9424999999999999</c:v>
              </c:pt>
              <c:pt idx="16">
                <c:v>4.1586999999999996</c:v>
              </c:pt>
              <c:pt idx="17">
                <c:v>4.4569000000000001</c:v>
              </c:pt>
              <c:pt idx="18">
                <c:v>4.6292999999999997</c:v>
              </c:pt>
              <c:pt idx="19">
                <c:v>4.7523999999999997</c:v>
              </c:pt>
            </c:numLit>
          </c:xVal>
          <c:yVal>
            <c:numLit>
              <c:formatCode>0.000</c:formatCode>
              <c:ptCount val="20"/>
              <c:pt idx="0">
                <c:v>2.2125213205043805E-5</c:v>
              </c:pt>
              <c:pt idx="1">
                <c:v>2.5092554966255186E-7</c:v>
              </c:pt>
              <c:pt idx="2">
                <c:v>3.3070343822331719E-6</c:v>
              </c:pt>
              <c:pt idx="3">
                <c:v>6.2961265560575343E-5</c:v>
              </c:pt>
              <c:pt idx="4">
                <c:v>5.4727723888671064E-4</c:v>
              </c:pt>
              <c:pt idx="5">
                <c:v>1.2398004784611109E-3</c:v>
              </c:pt>
              <c:pt idx="6">
                <c:v>1.5972152053547229E-3</c:v>
              </c:pt>
              <c:pt idx="7">
                <c:v>6.55361665821768E-3</c:v>
              </c:pt>
              <c:pt idx="8">
                <c:v>1.9357544858912307E-2</c:v>
              </c:pt>
              <c:pt idx="9">
                <c:v>1.2267850546511003E-2</c:v>
              </c:pt>
              <c:pt idx="10">
                <c:v>6.7938458825181442E-3</c:v>
              </c:pt>
              <c:pt idx="11">
                <c:v>7.1098013225112441E-3</c:v>
              </c:pt>
              <c:pt idx="12">
                <c:v>6.6631316582316854E-3</c:v>
              </c:pt>
              <c:pt idx="13">
                <c:v>7.5826656633462084E-3</c:v>
              </c:pt>
              <c:pt idx="14">
                <c:v>7.6248386693154773E-3</c:v>
              </c:pt>
              <c:pt idx="15">
                <c:v>5.218772080740436E-3</c:v>
              </c:pt>
              <c:pt idx="16">
                <c:v>5.1515123360032023E-3</c:v>
              </c:pt>
              <c:pt idx="17">
                <c:v>8.2617404530496187E-3</c:v>
              </c:pt>
              <c:pt idx="18">
                <c:v>6.9585127541769076E-3</c:v>
              </c:pt>
              <c:pt idx="19">
                <c:v>6.2758301403403969E-3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B552-F64B-AAAC-953FCB1BF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24435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Amplitude (g)</a:t>
                </a:r>
              </a:p>
            </c:rich>
          </c:tx>
          <c:overlay val="1"/>
        </c:title>
        <c:numFmt formatCode="0.000" sourceLinked="1"/>
        <c:majorTickMark val="none"/>
        <c:minorTickMark val="none"/>
        <c:tickLblPos val="nextTo"/>
        <c:spPr>
          <a:ln w="0">
            <a:solidFill>
              <a:srgbClr val="06121D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Frequency (Hz)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244358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72768"/>
        <c:crosses val="autoZero"/>
        <c:crossBetween val="midCat"/>
        <c:majorUnit val="2"/>
      </c:valAx>
      <c:spPr>
        <a:solidFill>
          <a:srgbClr val="06121D"/>
        </a:solidFill>
        <a:ln w="0">
          <a:solidFill>
            <a:srgbClr val="06121D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900">
              <a:solidFill>
                <a:srgbClr val="91A9BA"/>
              </a:solidFill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06121D"/>
    </a:solidFill>
    <a:ln w="0">
      <a:solidFill>
        <a:srgbClr val="06121D"/>
      </a:solidFill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上手</c:v>
          </c:tx>
          <c:spPr>
            <a:ln w="20955">
              <a:solidFill>
                <a:srgbClr val="23D5E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"/>
              <c:pt idx="0">
                <c:v>10.075900000000001</c:v>
              </c:pt>
              <c:pt idx="1">
                <c:v>10.363</c:v>
              </c:pt>
              <c:pt idx="2">
                <c:v>10.506500000000001</c:v>
              </c:pt>
              <c:pt idx="3">
                <c:v>10.921200000000001</c:v>
              </c:pt>
              <c:pt idx="4">
                <c:v>11.060700000000001</c:v>
              </c:pt>
              <c:pt idx="5">
                <c:v>11.4834</c:v>
              </c:pt>
              <c:pt idx="6">
                <c:v>11.642899999999999</c:v>
              </c:pt>
              <c:pt idx="7">
                <c:v>11.9459</c:v>
              </c:pt>
              <c:pt idx="8">
                <c:v>12.093400000000001</c:v>
              </c:pt>
              <c:pt idx="9">
                <c:v>12.472200000000001</c:v>
              </c:pt>
              <c:pt idx="10">
                <c:v>12.5121</c:v>
              </c:pt>
              <c:pt idx="11">
                <c:v>12.9427</c:v>
              </c:pt>
              <c:pt idx="12">
                <c:v>13.2258</c:v>
              </c:pt>
              <c:pt idx="13">
                <c:v>13.484999999999999</c:v>
              </c:pt>
              <c:pt idx="14">
                <c:v>13.5329</c:v>
              </c:pt>
              <c:pt idx="15">
                <c:v>13.8957</c:v>
              </c:pt>
              <c:pt idx="16">
                <c:v>14.2067</c:v>
              </c:pt>
              <c:pt idx="17">
                <c:v>14.3941</c:v>
              </c:pt>
              <c:pt idx="18">
                <c:v>14.7171</c:v>
              </c:pt>
              <c:pt idx="19">
                <c:v>14.972300000000001</c:v>
              </c:pt>
              <c:pt idx="20">
                <c:v>15.0002</c:v>
              </c:pt>
              <c:pt idx="21">
                <c:v>15.4109</c:v>
              </c:pt>
              <c:pt idx="22">
                <c:v>15.590299999999999</c:v>
              </c:pt>
              <c:pt idx="23">
                <c:v>15.8614</c:v>
              </c:pt>
              <c:pt idx="24">
                <c:v>16.208300000000001</c:v>
              </c:pt>
              <c:pt idx="25">
                <c:v>16.3399</c:v>
              </c:pt>
              <c:pt idx="26">
                <c:v>16.635000000000002</c:v>
              </c:pt>
              <c:pt idx="27">
                <c:v>16.8902</c:v>
              </c:pt>
              <c:pt idx="28">
                <c:v>17.248999999999999</c:v>
              </c:pt>
              <c:pt idx="29">
                <c:v>17.3248</c:v>
              </c:pt>
              <c:pt idx="30">
                <c:v>17.504200000000001</c:v>
              </c:pt>
              <c:pt idx="31">
                <c:v>17.859100000000002</c:v>
              </c:pt>
              <c:pt idx="32">
                <c:v>18.142199999999999</c:v>
              </c:pt>
              <c:pt idx="33">
                <c:v>18.497</c:v>
              </c:pt>
              <c:pt idx="34">
                <c:v>18.696400000000001</c:v>
              </c:pt>
              <c:pt idx="35">
                <c:v>18.82</c:v>
              </c:pt>
              <c:pt idx="36">
                <c:v>19.146999999999998</c:v>
              </c:pt>
              <c:pt idx="37">
                <c:v>19.370200000000001</c:v>
              </c:pt>
              <c:pt idx="38">
                <c:v>19.537700000000001</c:v>
              </c:pt>
              <c:pt idx="39">
                <c:v>19.988299999999999</c:v>
              </c:pt>
            </c:numLit>
          </c:xVal>
          <c:yVal>
            <c:numLit>
              <c:formatCode>0.000</c:formatCode>
              <c:ptCount val="40"/>
              <c:pt idx="0">
                <c:v>8.6012455274213514E-4</c:v>
              </c:pt>
              <c:pt idx="1">
                <c:v>9.4564083995472077E-4</c:v>
              </c:pt>
              <c:pt idx="2">
                <c:v>1.0738976433638451E-3</c:v>
              </c:pt>
              <c:pt idx="3">
                <c:v>8.6966551394923727E-4</c:v>
              </c:pt>
              <c:pt idx="4">
                <c:v>8.8859874509378614E-4</c:v>
              </c:pt>
              <c:pt idx="5">
                <c:v>1.624863567494315E-3</c:v>
              </c:pt>
              <c:pt idx="6">
                <c:v>1.5014197636062238E-3</c:v>
              </c:pt>
              <c:pt idx="7">
                <c:v>1.3198271264192615E-3</c:v>
              </c:pt>
              <c:pt idx="8">
                <c:v>1.0778115939495015E-3</c:v>
              </c:pt>
              <c:pt idx="9">
                <c:v>1.6632573165377203E-3</c:v>
              </c:pt>
              <c:pt idx="10">
                <c:v>1.6776130616083366E-3</c:v>
              </c:pt>
              <c:pt idx="11">
                <c:v>2.1434836995037837E-3</c:v>
              </c:pt>
              <c:pt idx="12">
                <c:v>2.1068972522872188E-3</c:v>
              </c:pt>
              <c:pt idx="13">
                <c:v>3.2155256131174352E-3</c:v>
              </c:pt>
              <c:pt idx="14">
                <c:v>3.7182133132031038E-3</c:v>
              </c:pt>
              <c:pt idx="15">
                <c:v>4.524362744895166E-3</c:v>
              </c:pt>
              <c:pt idx="16">
                <c:v>3.3493744651478174E-3</c:v>
              </c:pt>
              <c:pt idx="17">
                <c:v>3.7098296865036699E-3</c:v>
              </c:pt>
              <c:pt idx="18">
                <c:v>2.9988501679064873E-3</c:v>
              </c:pt>
              <c:pt idx="19">
                <c:v>3.6392657724971435E-3</c:v>
              </c:pt>
              <c:pt idx="20">
                <c:v>3.3077157392459116E-3</c:v>
              </c:pt>
              <c:pt idx="21">
                <c:v>4.1118215180913631E-3</c:v>
              </c:pt>
              <c:pt idx="22">
                <c:v>2.7445868480960654E-3</c:v>
              </c:pt>
              <c:pt idx="23">
                <c:v>3.3193961298655663E-3</c:v>
              </c:pt>
              <c:pt idx="24">
                <c:v>3.77042794485998E-3</c:v>
              </c:pt>
              <c:pt idx="25">
                <c:v>2.8003651748183772E-3</c:v>
              </c:pt>
              <c:pt idx="26">
                <c:v>2.2377664699813312E-3</c:v>
              </c:pt>
              <c:pt idx="27">
                <c:v>2.633149501469157E-3</c:v>
              </c:pt>
              <c:pt idx="28">
                <c:v>1.9926927799167166E-3</c:v>
              </c:pt>
              <c:pt idx="29">
                <c:v>2.6421709493304954E-3</c:v>
              </c:pt>
              <c:pt idx="30">
                <c:v>2.7605334555081441E-3</c:v>
              </c:pt>
              <c:pt idx="31">
                <c:v>1.9775141314394128E-3</c:v>
              </c:pt>
              <c:pt idx="32">
                <c:v>2.2470746186269565E-3</c:v>
              </c:pt>
              <c:pt idx="33">
                <c:v>2.0575312296320192E-3</c:v>
              </c:pt>
              <c:pt idx="34">
                <c:v>1.9018562386768853E-3</c:v>
              </c:pt>
              <c:pt idx="35">
                <c:v>1.8916744035208076E-3</c:v>
              </c:pt>
              <c:pt idx="36">
                <c:v>1.8109044552636247E-3</c:v>
              </c:pt>
              <c:pt idx="37">
                <c:v>2.0657799196220268E-3</c:v>
              </c:pt>
              <c:pt idx="38">
                <c:v>1.5311731755263589E-3</c:v>
              </c:pt>
              <c:pt idx="39">
                <c:v>1.1497744712150107E-3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6B24-EB48-8D91-5163DDD21839}"/>
            </c:ext>
          </c:extLst>
        </c:ser>
        <c:ser>
          <c:idx val="1"/>
          <c:order val="1"/>
          <c:tx>
            <c:v>下手</c:v>
          </c:tx>
          <c:spPr>
            <a:ln w="20955">
              <a:solidFill>
                <a:srgbClr val="FFB33F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40"/>
              <c:pt idx="0">
                <c:v>10.082800000000001</c:v>
              </c:pt>
              <c:pt idx="1">
                <c:v>10.4854</c:v>
              </c:pt>
              <c:pt idx="2">
                <c:v>10.654299999999999</c:v>
              </c:pt>
              <c:pt idx="3">
                <c:v>10.9833</c:v>
              </c:pt>
              <c:pt idx="4">
                <c:v>11.2171</c:v>
              </c:pt>
              <c:pt idx="5">
                <c:v>11.295</c:v>
              </c:pt>
              <c:pt idx="6">
                <c:v>11.589399999999999</c:v>
              </c:pt>
              <c:pt idx="7">
                <c:v>11.8188</c:v>
              </c:pt>
              <c:pt idx="8">
                <c:v>12.221399999999999</c:v>
              </c:pt>
              <c:pt idx="9">
                <c:v>12.4292</c:v>
              </c:pt>
              <c:pt idx="10">
                <c:v>12.602399999999999</c:v>
              </c:pt>
              <c:pt idx="11">
                <c:v>12.9617</c:v>
              </c:pt>
              <c:pt idx="12">
                <c:v>13.048299999999999</c:v>
              </c:pt>
              <c:pt idx="13">
                <c:v>13.316700000000001</c:v>
              </c:pt>
              <c:pt idx="14">
                <c:v>13.641400000000001</c:v>
              </c:pt>
              <c:pt idx="15">
                <c:v>13.888199999999999</c:v>
              </c:pt>
              <c:pt idx="16">
                <c:v>14.169600000000001</c:v>
              </c:pt>
              <c:pt idx="17">
                <c:v>14.3904</c:v>
              </c:pt>
              <c:pt idx="18">
                <c:v>14.723699999999999</c:v>
              </c:pt>
              <c:pt idx="19">
                <c:v>14.901199999999999</c:v>
              </c:pt>
              <c:pt idx="20">
                <c:v>15.0528</c:v>
              </c:pt>
              <c:pt idx="21">
                <c:v>15.49</c:v>
              </c:pt>
              <c:pt idx="22">
                <c:v>15.697800000000001</c:v>
              </c:pt>
              <c:pt idx="23">
                <c:v>15.8926</c:v>
              </c:pt>
              <c:pt idx="24">
                <c:v>16.0398</c:v>
              </c:pt>
              <c:pt idx="25">
                <c:v>16.403500000000001</c:v>
              </c:pt>
              <c:pt idx="26">
                <c:v>16.598299999999998</c:v>
              </c:pt>
              <c:pt idx="27">
                <c:v>16.832100000000001</c:v>
              </c:pt>
              <c:pt idx="28">
                <c:v>17.035599999999999</c:v>
              </c:pt>
              <c:pt idx="29">
                <c:v>17.4771</c:v>
              </c:pt>
              <c:pt idx="30">
                <c:v>17.5854</c:v>
              </c:pt>
              <c:pt idx="31">
                <c:v>17.879799999999999</c:v>
              </c:pt>
              <c:pt idx="32">
                <c:v>18.031300000000002</c:v>
              </c:pt>
              <c:pt idx="33">
                <c:v>18.4209</c:v>
              </c:pt>
              <c:pt idx="34">
                <c:v>18.5335</c:v>
              </c:pt>
              <c:pt idx="35">
                <c:v>18.836500000000001</c:v>
              </c:pt>
              <c:pt idx="36">
                <c:v>19.113600000000002</c:v>
              </c:pt>
              <c:pt idx="37">
                <c:v>19.4556</c:v>
              </c:pt>
              <c:pt idx="38">
                <c:v>19.5076</c:v>
              </c:pt>
              <c:pt idx="39">
                <c:v>19.9145</c:v>
              </c:pt>
            </c:numLit>
          </c:xVal>
          <c:yVal>
            <c:numLit>
              <c:formatCode>0.000</c:formatCode>
              <c:ptCount val="40"/>
              <c:pt idx="0">
                <c:v>9.5913731790102515E-4</c:v>
              </c:pt>
              <c:pt idx="1">
                <c:v>1.3098895709463213E-3</c:v>
              </c:pt>
              <c:pt idx="2">
                <c:v>1.2175240637962322E-3</c:v>
              </c:pt>
              <c:pt idx="3">
                <c:v>1.2744834751903572E-3</c:v>
              </c:pt>
              <c:pt idx="4">
                <c:v>1.8169726700650592E-3</c:v>
              </c:pt>
              <c:pt idx="5">
                <c:v>1.0697665707523482E-3</c:v>
              </c:pt>
              <c:pt idx="6">
                <c:v>1.3355751009730482E-3</c:v>
              </c:pt>
              <c:pt idx="7">
                <c:v>1.1071668162550557E-3</c:v>
              </c:pt>
              <c:pt idx="8">
                <c:v>1.5914353606333426E-3</c:v>
              </c:pt>
              <c:pt idx="9">
                <c:v>1.3775487586483773E-3</c:v>
              </c:pt>
              <c:pt idx="10">
                <c:v>1.0361673927032447E-3</c:v>
              </c:pt>
              <c:pt idx="11">
                <c:v>2.073237984296759E-3</c:v>
              </c:pt>
              <c:pt idx="12">
                <c:v>1.8110882447657333E-3</c:v>
              </c:pt>
              <c:pt idx="13">
                <c:v>1.9641006253366725E-3</c:v>
              </c:pt>
              <c:pt idx="14">
                <c:v>2.4920340886937105E-3</c:v>
              </c:pt>
              <c:pt idx="15">
                <c:v>3.1416391067857295E-3</c:v>
              </c:pt>
              <c:pt idx="16">
                <c:v>4.2127005596940773E-3</c:v>
              </c:pt>
              <c:pt idx="17">
                <c:v>3.514164274272757E-3</c:v>
              </c:pt>
              <c:pt idx="18">
                <c:v>3.6151892039017154E-3</c:v>
              </c:pt>
              <c:pt idx="19">
                <c:v>3.5883523243835113E-3</c:v>
              </c:pt>
              <c:pt idx="20">
                <c:v>4.3698102095816749E-3</c:v>
              </c:pt>
              <c:pt idx="21">
                <c:v>3.2027592886475524E-3</c:v>
              </c:pt>
              <c:pt idx="22">
                <c:v>2.8646325063756755E-3</c:v>
              </c:pt>
              <c:pt idx="23">
                <c:v>3.1845202370249237E-3</c:v>
              </c:pt>
              <c:pt idx="24">
                <c:v>3.2787747578460319E-3</c:v>
              </c:pt>
              <c:pt idx="25">
                <c:v>2.6195288531962735E-3</c:v>
              </c:pt>
              <c:pt idx="26">
                <c:v>2.8477323485267773E-3</c:v>
              </c:pt>
              <c:pt idx="27">
                <c:v>3.4652686181530011E-3</c:v>
              </c:pt>
              <c:pt idx="28">
                <c:v>2.7467537813937425E-3</c:v>
              </c:pt>
              <c:pt idx="29">
                <c:v>3.7751848911197847E-3</c:v>
              </c:pt>
              <c:pt idx="30">
                <c:v>3.3129923430229311E-3</c:v>
              </c:pt>
              <c:pt idx="31">
                <c:v>2.8032102473117822E-3</c:v>
              </c:pt>
              <c:pt idx="32">
                <c:v>3.0391042030323153E-3</c:v>
              </c:pt>
              <c:pt idx="33">
                <c:v>2.1688672490950242E-3</c:v>
              </c:pt>
              <c:pt idx="34">
                <c:v>1.914680042442093E-3</c:v>
              </c:pt>
              <c:pt idx="35">
                <c:v>1.9463381248941145E-3</c:v>
              </c:pt>
              <c:pt idx="36">
                <c:v>2.4058382743703346E-3</c:v>
              </c:pt>
              <c:pt idx="37">
                <c:v>2.1639289647000771E-3</c:v>
              </c:pt>
              <c:pt idx="38">
                <c:v>2.1313566871270363E-3</c:v>
              </c:pt>
              <c:pt idx="39">
                <c:v>1.5741726195589762E-3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6B24-EB48-8D91-5163DDD218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24435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Amplitude (g)</a:t>
                </a:r>
              </a:p>
            </c:rich>
          </c:tx>
          <c:overlay val="1"/>
        </c:title>
        <c:numFmt formatCode="0.000" sourceLinked="1"/>
        <c:majorTickMark val="none"/>
        <c:minorTickMark val="none"/>
        <c:tickLblPos val="nextTo"/>
        <c:spPr>
          <a:ln w="0">
            <a:solidFill>
              <a:srgbClr val="06121D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20"/>
          <c:min val="10"/>
        </c:scaling>
        <c:delete val="0"/>
        <c:axPos val="b"/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Frequency (Hz)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244358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72768"/>
        <c:crosses val="autoZero"/>
        <c:crossBetween val="midCat"/>
        <c:majorUnit val="2"/>
      </c:valAx>
      <c:spPr>
        <a:solidFill>
          <a:srgbClr val="06121D"/>
        </a:solidFill>
        <a:ln w="0">
          <a:solidFill>
            <a:srgbClr val="06121D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900">
              <a:solidFill>
                <a:srgbClr val="91A9BA"/>
              </a:solidFill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06121D"/>
    </a:solidFill>
    <a:ln w="0">
      <a:solidFill>
        <a:srgbClr val="06121D"/>
      </a:solidFill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上手</c:v>
          </c:tx>
          <c:spPr>
            <a:ln w="20955">
              <a:solidFill>
                <a:srgbClr val="23D5E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320"/>
              <c:pt idx="0">
                <c:v>100.0052</c:v>
              </c:pt>
              <c:pt idx="1">
                <c:v>100.3561</c:v>
              </c:pt>
              <c:pt idx="2">
                <c:v>100.74679999999999</c:v>
              </c:pt>
              <c:pt idx="3">
                <c:v>100.93819999999999</c:v>
              </c:pt>
              <c:pt idx="4">
                <c:v>101.17740000000001</c:v>
              </c:pt>
              <c:pt idx="5">
                <c:v>101.4924</c:v>
              </c:pt>
              <c:pt idx="6">
                <c:v>101.72369999999999</c:v>
              </c:pt>
              <c:pt idx="7">
                <c:v>101.93899999999999</c:v>
              </c:pt>
              <c:pt idx="8">
                <c:v>102.2221</c:v>
              </c:pt>
              <c:pt idx="9">
                <c:v>102.27</c:v>
              </c:pt>
              <c:pt idx="10">
                <c:v>102.57299999999999</c:v>
              </c:pt>
              <c:pt idx="11">
                <c:v>102.95180000000001</c:v>
              </c:pt>
              <c:pt idx="12">
                <c:v>103.23090000000001</c:v>
              </c:pt>
              <c:pt idx="13">
                <c:v>103.4063</c:v>
              </c:pt>
              <c:pt idx="14">
                <c:v>103.52200000000001</c:v>
              </c:pt>
              <c:pt idx="15">
                <c:v>103.92870000000001</c:v>
              </c:pt>
              <c:pt idx="16">
                <c:v>104.1799</c:v>
              </c:pt>
              <c:pt idx="17">
                <c:v>104.447</c:v>
              </c:pt>
              <c:pt idx="18">
                <c:v>104.66630000000001</c:v>
              </c:pt>
              <c:pt idx="19">
                <c:v>104.8657</c:v>
              </c:pt>
              <c:pt idx="20">
                <c:v>105.1568</c:v>
              </c:pt>
              <c:pt idx="21">
                <c:v>105.43989999999999</c:v>
              </c:pt>
              <c:pt idx="22">
                <c:v>105.59139999999999</c:v>
              </c:pt>
              <c:pt idx="23">
                <c:v>105.9662</c:v>
              </c:pt>
              <c:pt idx="24">
                <c:v>106.21339999999999</c:v>
              </c:pt>
              <c:pt idx="25">
                <c:v>106.4088</c:v>
              </c:pt>
              <c:pt idx="26">
                <c:v>106.5722</c:v>
              </c:pt>
              <c:pt idx="27">
                <c:v>106.9391</c:v>
              </c:pt>
              <c:pt idx="28">
                <c:v>107.1384</c:v>
              </c:pt>
              <c:pt idx="29">
                <c:v>107.3338</c:v>
              </c:pt>
              <c:pt idx="30">
                <c:v>107.6927</c:v>
              </c:pt>
              <c:pt idx="31">
                <c:v>107.8601</c:v>
              </c:pt>
              <c:pt idx="32">
                <c:v>108.1153</c:v>
              </c:pt>
              <c:pt idx="33">
                <c:v>108.4024</c:v>
              </c:pt>
              <c:pt idx="34">
                <c:v>108.6536</c:v>
              </c:pt>
              <c:pt idx="35">
                <c:v>108.7533</c:v>
              </c:pt>
              <c:pt idx="36">
                <c:v>109.2397</c:v>
              </c:pt>
              <c:pt idx="37">
                <c:v>109.34739999999999</c:v>
              </c:pt>
              <c:pt idx="38">
                <c:v>109.5468</c:v>
              </c:pt>
              <c:pt idx="39">
                <c:v>109.9375</c:v>
              </c:pt>
              <c:pt idx="40">
                <c:v>110.0412</c:v>
              </c:pt>
              <c:pt idx="41">
                <c:v>110.45189999999999</c:v>
              </c:pt>
              <c:pt idx="42">
                <c:v>110.715</c:v>
              </c:pt>
              <c:pt idx="43">
                <c:v>110.7629</c:v>
              </c:pt>
              <c:pt idx="44">
                <c:v>111.0579</c:v>
              </c:pt>
              <c:pt idx="45">
                <c:v>111.3211</c:v>
              </c:pt>
              <c:pt idx="46">
                <c:v>111.73180000000001</c:v>
              </c:pt>
              <c:pt idx="47">
                <c:v>111.9391</c:v>
              </c:pt>
              <c:pt idx="48">
                <c:v>112.23820000000001</c:v>
              </c:pt>
              <c:pt idx="49">
                <c:v>112.286</c:v>
              </c:pt>
              <c:pt idx="50">
                <c:v>112.56910000000001</c:v>
              </c:pt>
              <c:pt idx="51">
                <c:v>112.928</c:v>
              </c:pt>
              <c:pt idx="52">
                <c:v>113.0117</c:v>
              </c:pt>
              <c:pt idx="53">
                <c:v>113.4742</c:v>
              </c:pt>
              <c:pt idx="54">
                <c:v>113.6696</c:v>
              </c:pt>
              <c:pt idx="55">
                <c:v>113.82510000000001</c:v>
              </c:pt>
              <c:pt idx="56">
                <c:v>114.16800000000001</c:v>
              </c:pt>
              <c:pt idx="57">
                <c:v>114.43519999999999</c:v>
              </c:pt>
              <c:pt idx="58">
                <c:v>114.6904</c:v>
              </c:pt>
              <c:pt idx="59">
                <c:v>114.8977</c:v>
              </c:pt>
              <c:pt idx="60">
                <c:v>115.0093</c:v>
              </c:pt>
              <c:pt idx="61">
                <c:v>115.3523</c:v>
              </c:pt>
              <c:pt idx="62">
                <c:v>115.6832</c:v>
              </c:pt>
              <c:pt idx="63">
                <c:v>115.8228</c:v>
              </c:pt>
              <c:pt idx="64">
                <c:v>116.04600000000001</c:v>
              </c:pt>
              <c:pt idx="65">
                <c:v>116.3252</c:v>
              </c:pt>
              <c:pt idx="66">
                <c:v>116.5564</c:v>
              </c:pt>
              <c:pt idx="67">
                <c:v>116.7877</c:v>
              </c:pt>
              <c:pt idx="68">
                <c:v>117.0788</c:v>
              </c:pt>
              <c:pt idx="69">
                <c:v>117.3379</c:v>
              </c:pt>
              <c:pt idx="70">
                <c:v>117.6649</c:v>
              </c:pt>
              <c:pt idx="71">
                <c:v>117.7606</c:v>
              </c:pt>
              <c:pt idx="72">
                <c:v>118.2351</c:v>
              </c:pt>
              <c:pt idx="73">
                <c:v>118.3826</c:v>
              </c:pt>
              <c:pt idx="74">
                <c:v>118.66970000000001</c:v>
              </c:pt>
              <c:pt idx="75">
                <c:v>118.93680000000001</c:v>
              </c:pt>
              <c:pt idx="76">
                <c:v>119.0325</c:v>
              </c:pt>
              <c:pt idx="77">
                <c:v>119.25579999999999</c:v>
              </c:pt>
              <c:pt idx="78">
                <c:v>119.7303</c:v>
              </c:pt>
              <c:pt idx="79">
                <c:v>119.9576</c:v>
              </c:pt>
              <c:pt idx="80">
                <c:v>120.1968</c:v>
              </c:pt>
              <c:pt idx="81">
                <c:v>120.48390000000001</c:v>
              </c:pt>
              <c:pt idx="82">
                <c:v>120.5038</c:v>
              </c:pt>
              <c:pt idx="83">
                <c:v>120.751</c:v>
              </c:pt>
              <c:pt idx="84">
                <c:v>121.2136</c:v>
              </c:pt>
              <c:pt idx="85">
                <c:v>121.4847</c:v>
              </c:pt>
              <c:pt idx="86">
                <c:v>121.7439</c:v>
              </c:pt>
              <c:pt idx="87">
                <c:v>121.9791</c:v>
              </c:pt>
              <c:pt idx="88">
                <c:v>122.01900000000001</c:v>
              </c:pt>
              <c:pt idx="89">
                <c:v>122.43770000000001</c:v>
              </c:pt>
              <c:pt idx="90">
                <c:v>122.6091</c:v>
              </c:pt>
              <c:pt idx="91">
                <c:v>122.89619999999999</c:v>
              </c:pt>
              <c:pt idx="92">
                <c:v>123.2272</c:v>
              </c:pt>
              <c:pt idx="93">
                <c:v>123.32680000000001</c:v>
              </c:pt>
              <c:pt idx="94">
                <c:v>123.6538</c:v>
              </c:pt>
              <c:pt idx="95">
                <c:v>123.8013</c:v>
              </c:pt>
              <c:pt idx="96">
                <c:v>124.13630000000001</c:v>
              </c:pt>
              <c:pt idx="97">
                <c:v>124.2957</c:v>
              </c:pt>
              <c:pt idx="98">
                <c:v>124.57089999999999</c:v>
              </c:pt>
              <c:pt idx="99">
                <c:v>124.91379999999999</c:v>
              </c:pt>
              <c:pt idx="100">
                <c:v>125.16500000000001</c:v>
              </c:pt>
              <c:pt idx="101">
                <c:v>125.2846</c:v>
              </c:pt>
              <c:pt idx="102">
                <c:v>125.6953</c:v>
              </c:pt>
              <c:pt idx="103">
                <c:v>125.93049999999999</c:v>
              </c:pt>
              <c:pt idx="104">
                <c:v>126.07810000000001</c:v>
              </c:pt>
              <c:pt idx="105">
                <c:v>126.4888</c:v>
              </c:pt>
              <c:pt idx="106">
                <c:v>126.53660000000001</c:v>
              </c:pt>
              <c:pt idx="107">
                <c:v>126.8596</c:v>
              </c:pt>
              <c:pt idx="108">
                <c:v>127.10680000000001</c:v>
              </c:pt>
              <c:pt idx="109">
                <c:v>127.4537</c:v>
              </c:pt>
              <c:pt idx="110">
                <c:v>127.74469999999999</c:v>
              </c:pt>
              <c:pt idx="111">
                <c:v>127.8763</c:v>
              </c:pt>
              <c:pt idx="112">
                <c:v>128.1953</c:v>
              </c:pt>
              <c:pt idx="113">
                <c:v>128.34280000000001</c:v>
              </c:pt>
              <c:pt idx="114">
                <c:v>128.6738</c:v>
              </c:pt>
              <c:pt idx="115">
                <c:v>128.917</c:v>
              </c:pt>
              <c:pt idx="116">
                <c:v>129.18809999999999</c:v>
              </c:pt>
              <c:pt idx="117">
                <c:v>129.25190000000001</c:v>
              </c:pt>
              <c:pt idx="118">
                <c:v>129.61879999999999</c:v>
              </c:pt>
              <c:pt idx="119">
                <c:v>129.846</c:v>
              </c:pt>
              <c:pt idx="120">
                <c:v>130.14109999999999</c:v>
              </c:pt>
              <c:pt idx="121">
                <c:v>130.3843</c:v>
              </c:pt>
              <c:pt idx="122">
                <c:v>130.6395</c:v>
              </c:pt>
              <c:pt idx="123">
                <c:v>130.86680000000001</c:v>
              </c:pt>
              <c:pt idx="124">
                <c:v>131.05420000000001</c:v>
              </c:pt>
              <c:pt idx="125">
                <c:v>131.3612</c:v>
              </c:pt>
              <c:pt idx="126">
                <c:v>131.7201</c:v>
              </c:pt>
              <c:pt idx="127">
                <c:v>131.9194</c:v>
              </c:pt>
              <c:pt idx="128">
                <c:v>132.01509999999999</c:v>
              </c:pt>
              <c:pt idx="129">
                <c:v>132.37</c:v>
              </c:pt>
              <c:pt idx="130">
                <c:v>132.5335</c:v>
              </c:pt>
              <c:pt idx="131">
                <c:v>132.78870000000001</c:v>
              </c:pt>
              <c:pt idx="132">
                <c:v>133.17939999999999</c:v>
              </c:pt>
              <c:pt idx="133">
                <c:v>133.29509999999999</c:v>
              </c:pt>
              <c:pt idx="134">
                <c:v>133.65389999999999</c:v>
              </c:pt>
              <c:pt idx="135">
                <c:v>133.84129999999999</c:v>
              </c:pt>
              <c:pt idx="136">
                <c:v>134.16829999999999</c:v>
              </c:pt>
              <c:pt idx="137">
                <c:v>134.3357</c:v>
              </c:pt>
              <c:pt idx="138">
                <c:v>134.6388</c:v>
              </c:pt>
              <c:pt idx="139">
                <c:v>134.78229999999999</c:v>
              </c:pt>
              <c:pt idx="140">
                <c:v>135.17310000000001</c:v>
              </c:pt>
              <c:pt idx="141">
                <c:v>135.46019999999999</c:v>
              </c:pt>
              <c:pt idx="142">
                <c:v>135.5558</c:v>
              </c:pt>
              <c:pt idx="143">
                <c:v>135.99440000000001</c:v>
              </c:pt>
              <c:pt idx="144">
                <c:v>136.24959999999999</c:v>
              </c:pt>
              <c:pt idx="145">
                <c:v>136.4649</c:v>
              </c:pt>
              <c:pt idx="146">
                <c:v>136.5686</c:v>
              </c:pt>
              <c:pt idx="147">
                <c:v>136.8158</c:v>
              </c:pt>
              <c:pt idx="148">
                <c:v>137.1866</c:v>
              </c:pt>
              <c:pt idx="149">
                <c:v>137.43389999999999</c:v>
              </c:pt>
              <c:pt idx="150">
                <c:v>137.69300000000001</c:v>
              </c:pt>
              <c:pt idx="151">
                <c:v>137.8246</c:v>
              </c:pt>
              <c:pt idx="152">
                <c:v>138.15559999999999</c:v>
              </c:pt>
              <c:pt idx="153">
                <c:v>138.45060000000001</c:v>
              </c:pt>
              <c:pt idx="154">
                <c:v>138.5224</c:v>
              </c:pt>
              <c:pt idx="155">
                <c:v>138.76159999999999</c:v>
              </c:pt>
              <c:pt idx="156">
                <c:v>139.07660000000001</c:v>
              </c:pt>
              <c:pt idx="157">
                <c:v>139.36770000000001</c:v>
              </c:pt>
              <c:pt idx="158">
                <c:v>139.6508</c:v>
              </c:pt>
              <c:pt idx="159">
                <c:v>139.83420000000001</c:v>
              </c:pt>
              <c:pt idx="160">
                <c:v>140.07740000000001</c:v>
              </c:pt>
              <c:pt idx="161">
                <c:v>140.48410000000001</c:v>
              </c:pt>
              <c:pt idx="162">
                <c:v>140.66749999999999</c:v>
              </c:pt>
              <c:pt idx="163">
                <c:v>140.98650000000001</c:v>
              </c:pt>
              <c:pt idx="164">
                <c:v>141.12209999999999</c:v>
              </c:pt>
              <c:pt idx="165">
                <c:v>141.48490000000001</c:v>
              </c:pt>
              <c:pt idx="166">
                <c:v>141.58459999999999</c:v>
              </c:pt>
              <c:pt idx="167">
                <c:v>141.87970000000001</c:v>
              </c:pt>
              <c:pt idx="168">
                <c:v>142.18270000000001</c:v>
              </c:pt>
              <c:pt idx="169">
                <c:v>142.44589999999999</c:v>
              </c:pt>
              <c:pt idx="170">
                <c:v>142.709</c:v>
              </c:pt>
              <c:pt idx="171">
                <c:v>142.89250000000001</c:v>
              </c:pt>
              <c:pt idx="172">
                <c:v>143.06790000000001</c:v>
              </c:pt>
              <c:pt idx="173">
                <c:v>143.43469999999999</c:v>
              </c:pt>
              <c:pt idx="174">
                <c:v>143.71379999999999</c:v>
              </c:pt>
              <c:pt idx="175">
                <c:v>143.94110000000001</c:v>
              </c:pt>
              <c:pt idx="176">
                <c:v>144.13249999999999</c:v>
              </c:pt>
              <c:pt idx="177">
                <c:v>144.31190000000001</c:v>
              </c:pt>
              <c:pt idx="178">
                <c:v>144.63890000000001</c:v>
              </c:pt>
              <c:pt idx="179">
                <c:v>144.8981</c:v>
              </c:pt>
              <c:pt idx="180">
                <c:v>145.0137</c:v>
              </c:pt>
              <c:pt idx="181">
                <c:v>145.4802</c:v>
              </c:pt>
              <c:pt idx="182">
                <c:v>145.6317</c:v>
              </c:pt>
              <c:pt idx="183">
                <c:v>145.82310000000001</c:v>
              </c:pt>
              <c:pt idx="184">
                <c:v>146.01050000000001</c:v>
              </c:pt>
              <c:pt idx="185">
                <c:v>146.35339999999999</c:v>
              </c:pt>
              <c:pt idx="186">
                <c:v>146.58869999999999</c:v>
              </c:pt>
              <c:pt idx="187">
                <c:v>146.7561</c:v>
              </c:pt>
              <c:pt idx="188">
                <c:v>147.0951</c:v>
              </c:pt>
              <c:pt idx="189">
                <c:v>147.4699</c:v>
              </c:pt>
              <c:pt idx="190">
                <c:v>147.56559999999999</c:v>
              </c:pt>
              <c:pt idx="191">
                <c:v>147.81280000000001</c:v>
              </c:pt>
              <c:pt idx="192">
                <c:v>148.1876</c:v>
              </c:pt>
              <c:pt idx="193">
                <c:v>148.2833</c:v>
              </c:pt>
              <c:pt idx="194">
                <c:v>148.63810000000001</c:v>
              </c:pt>
              <c:pt idx="195">
                <c:v>148.7578</c:v>
              </c:pt>
              <c:pt idx="196">
                <c:v>149.08070000000001</c:v>
              </c:pt>
              <c:pt idx="197">
                <c:v>149.49940000000001</c:v>
              </c:pt>
              <c:pt idx="198">
                <c:v>149.73070000000001</c:v>
              </c:pt>
              <c:pt idx="199">
                <c:v>149.8622</c:v>
              </c:pt>
              <c:pt idx="200">
                <c:v>150.1413</c:v>
              </c:pt>
              <c:pt idx="201">
                <c:v>150.42840000000001</c:v>
              </c:pt>
              <c:pt idx="202">
                <c:v>150.59190000000001</c:v>
              </c:pt>
              <c:pt idx="203">
                <c:v>150.8511</c:v>
              </c:pt>
              <c:pt idx="204">
                <c:v>151.2099</c:v>
              </c:pt>
              <c:pt idx="205">
                <c:v>151.32560000000001</c:v>
              </c:pt>
              <c:pt idx="206">
                <c:v>151.53290000000001</c:v>
              </c:pt>
              <c:pt idx="207">
                <c:v>151.9316</c:v>
              </c:pt>
              <c:pt idx="208">
                <c:v>152.18680000000001</c:v>
              </c:pt>
              <c:pt idx="209">
                <c:v>152.31039999999999</c:v>
              </c:pt>
              <c:pt idx="210">
                <c:v>152.54169999999999</c:v>
              </c:pt>
              <c:pt idx="211">
                <c:v>152.94839999999999</c:v>
              </c:pt>
              <c:pt idx="212">
                <c:v>153.12379999999999</c:v>
              </c:pt>
              <c:pt idx="213">
                <c:v>153.2714</c:v>
              </c:pt>
              <c:pt idx="214">
                <c:v>153.50659999999999</c:v>
              </c:pt>
              <c:pt idx="215">
                <c:v>153.98910000000001</c:v>
              </c:pt>
              <c:pt idx="216">
                <c:v>154.07679999999999</c:v>
              </c:pt>
              <c:pt idx="217">
                <c:v>154.48750000000001</c:v>
              </c:pt>
              <c:pt idx="218">
                <c:v>154.5752</c:v>
              </c:pt>
              <c:pt idx="219">
                <c:v>154.87029999999999</c:v>
              </c:pt>
              <c:pt idx="220">
                <c:v>155.23310000000001</c:v>
              </c:pt>
              <c:pt idx="221">
                <c:v>155.3408</c:v>
              </c:pt>
              <c:pt idx="222">
                <c:v>155.67169999999999</c:v>
              </c:pt>
              <c:pt idx="223">
                <c:v>155.95079999999999</c:v>
              </c:pt>
              <c:pt idx="224">
                <c:v>156.09440000000001</c:v>
              </c:pt>
              <c:pt idx="225">
                <c:v>156.4014</c:v>
              </c:pt>
              <c:pt idx="226">
                <c:v>156.5051</c:v>
              </c:pt>
              <c:pt idx="227">
                <c:v>156.91579999999999</c:v>
              </c:pt>
              <c:pt idx="228">
                <c:v>157.2148</c:v>
              </c:pt>
              <c:pt idx="229">
                <c:v>157.28659999999999</c:v>
              </c:pt>
              <c:pt idx="230">
                <c:v>157.53380000000001</c:v>
              </c:pt>
              <c:pt idx="231">
                <c:v>157.98830000000001</c:v>
              </c:pt>
              <c:pt idx="232">
                <c:v>158.14779999999999</c:v>
              </c:pt>
              <c:pt idx="233">
                <c:v>158.43090000000001</c:v>
              </c:pt>
              <c:pt idx="234">
                <c:v>158.5625</c:v>
              </c:pt>
              <c:pt idx="235">
                <c:v>158.99709999999999</c:v>
              </c:pt>
              <c:pt idx="236">
                <c:v>159.18049999999999</c:v>
              </c:pt>
              <c:pt idx="237">
                <c:v>159.32409999999999</c:v>
              </c:pt>
              <c:pt idx="238">
                <c:v>159.54339999999999</c:v>
              </c:pt>
              <c:pt idx="239">
                <c:v>159.7587</c:v>
              </c:pt>
              <c:pt idx="240">
                <c:v>160.0856</c:v>
              </c:pt>
              <c:pt idx="241">
                <c:v>160.37270000000001</c:v>
              </c:pt>
              <c:pt idx="242">
                <c:v>160.6678</c:v>
              </c:pt>
              <c:pt idx="243">
                <c:v>160.99469999999999</c:v>
              </c:pt>
              <c:pt idx="244">
                <c:v>161.11840000000001</c:v>
              </c:pt>
              <c:pt idx="245">
                <c:v>161.45330000000001</c:v>
              </c:pt>
              <c:pt idx="246">
                <c:v>161.5968</c:v>
              </c:pt>
              <c:pt idx="247">
                <c:v>161.84010000000001</c:v>
              </c:pt>
              <c:pt idx="248">
                <c:v>162.20689999999999</c:v>
              </c:pt>
              <c:pt idx="249">
                <c:v>162.3066</c:v>
              </c:pt>
              <c:pt idx="250">
                <c:v>162.66139999999999</c:v>
              </c:pt>
              <c:pt idx="251">
                <c:v>162.9485</c:v>
              </c:pt>
              <c:pt idx="252">
                <c:v>163.06020000000001</c:v>
              </c:pt>
              <c:pt idx="253">
                <c:v>163.3672</c:v>
              </c:pt>
              <c:pt idx="254">
                <c:v>163.7141</c:v>
              </c:pt>
              <c:pt idx="255">
                <c:v>163.8177</c:v>
              </c:pt>
              <c:pt idx="256">
                <c:v>164.1327</c:v>
              </c:pt>
              <c:pt idx="257">
                <c:v>164.46369999999999</c:v>
              </c:pt>
              <c:pt idx="258">
                <c:v>164.72290000000001</c:v>
              </c:pt>
              <c:pt idx="259">
                <c:v>164.94220000000001</c:v>
              </c:pt>
              <c:pt idx="260">
                <c:v>165.22919999999999</c:v>
              </c:pt>
              <c:pt idx="261">
                <c:v>165.40870000000001</c:v>
              </c:pt>
              <c:pt idx="262">
                <c:v>165.50839999999999</c:v>
              </c:pt>
              <c:pt idx="263">
                <c:v>165.87520000000001</c:v>
              </c:pt>
              <c:pt idx="264">
                <c:v>166.2021</c:v>
              </c:pt>
              <c:pt idx="265">
                <c:v>166.33770000000001</c:v>
              </c:pt>
              <c:pt idx="266">
                <c:v>166.6009</c:v>
              </c:pt>
              <c:pt idx="267">
                <c:v>166.9119</c:v>
              </c:pt>
              <c:pt idx="268">
                <c:v>167.10730000000001</c:v>
              </c:pt>
              <c:pt idx="269">
                <c:v>167.34649999999999</c:v>
              </c:pt>
              <c:pt idx="270">
                <c:v>167.70140000000001</c:v>
              </c:pt>
              <c:pt idx="271">
                <c:v>167.7971</c:v>
              </c:pt>
              <c:pt idx="272">
                <c:v>168.0283</c:v>
              </c:pt>
              <c:pt idx="273">
                <c:v>168.3194</c:v>
              </c:pt>
              <c:pt idx="274">
                <c:v>168.60650000000001</c:v>
              </c:pt>
              <c:pt idx="275">
                <c:v>168.77</c:v>
              </c:pt>
              <c:pt idx="276">
                <c:v>169.02510000000001</c:v>
              </c:pt>
              <c:pt idx="277">
                <c:v>169.45179999999999</c:v>
              </c:pt>
              <c:pt idx="278">
                <c:v>169.6591</c:v>
              </c:pt>
              <c:pt idx="279">
                <c:v>169.7987</c:v>
              </c:pt>
              <c:pt idx="280">
                <c:v>170.16149999999999</c:v>
              </c:pt>
              <c:pt idx="281">
                <c:v>170.48849999999999</c:v>
              </c:pt>
              <c:pt idx="282">
                <c:v>170.50040000000001</c:v>
              </c:pt>
              <c:pt idx="283">
                <c:v>170.8314</c:v>
              </c:pt>
              <c:pt idx="284">
                <c:v>171.00280000000001</c:v>
              </c:pt>
              <c:pt idx="285">
                <c:v>171.4255</c:v>
              </c:pt>
              <c:pt idx="286">
                <c:v>171.52119999999999</c:v>
              </c:pt>
              <c:pt idx="287">
                <c:v>171.83619999999999</c:v>
              </c:pt>
              <c:pt idx="288">
                <c:v>172.24289999999999</c:v>
              </c:pt>
              <c:pt idx="289">
                <c:v>172.36250000000001</c:v>
              </c:pt>
              <c:pt idx="290">
                <c:v>172.6695</c:v>
              </c:pt>
              <c:pt idx="291">
                <c:v>172.9008</c:v>
              </c:pt>
              <c:pt idx="292">
                <c:v>173.06829999999999</c:v>
              </c:pt>
              <c:pt idx="293">
                <c:v>173.33940000000001</c:v>
              </c:pt>
              <c:pt idx="294">
                <c:v>173.65440000000001</c:v>
              </c:pt>
              <c:pt idx="295">
                <c:v>173.7979</c:v>
              </c:pt>
              <c:pt idx="296">
                <c:v>174.1807</c:v>
              </c:pt>
              <c:pt idx="297">
                <c:v>174.45179999999999</c:v>
              </c:pt>
              <c:pt idx="298">
                <c:v>174.5635</c:v>
              </c:pt>
              <c:pt idx="299">
                <c:v>174.9503</c:v>
              </c:pt>
              <c:pt idx="300">
                <c:v>175.1696</c:v>
              </c:pt>
              <c:pt idx="301">
                <c:v>175.26920000000001</c:v>
              </c:pt>
              <c:pt idx="302">
                <c:v>175.64009999999999</c:v>
              </c:pt>
              <c:pt idx="303">
                <c:v>175.96700000000001</c:v>
              </c:pt>
              <c:pt idx="304">
                <c:v>176.24209999999999</c:v>
              </c:pt>
              <c:pt idx="305">
                <c:v>176.47739999999999</c:v>
              </c:pt>
              <c:pt idx="306">
                <c:v>176.7286</c:v>
              </c:pt>
              <c:pt idx="307">
                <c:v>176.75649999999999</c:v>
              </c:pt>
              <c:pt idx="308">
                <c:v>177.0635</c:v>
              </c:pt>
              <c:pt idx="309">
                <c:v>177.3586</c:v>
              </c:pt>
              <c:pt idx="310">
                <c:v>177.51410000000001</c:v>
              </c:pt>
              <c:pt idx="311">
                <c:v>177.77330000000001</c:v>
              </c:pt>
              <c:pt idx="312">
                <c:v>178.04839999999999</c:v>
              </c:pt>
              <c:pt idx="313">
                <c:v>178.3434</c:v>
              </c:pt>
              <c:pt idx="314">
                <c:v>178.67840000000001</c:v>
              </c:pt>
              <c:pt idx="315">
                <c:v>178.8578</c:v>
              </c:pt>
              <c:pt idx="316">
                <c:v>179.01730000000001</c:v>
              </c:pt>
              <c:pt idx="317">
                <c:v>179.4041</c:v>
              </c:pt>
              <c:pt idx="318">
                <c:v>179.5795</c:v>
              </c:pt>
              <c:pt idx="319">
                <c:v>179.9384</c:v>
              </c:pt>
            </c:numLit>
          </c:xVal>
          <c:yVal>
            <c:numLit>
              <c:formatCode>0.000</c:formatCode>
              <c:ptCount val="320"/>
              <c:pt idx="0">
                <c:v>1.6774936863189082E-4</c:v>
              </c:pt>
              <c:pt idx="1">
                <c:v>1.7158428702888432E-4</c:v>
              </c:pt>
              <c:pt idx="2">
                <c:v>1.612329497333848E-4</c:v>
              </c:pt>
              <c:pt idx="3">
                <c:v>1.8418632495078614E-4</c:v>
              </c:pt>
              <c:pt idx="4">
                <c:v>1.6871675780231961E-4</c:v>
              </c:pt>
              <c:pt idx="5">
                <c:v>1.9769364503797128E-4</c:v>
              </c:pt>
              <c:pt idx="6">
                <c:v>1.8807036276284603E-4</c:v>
              </c:pt>
              <c:pt idx="7">
                <c:v>1.5289627740256679E-4</c:v>
              </c:pt>
              <c:pt idx="8">
                <c:v>1.6036646563524071E-4</c:v>
              </c:pt>
              <c:pt idx="9">
                <c:v>2.1320721839455256E-4</c:v>
              </c:pt>
              <c:pt idx="10">
                <c:v>1.9236907890658007E-4</c:v>
              </c:pt>
              <c:pt idx="11">
                <c:v>2.4452948540618666E-4</c:v>
              </c:pt>
              <c:pt idx="12">
                <c:v>1.884137247255936E-4</c:v>
              </c:pt>
              <c:pt idx="13">
                <c:v>2.4945782350957484E-4</c:v>
              </c:pt>
              <c:pt idx="14">
                <c:v>1.9190027806703224E-4</c:v>
              </c:pt>
              <c:pt idx="15">
                <c:v>2.0193886303608753E-4</c:v>
              </c:pt>
              <c:pt idx="16">
                <c:v>2.4730194476832109E-4</c:v>
              </c:pt>
              <c:pt idx="17">
                <c:v>2.0611872903931544E-4</c:v>
              </c:pt>
              <c:pt idx="18">
                <c:v>2.4111143081644222E-4</c:v>
              </c:pt>
              <c:pt idx="19">
                <c:v>3.0617195112953992E-4</c:v>
              </c:pt>
              <c:pt idx="20">
                <c:v>2.0870951151120973E-4</c:v>
              </c:pt>
              <c:pt idx="21">
                <c:v>2.1080715118961815E-4</c:v>
              </c:pt>
              <c:pt idx="22">
                <c:v>2.4107065451041006E-4</c:v>
              </c:pt>
              <c:pt idx="23">
                <c:v>3.2421674420338484E-4</c:v>
              </c:pt>
              <c:pt idx="24">
                <c:v>2.9007819012328087E-4</c:v>
              </c:pt>
              <c:pt idx="25">
                <c:v>2.8218129277500888E-4</c:v>
              </c:pt>
              <c:pt idx="26">
                <c:v>3.9685863730295996E-4</c:v>
              </c:pt>
              <c:pt idx="27">
                <c:v>3.1112692841841252E-4</c:v>
              </c:pt>
              <c:pt idx="28">
                <c:v>3.3922893761665203E-4</c:v>
              </c:pt>
              <c:pt idx="29">
                <c:v>2.6597451985842214E-4</c:v>
              </c:pt>
              <c:pt idx="30">
                <c:v>3.7619394384518661E-4</c:v>
              </c:pt>
              <c:pt idx="31">
                <c:v>3.1714514856713593E-4</c:v>
              </c:pt>
              <c:pt idx="32">
                <c:v>2.6055001693977333E-4</c:v>
              </c:pt>
              <c:pt idx="33">
                <c:v>2.3311919654534871E-4</c:v>
              </c:pt>
              <c:pt idx="34">
                <c:v>3.2083035273037998E-4</c:v>
              </c:pt>
              <c:pt idx="35">
                <c:v>2.9273723986822739E-4</c:v>
              </c:pt>
              <c:pt idx="36">
                <c:v>2.0175005608998937E-4</c:v>
              </c:pt>
              <c:pt idx="37">
                <c:v>2.9109411123310128E-4</c:v>
              </c:pt>
              <c:pt idx="38">
                <c:v>2.6813735792904886E-4</c:v>
              </c:pt>
              <c:pt idx="39">
                <c:v>2.7329588082042523E-4</c:v>
              </c:pt>
              <c:pt idx="40">
                <c:v>3.0239067879163752E-4</c:v>
              </c:pt>
              <c:pt idx="41">
                <c:v>2.3610206969935178E-4</c:v>
              </c:pt>
              <c:pt idx="42">
                <c:v>2.572093180120067E-4</c:v>
              </c:pt>
              <c:pt idx="43">
                <c:v>2.2680014285114141E-4</c:v>
              </c:pt>
              <c:pt idx="44">
                <c:v>2.3119512158612763E-4</c:v>
              </c:pt>
              <c:pt idx="45">
                <c:v>2.2084813032620349E-4</c:v>
              </c:pt>
              <c:pt idx="46">
                <c:v>1.8152351387508967E-4</c:v>
              </c:pt>
              <c:pt idx="47">
                <c:v>2.9725763624859975E-4</c:v>
              </c:pt>
              <c:pt idx="48">
                <c:v>2.2342894614291604E-4</c:v>
              </c:pt>
              <c:pt idx="49">
                <c:v>2.1222793877060365E-4</c:v>
              </c:pt>
              <c:pt idx="50">
                <c:v>2.5671093434753906E-4</c:v>
              </c:pt>
              <c:pt idx="51">
                <c:v>2.7304014820962697E-4</c:v>
              </c:pt>
              <c:pt idx="52">
                <c:v>3.3289678633132672E-4</c:v>
              </c:pt>
              <c:pt idx="53">
                <c:v>3.2101945408207351E-4</c:v>
              </c:pt>
              <c:pt idx="54">
                <c:v>2.6199077004713801E-4</c:v>
              </c:pt>
              <c:pt idx="55">
                <c:v>3.26306808067879E-4</c:v>
              </c:pt>
              <c:pt idx="56">
                <c:v>1.9897524560424126E-4</c:v>
              </c:pt>
              <c:pt idx="57">
                <c:v>2.267415822011612E-4</c:v>
              </c:pt>
              <c:pt idx="58">
                <c:v>2.8523337234323342E-4</c:v>
              </c:pt>
              <c:pt idx="59">
                <c:v>2.7832382365738885E-4</c:v>
              </c:pt>
              <c:pt idx="60">
                <c:v>2.3755698908853703E-4</c:v>
              </c:pt>
              <c:pt idx="61">
                <c:v>2.3838675887808363E-4</c:v>
              </c:pt>
              <c:pt idx="62">
                <c:v>2.4285729053125758E-4</c:v>
              </c:pt>
              <c:pt idx="63">
                <c:v>2.3503055074025779E-4</c:v>
              </c:pt>
              <c:pt idx="64">
                <c:v>3.9237477005220762E-4</c:v>
              </c:pt>
              <c:pt idx="65">
                <c:v>2.2245674741433564E-4</c:v>
              </c:pt>
              <c:pt idx="66">
                <c:v>2.6579474583671874E-4</c:v>
              </c:pt>
              <c:pt idx="67">
                <c:v>1.9800860953367107E-4</c:v>
              </c:pt>
              <c:pt idx="68">
                <c:v>2.8113976772683156E-4</c:v>
              </c:pt>
              <c:pt idx="69">
                <c:v>2.6358750123057026E-4</c:v>
              </c:pt>
              <c:pt idx="70">
                <c:v>2.3416684762195644E-4</c:v>
              </c:pt>
              <c:pt idx="71">
                <c:v>2.6914652095006342E-4</c:v>
              </c:pt>
              <c:pt idx="72">
                <c:v>2.826702874782561E-4</c:v>
              </c:pt>
              <c:pt idx="73">
                <c:v>2.5146308357455971E-4</c:v>
              </c:pt>
              <c:pt idx="74">
                <c:v>1.9558142997862609E-4</c:v>
              </c:pt>
              <c:pt idx="75">
                <c:v>2.7162821617363807E-4</c:v>
              </c:pt>
              <c:pt idx="76">
                <c:v>3.0695982898959332E-4</c:v>
              </c:pt>
              <c:pt idx="77">
                <c:v>2.6785872045136246E-4</c:v>
              </c:pt>
              <c:pt idx="78">
                <c:v>3.0533109433739743E-4</c:v>
              </c:pt>
              <c:pt idx="79">
                <c:v>3.5366743188375657E-4</c:v>
              </c:pt>
              <c:pt idx="80">
                <c:v>2.6901344398436318E-4</c:v>
              </c:pt>
              <c:pt idx="81">
                <c:v>3.9879528361072699E-4</c:v>
              </c:pt>
              <c:pt idx="82">
                <c:v>3.6252718431885886E-4</c:v>
              </c:pt>
              <c:pt idx="83">
                <c:v>3.176493692211519E-4</c:v>
              </c:pt>
              <c:pt idx="84">
                <c:v>3.0386665139181367E-4</c:v>
              </c:pt>
              <c:pt idx="85">
                <c:v>2.4544269341555578E-4</c:v>
              </c:pt>
              <c:pt idx="86">
                <c:v>3.7126877407260171E-4</c:v>
              </c:pt>
              <c:pt idx="87">
                <c:v>3.8356590222695687E-4</c:v>
              </c:pt>
              <c:pt idx="88">
                <c:v>3.0039066579352371E-4</c:v>
              </c:pt>
              <c:pt idx="89">
                <c:v>3.6637186536546418E-4</c:v>
              </c:pt>
              <c:pt idx="90">
                <c:v>3.7248648330963927E-4</c:v>
              </c:pt>
              <c:pt idx="91">
                <c:v>3.5507763493241174E-4</c:v>
              </c:pt>
              <c:pt idx="92">
                <c:v>4.5224145133257156E-4</c:v>
              </c:pt>
              <c:pt idx="93">
                <c:v>4.4682582876712554E-4</c:v>
              </c:pt>
              <c:pt idx="94">
                <c:v>4.5599193833002896E-4</c:v>
              </c:pt>
              <c:pt idx="95">
                <c:v>5.1054262074139059E-4</c:v>
              </c:pt>
              <c:pt idx="96">
                <c:v>6.2185336549486008E-4</c:v>
              </c:pt>
              <c:pt idx="97">
                <c:v>5.1344875794539623E-4</c:v>
              </c:pt>
              <c:pt idx="98">
                <c:v>4.1053060086103935E-4</c:v>
              </c:pt>
              <c:pt idx="99">
                <c:v>3.8566736592552287E-4</c:v>
              </c:pt>
              <c:pt idx="100">
                <c:v>3.9663033951972893E-4</c:v>
              </c:pt>
              <c:pt idx="101">
                <c:v>5.4008431532332022E-4</c:v>
              </c:pt>
              <c:pt idx="102">
                <c:v>4.507020701695879E-4</c:v>
              </c:pt>
              <c:pt idx="103">
                <c:v>4.6061113764904189E-4</c:v>
              </c:pt>
              <c:pt idx="104">
                <c:v>5.5174964330108409E-4</c:v>
              </c:pt>
              <c:pt idx="105">
                <c:v>5.1361183084303833E-4</c:v>
              </c:pt>
              <c:pt idx="106">
                <c:v>3.8545396031346591E-4</c:v>
              </c:pt>
              <c:pt idx="107">
                <c:v>5.5239088394523302E-4</c:v>
              </c:pt>
              <c:pt idx="108">
                <c:v>5.3499484010310103E-4</c:v>
              </c:pt>
              <c:pt idx="109">
                <c:v>6.2508358760388831E-4</c:v>
              </c:pt>
              <c:pt idx="110">
                <c:v>5.511140481131876E-4</c:v>
              </c:pt>
              <c:pt idx="111">
                <c:v>5.260664196062709E-4</c:v>
              </c:pt>
              <c:pt idx="112">
                <c:v>5.9139601809754831E-4</c:v>
              </c:pt>
              <c:pt idx="113">
                <c:v>6.6441753949406459E-4</c:v>
              </c:pt>
              <c:pt idx="114">
                <c:v>5.200484485099082E-4</c:v>
              </c:pt>
              <c:pt idx="115">
                <c:v>5.2960577070605458E-4</c:v>
              </c:pt>
              <c:pt idx="116">
                <c:v>5.4305045605538573E-4</c:v>
              </c:pt>
              <c:pt idx="117">
                <c:v>5.2381089921132095E-4</c:v>
              </c:pt>
              <c:pt idx="118">
                <c:v>5.7431256733156833E-4</c:v>
              </c:pt>
              <c:pt idx="119">
                <c:v>5.354835612064381E-4</c:v>
              </c:pt>
              <c:pt idx="120">
                <c:v>6.6240473201549955E-4</c:v>
              </c:pt>
              <c:pt idx="121">
                <c:v>6.4306094446498581E-4</c:v>
              </c:pt>
              <c:pt idx="122">
                <c:v>5.2859010541798847E-4</c:v>
              </c:pt>
              <c:pt idx="123">
                <c:v>4.7731218170154994E-4</c:v>
              </c:pt>
              <c:pt idx="124">
                <c:v>5.7296267488067001E-4</c:v>
              </c:pt>
              <c:pt idx="125">
                <c:v>4.284712485746932E-4</c:v>
              </c:pt>
              <c:pt idx="126">
                <c:v>4.5961671375301447E-4</c:v>
              </c:pt>
              <c:pt idx="127">
                <c:v>4.8136634890547688E-4</c:v>
              </c:pt>
              <c:pt idx="128">
                <c:v>5.8387580764339474E-4</c:v>
              </c:pt>
              <c:pt idx="129">
                <c:v>4.4818910170722851E-4</c:v>
              </c:pt>
              <c:pt idx="130">
                <c:v>5.6915034124603223E-4</c:v>
              </c:pt>
              <c:pt idx="131">
                <c:v>6.316692980204607E-4</c:v>
              </c:pt>
              <c:pt idx="132">
                <c:v>4.9929415376334164E-4</c:v>
              </c:pt>
              <c:pt idx="133">
                <c:v>5.1261137155034242E-4</c:v>
              </c:pt>
              <c:pt idx="134">
                <c:v>8.068214108852349E-4</c:v>
              </c:pt>
              <c:pt idx="135">
                <c:v>6.8447172689676422E-4</c:v>
              </c:pt>
              <c:pt idx="136">
                <c:v>5.7021294758060736E-4</c:v>
              </c:pt>
              <c:pt idx="137">
                <c:v>6.7739405994525579E-4</c:v>
              </c:pt>
              <c:pt idx="138">
                <c:v>7.7193629413056688E-4</c:v>
              </c:pt>
              <c:pt idx="139">
                <c:v>6.6467682620106265E-4</c:v>
              </c:pt>
              <c:pt idx="140">
                <c:v>7.4404121627647609E-4</c:v>
              </c:pt>
              <c:pt idx="141">
                <c:v>5.914103724767568E-4</c:v>
              </c:pt>
              <c:pt idx="142">
                <c:v>5.2133713720678031E-4</c:v>
              </c:pt>
              <c:pt idx="143">
                <c:v>5.3991594323626608E-4</c:v>
              </c:pt>
              <c:pt idx="144">
                <c:v>6.1696475001696879E-4</c:v>
              </c:pt>
              <c:pt idx="145">
                <c:v>5.9271687905669698E-4</c:v>
              </c:pt>
              <c:pt idx="146">
                <c:v>5.7403984740664869E-4</c:v>
              </c:pt>
              <c:pt idx="147">
                <c:v>7.3015868825610463E-4</c:v>
              </c:pt>
              <c:pt idx="148">
                <c:v>5.6859891721802724E-4</c:v>
              </c:pt>
              <c:pt idx="149">
                <c:v>5.7750951982079473E-4</c:v>
              </c:pt>
              <c:pt idx="150">
                <c:v>6.9812367962435509E-4</c:v>
              </c:pt>
              <c:pt idx="151">
                <c:v>6.3621537093757621E-4</c:v>
              </c:pt>
              <c:pt idx="152">
                <c:v>6.5111843386437532E-4</c:v>
              </c:pt>
              <c:pt idx="153">
                <c:v>6.6402599790003414E-4</c:v>
              </c:pt>
              <c:pt idx="154">
                <c:v>7.3363267352527441E-4</c:v>
              </c:pt>
              <c:pt idx="155">
                <c:v>9.1705445781579205E-4</c:v>
              </c:pt>
              <c:pt idx="156">
                <c:v>1.0607421167185449E-3</c:v>
              </c:pt>
              <c:pt idx="157">
                <c:v>1.0189534976426022E-3</c:v>
              </c:pt>
              <c:pt idx="158">
                <c:v>7.5439608409458021E-4</c:v>
              </c:pt>
              <c:pt idx="159">
                <c:v>8.5262378280312467E-4</c:v>
              </c:pt>
              <c:pt idx="160">
                <c:v>9.7613120378853648E-4</c:v>
              </c:pt>
              <c:pt idx="161">
                <c:v>7.5162655809861238E-4</c:v>
              </c:pt>
              <c:pt idx="162">
                <c:v>6.3891434339748035E-4</c:v>
              </c:pt>
              <c:pt idx="163">
                <c:v>8.0801551628110156E-4</c:v>
              </c:pt>
              <c:pt idx="164">
                <c:v>7.0520958265871505E-4</c:v>
              </c:pt>
              <c:pt idx="165">
                <c:v>9.8930271890342232E-4</c:v>
              </c:pt>
              <c:pt idx="166">
                <c:v>1.2248409204597688E-3</c:v>
              </c:pt>
              <c:pt idx="167">
                <c:v>1.0048469686486658E-3</c:v>
              </c:pt>
              <c:pt idx="168">
                <c:v>9.5749795497956556E-4</c:v>
              </c:pt>
              <c:pt idx="169">
                <c:v>1.1692864157975527E-3</c:v>
              </c:pt>
              <c:pt idx="170">
                <c:v>1.1815189693106746E-3</c:v>
              </c:pt>
              <c:pt idx="171">
                <c:v>1.2893637909882564E-3</c:v>
              </c:pt>
              <c:pt idx="172">
                <c:v>1.0464494841339652E-3</c:v>
              </c:pt>
              <c:pt idx="173">
                <c:v>1.1056378661670257E-3</c:v>
              </c:pt>
              <c:pt idx="174">
                <c:v>1.3929576548882493E-3</c:v>
              </c:pt>
              <c:pt idx="175">
                <c:v>1.2537393373910049E-3</c:v>
              </c:pt>
              <c:pt idx="176">
                <c:v>1.3482998709085597E-3</c:v>
              </c:pt>
              <c:pt idx="177">
                <c:v>1.8308967863573961E-3</c:v>
              </c:pt>
              <c:pt idx="178">
                <c:v>1.0920371272675423E-3</c:v>
              </c:pt>
              <c:pt idx="179">
                <c:v>1.1718123980880659E-3</c:v>
              </c:pt>
              <c:pt idx="180">
                <c:v>1.2421893347654494E-3</c:v>
              </c:pt>
              <c:pt idx="181">
                <c:v>1.4113345045805386E-3</c:v>
              </c:pt>
              <c:pt idx="182">
                <c:v>2.1696120219515647E-3</c:v>
              </c:pt>
              <c:pt idx="183">
                <c:v>1.4970734326293993E-3</c:v>
              </c:pt>
              <c:pt idx="184">
                <c:v>1.8093181431260564E-3</c:v>
              </c:pt>
              <c:pt idx="185">
                <c:v>1.6097201018486777E-3</c:v>
              </c:pt>
              <c:pt idx="186">
                <c:v>1.3391794871001849E-3</c:v>
              </c:pt>
              <c:pt idx="187">
                <c:v>1.6781248245709597E-3</c:v>
              </c:pt>
              <c:pt idx="188">
                <c:v>1.3438333127364348E-3</c:v>
              </c:pt>
              <c:pt idx="189">
                <c:v>1.16470597124649E-3</c:v>
              </c:pt>
              <c:pt idx="190">
                <c:v>1.2739513922746058E-3</c:v>
              </c:pt>
              <c:pt idx="191">
                <c:v>1.1586679723072295E-3</c:v>
              </c:pt>
              <c:pt idx="192">
                <c:v>9.1284397840711638E-4</c:v>
              </c:pt>
              <c:pt idx="193">
                <c:v>1.2855174995471071E-3</c:v>
              </c:pt>
              <c:pt idx="194">
                <c:v>1.0306912029210268E-3</c:v>
              </c:pt>
              <c:pt idx="195">
                <c:v>8.7326878630317802E-4</c:v>
              </c:pt>
              <c:pt idx="196">
                <c:v>8.2064733599474611E-4</c:v>
              </c:pt>
              <c:pt idx="197">
                <c:v>1.0440588748095762E-3</c:v>
              </c:pt>
              <c:pt idx="198">
                <c:v>1.0715144943010176E-3</c:v>
              </c:pt>
              <c:pt idx="199">
                <c:v>1.2634342427676353E-3</c:v>
              </c:pt>
              <c:pt idx="200">
                <c:v>8.2399894708855195E-4</c:v>
              </c:pt>
              <c:pt idx="201">
                <c:v>1.0625180248356359E-3</c:v>
              </c:pt>
              <c:pt idx="202">
                <c:v>1.084154241711334E-3</c:v>
              </c:pt>
              <c:pt idx="203">
                <c:v>1.0704956401120303E-3</c:v>
              </c:pt>
              <c:pt idx="204">
                <c:v>1.0165826793602838E-3</c:v>
              </c:pt>
              <c:pt idx="205">
                <c:v>8.9732361440741058E-4</c:v>
              </c:pt>
              <c:pt idx="206">
                <c:v>8.4548937526728908E-4</c:v>
              </c:pt>
              <c:pt idx="207">
                <c:v>8.3277890222905888E-4</c:v>
              </c:pt>
              <c:pt idx="208">
                <c:v>8.2789317880929073E-4</c:v>
              </c:pt>
              <c:pt idx="209">
                <c:v>8.8007950118617587E-4</c:v>
              </c:pt>
              <c:pt idx="210">
                <c:v>8.2003820899577266E-4</c:v>
              </c:pt>
              <c:pt idx="211">
                <c:v>5.8519479763319781E-4</c:v>
              </c:pt>
              <c:pt idx="212">
                <c:v>6.8754854355808609E-4</c:v>
              </c:pt>
              <c:pt idx="213">
                <c:v>6.8626571050760992E-4</c:v>
              </c:pt>
              <c:pt idx="214">
                <c:v>8.0235054750295287E-4</c:v>
              </c:pt>
              <c:pt idx="215">
                <c:v>6.4227149400536432E-4</c:v>
              </c:pt>
              <c:pt idx="216">
                <c:v>8.7422259367711736E-4</c:v>
              </c:pt>
              <c:pt idx="217">
                <c:v>9.0920337959320054E-4</c:v>
              </c:pt>
              <c:pt idx="218">
                <c:v>8.4728427076656088E-4</c:v>
              </c:pt>
              <c:pt idx="219">
                <c:v>7.464779116949609E-4</c:v>
              </c:pt>
              <c:pt idx="220">
                <c:v>1.1789297495613104E-3</c:v>
              </c:pt>
              <c:pt idx="221">
                <c:v>7.5217806374753714E-4</c:v>
              </c:pt>
              <c:pt idx="222">
                <c:v>7.2709787804571991E-4</c:v>
              </c:pt>
              <c:pt idx="223">
                <c:v>8.019217020176565E-4</c:v>
              </c:pt>
              <c:pt idx="224">
                <c:v>7.7699034635411268E-4</c:v>
              </c:pt>
              <c:pt idx="225">
                <c:v>9.9139550840343735E-4</c:v>
              </c:pt>
              <c:pt idx="226">
                <c:v>7.7996132604865956E-4</c:v>
              </c:pt>
              <c:pt idx="227">
                <c:v>7.3607334407976681E-4</c:v>
              </c:pt>
              <c:pt idx="228">
                <c:v>6.9827070585873059E-4</c:v>
              </c:pt>
              <c:pt idx="229">
                <c:v>7.6776275591495396E-4</c:v>
              </c:pt>
              <c:pt idx="230">
                <c:v>7.6028137992478946E-4</c:v>
              </c:pt>
              <c:pt idx="231">
                <c:v>7.2423948995915322E-4</c:v>
              </c:pt>
              <c:pt idx="232">
                <c:v>9.2192711486554612E-4</c:v>
              </c:pt>
              <c:pt idx="233">
                <c:v>5.669163399817347E-4</c:v>
              </c:pt>
              <c:pt idx="234">
                <c:v>4.8931813618688879E-4</c:v>
              </c:pt>
              <c:pt idx="235">
                <c:v>6.3667098931603175E-4</c:v>
              </c:pt>
              <c:pt idx="236">
                <c:v>5.2124284871168805E-4</c:v>
              </c:pt>
              <c:pt idx="237">
                <c:v>5.6760571142936648E-4</c:v>
              </c:pt>
              <c:pt idx="238">
                <c:v>5.1308301264314858E-4</c:v>
              </c:pt>
              <c:pt idx="239">
                <c:v>5.13196021681073E-4</c:v>
              </c:pt>
              <c:pt idx="240">
                <c:v>5.4791574430797848E-4</c:v>
              </c:pt>
              <c:pt idx="241">
                <c:v>4.7140563905438763E-4</c:v>
              </c:pt>
              <c:pt idx="242">
                <c:v>4.7743306993689615E-4</c:v>
              </c:pt>
              <c:pt idx="243">
                <c:v>5.011504083252419E-4</c:v>
              </c:pt>
              <c:pt idx="244">
                <c:v>5.9893447222381178E-4</c:v>
              </c:pt>
              <c:pt idx="245">
                <c:v>4.1874235277177332E-4</c:v>
              </c:pt>
              <c:pt idx="246">
                <c:v>4.8658407352505901E-4</c:v>
              </c:pt>
              <c:pt idx="247">
                <c:v>5.4434038278866029E-4</c:v>
              </c:pt>
              <c:pt idx="248">
                <c:v>4.466055989189782E-4</c:v>
              </c:pt>
              <c:pt idx="249">
                <c:v>4.3171059453324943E-4</c:v>
              </c:pt>
              <c:pt idx="250">
                <c:v>5.2587907133808923E-4</c:v>
              </c:pt>
              <c:pt idx="251">
                <c:v>4.9097499505828526E-4</c:v>
              </c:pt>
              <c:pt idx="252">
                <c:v>4.3199434097844556E-4</c:v>
              </c:pt>
              <c:pt idx="253">
                <c:v>4.2026227758230184E-4</c:v>
              </c:pt>
              <c:pt idx="254">
                <c:v>3.9875044037581515E-4</c:v>
              </c:pt>
              <c:pt idx="255">
                <c:v>3.9286085309589729E-4</c:v>
              </c:pt>
              <c:pt idx="256">
                <c:v>3.1602135917687334E-4</c:v>
              </c:pt>
              <c:pt idx="257">
                <c:v>3.8346174241004916E-4</c:v>
              </c:pt>
              <c:pt idx="258">
                <c:v>4.1681923065403295E-4</c:v>
              </c:pt>
              <c:pt idx="259">
                <c:v>3.6121110838514619E-4</c:v>
              </c:pt>
              <c:pt idx="260">
                <c:v>3.5754089883190192E-4</c:v>
              </c:pt>
              <c:pt idx="261">
                <c:v>3.8597795050370577E-4</c:v>
              </c:pt>
              <c:pt idx="262">
                <c:v>2.9375022806440461E-4</c:v>
              </c:pt>
              <c:pt idx="263">
                <c:v>3.2113458431894207E-4</c:v>
              </c:pt>
              <c:pt idx="264">
                <c:v>2.8703755564034452E-4</c:v>
              </c:pt>
              <c:pt idx="265">
                <c:v>2.6134326970241284E-4</c:v>
              </c:pt>
              <c:pt idx="266">
                <c:v>3.4338294247735033E-4</c:v>
              </c:pt>
              <c:pt idx="267">
                <c:v>2.4713674795869185E-4</c:v>
              </c:pt>
              <c:pt idx="268">
                <c:v>3.2392216932719883E-4</c:v>
              </c:pt>
              <c:pt idx="269">
                <c:v>2.8266414547654863E-4</c:v>
              </c:pt>
              <c:pt idx="270">
                <c:v>2.1199895733069253E-4</c:v>
              </c:pt>
              <c:pt idx="271">
                <c:v>3.1548618178942099E-4</c:v>
              </c:pt>
              <c:pt idx="272">
                <c:v>2.0838790750810898E-4</c:v>
              </c:pt>
              <c:pt idx="273">
                <c:v>2.3029329221260707E-4</c:v>
              </c:pt>
              <c:pt idx="274">
                <c:v>2.6316919170925812E-4</c:v>
              </c:pt>
              <c:pt idx="275">
                <c:v>2.128270977693187E-4</c:v>
              </c:pt>
              <c:pt idx="276">
                <c:v>2.2642581718069661E-4</c:v>
              </c:pt>
              <c:pt idx="277">
                <c:v>1.9865708140244141E-4</c:v>
              </c:pt>
              <c:pt idx="278">
                <c:v>2.7854818273785582E-4</c:v>
              </c:pt>
              <c:pt idx="279">
                <c:v>1.4319433489873594E-4</c:v>
              </c:pt>
              <c:pt idx="280">
                <c:v>1.5986504100127692E-4</c:v>
              </c:pt>
              <c:pt idx="281">
                <c:v>1.9033009102752818E-4</c:v>
              </c:pt>
              <c:pt idx="282">
                <c:v>2.0587172577413149E-4</c:v>
              </c:pt>
              <c:pt idx="283">
                <c:v>2.4649354538160823E-4</c:v>
              </c:pt>
              <c:pt idx="284">
                <c:v>1.9111049848623621E-4</c:v>
              </c:pt>
              <c:pt idx="285">
                <c:v>1.9506865556604937E-4</c:v>
              </c:pt>
              <c:pt idx="286">
                <c:v>1.9986289325645118E-4</c:v>
              </c:pt>
              <c:pt idx="287">
                <c:v>2.0123411290928419E-4</c:v>
              </c:pt>
              <c:pt idx="288">
                <c:v>2.0130569869290026E-4</c:v>
              </c:pt>
              <c:pt idx="289">
                <c:v>1.703279104439805E-4</c:v>
              </c:pt>
              <c:pt idx="290">
                <c:v>1.4980935003589446E-4</c:v>
              </c:pt>
              <c:pt idx="291">
                <c:v>1.6477604726737507E-4</c:v>
              </c:pt>
              <c:pt idx="292">
                <c:v>1.686065290684135E-4</c:v>
              </c:pt>
              <c:pt idx="293">
                <c:v>1.5505927079822665E-4</c:v>
              </c:pt>
              <c:pt idx="294">
                <c:v>1.5963813762484273E-4</c:v>
              </c:pt>
              <c:pt idx="295">
                <c:v>1.7037212215144495E-4</c:v>
              </c:pt>
              <c:pt idx="296">
                <c:v>1.6953983590328937E-4</c:v>
              </c:pt>
              <c:pt idx="297">
                <c:v>1.2794110314221156E-4</c:v>
              </c:pt>
              <c:pt idx="298">
                <c:v>1.8357241447169108E-4</c:v>
              </c:pt>
              <c:pt idx="299">
                <c:v>1.6032236194530778E-4</c:v>
              </c:pt>
              <c:pt idx="300">
                <c:v>1.9224476812593753E-4</c:v>
              </c:pt>
              <c:pt idx="301">
                <c:v>1.7769475159077941E-4</c:v>
              </c:pt>
              <c:pt idx="302">
                <c:v>1.6615914279192274E-4</c:v>
              </c:pt>
              <c:pt idx="303">
                <c:v>1.3809090782445577E-4</c:v>
              </c:pt>
              <c:pt idx="304">
                <c:v>1.7782072611281899E-4</c:v>
              </c:pt>
              <c:pt idx="305">
                <c:v>1.5545722118689572E-4</c:v>
              </c:pt>
              <c:pt idx="306">
                <c:v>1.8030488634026206E-4</c:v>
              </c:pt>
              <c:pt idx="307">
                <c:v>2.1947359296368329E-4</c:v>
              </c:pt>
              <c:pt idx="308">
                <c:v>1.6882423338541894E-4</c:v>
              </c:pt>
              <c:pt idx="309">
                <c:v>2.413239461857777E-4</c:v>
              </c:pt>
              <c:pt idx="310">
                <c:v>2.5190008944519913E-4</c:v>
              </c:pt>
              <c:pt idx="311">
                <c:v>2.0988133339348944E-4</c:v>
              </c:pt>
              <c:pt idx="312">
                <c:v>2.3730314105945208E-4</c:v>
              </c:pt>
              <c:pt idx="313">
                <c:v>1.6232241285009426E-4</c:v>
              </c:pt>
              <c:pt idx="314">
                <c:v>1.3198552739488275E-4</c:v>
              </c:pt>
              <c:pt idx="315">
                <c:v>1.7395013246861743E-4</c:v>
              </c:pt>
              <c:pt idx="316">
                <c:v>1.8364094965542436E-4</c:v>
              </c:pt>
              <c:pt idx="317">
                <c:v>1.5205336933459945E-4</c:v>
              </c:pt>
              <c:pt idx="318">
                <c:v>1.5188024042619996E-4</c:v>
              </c:pt>
              <c:pt idx="319">
                <c:v>1.550091466562909E-4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23E3-DC4F-9891-ADFC6528D2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24435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Amplitude (g)</a:t>
                </a:r>
              </a:p>
            </c:rich>
          </c:tx>
          <c:overlay val="1"/>
        </c:title>
        <c:numFmt formatCode="0.000" sourceLinked="1"/>
        <c:majorTickMark val="none"/>
        <c:minorTickMark val="none"/>
        <c:tickLblPos val="nextTo"/>
        <c:spPr>
          <a:ln w="0">
            <a:solidFill>
              <a:srgbClr val="06121D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80"/>
          <c:min val="100"/>
        </c:scaling>
        <c:delete val="0"/>
        <c:axPos val="b"/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Frequency (Hz)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244358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72768"/>
        <c:crosses val="autoZero"/>
        <c:crossBetween val="midCat"/>
        <c:majorUnit val="40"/>
      </c:valAx>
      <c:spPr>
        <a:solidFill>
          <a:srgbClr val="06121D"/>
        </a:solidFill>
        <a:ln w="0">
          <a:solidFill>
            <a:srgbClr val="06121D"/>
          </a:solidFill>
          <a:prstDash val="solid"/>
        </a:ln>
      </c:spPr>
    </c:plotArea>
    <c:plotVisOnly val="1"/>
    <c:dispBlanksAs val="zero"/>
    <c:showDLblsOverMax val="1"/>
  </c:chart>
  <c:spPr>
    <a:solidFill>
      <a:srgbClr val="06121D"/>
    </a:solidFill>
    <a:ln w="0">
      <a:solidFill>
        <a:srgbClr val="06121D"/>
      </a:solidFill>
      <a:prstDash val="solid"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上手</c:v>
          </c:tx>
          <c:spPr>
            <a:ln w="20955">
              <a:solidFill>
                <a:srgbClr val="23D5E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560"/>
              <c:pt idx="0">
                <c:v>40.0762</c:v>
              </c:pt>
              <c:pt idx="1">
                <c:v>40.466999999999999</c:v>
              </c:pt>
              <c:pt idx="2">
                <c:v>40.642400000000002</c:v>
              </c:pt>
              <c:pt idx="3">
                <c:v>40.9375</c:v>
              </c:pt>
              <c:pt idx="4">
                <c:v>41.009300000000003</c:v>
              </c:pt>
              <c:pt idx="5">
                <c:v>41.431899999999999</c:v>
              </c:pt>
              <c:pt idx="6">
                <c:v>41.5396</c:v>
              </c:pt>
              <c:pt idx="7">
                <c:v>41.898400000000002</c:v>
              </c:pt>
              <c:pt idx="8">
                <c:v>42.021999999999998</c:v>
              </c:pt>
              <c:pt idx="9">
                <c:v>42.356999999999999</c:v>
              </c:pt>
              <c:pt idx="10">
                <c:v>42.512500000000003</c:v>
              </c:pt>
              <c:pt idx="11">
                <c:v>42.859400000000001</c:v>
              </c:pt>
              <c:pt idx="12">
                <c:v>43.1783</c:v>
              </c:pt>
              <c:pt idx="13">
                <c:v>43.254100000000001</c:v>
              </c:pt>
              <c:pt idx="14">
                <c:v>43.624899999999997</c:v>
              </c:pt>
              <c:pt idx="15">
                <c:v>43.931899999999999</c:v>
              </c:pt>
              <c:pt idx="16">
                <c:v>44.011699999999998</c:v>
              </c:pt>
              <c:pt idx="17">
                <c:v>44.378500000000003</c:v>
              </c:pt>
              <c:pt idx="18">
                <c:v>44.518099999999997</c:v>
              </c:pt>
              <c:pt idx="19">
                <c:v>44.809100000000001</c:v>
              </c:pt>
              <c:pt idx="20">
                <c:v>45.207900000000002</c:v>
              </c:pt>
              <c:pt idx="21">
                <c:v>45.327500000000001</c:v>
              </c:pt>
              <c:pt idx="22">
                <c:v>45.534799999999997</c:v>
              </c:pt>
              <c:pt idx="23">
                <c:v>45.925600000000003</c:v>
              </c:pt>
              <c:pt idx="24">
                <c:v>46.073099999999997</c:v>
              </c:pt>
              <c:pt idx="25">
                <c:v>46.384099999999997</c:v>
              </c:pt>
              <c:pt idx="26">
                <c:v>46.511699999999998</c:v>
              </c:pt>
              <c:pt idx="27">
                <c:v>46.898499999999999</c:v>
              </c:pt>
              <c:pt idx="28">
                <c:v>47.042000000000002</c:v>
              </c:pt>
              <c:pt idx="29">
                <c:v>47.356999999999999</c:v>
              </c:pt>
              <c:pt idx="30">
                <c:v>47.683999999999997</c:v>
              </c:pt>
              <c:pt idx="31">
                <c:v>47.803600000000003</c:v>
              </c:pt>
              <c:pt idx="32">
                <c:v>48.0548</c:v>
              </c:pt>
              <c:pt idx="33">
                <c:v>48.3459</c:v>
              </c:pt>
              <c:pt idx="34">
                <c:v>48.716700000000003</c:v>
              </c:pt>
              <c:pt idx="35">
                <c:v>48.868200000000002</c:v>
              </c:pt>
              <c:pt idx="36">
                <c:v>49.123399999999997</c:v>
              </c:pt>
              <c:pt idx="37">
                <c:v>49.458300000000001</c:v>
              </c:pt>
              <c:pt idx="38">
                <c:v>49.625799999999998</c:v>
              </c:pt>
              <c:pt idx="39">
                <c:v>49.8172</c:v>
              </c:pt>
              <c:pt idx="40">
                <c:v>50.156100000000002</c:v>
              </c:pt>
              <c:pt idx="41">
                <c:v>50.4512</c:v>
              </c:pt>
              <c:pt idx="42">
                <c:v>50.694400000000002</c:v>
              </c:pt>
              <c:pt idx="43">
                <c:v>50.985500000000002</c:v>
              </c:pt>
              <c:pt idx="44">
                <c:v>51.017400000000002</c:v>
              </c:pt>
              <c:pt idx="45">
                <c:v>51.356299999999997</c:v>
              </c:pt>
              <c:pt idx="46">
                <c:v>51.7271</c:v>
              </c:pt>
              <c:pt idx="47">
                <c:v>51.826799999999999</c:v>
              </c:pt>
              <c:pt idx="48">
                <c:v>52.07</c:v>
              </c:pt>
              <c:pt idx="49">
                <c:v>52.3371</c:v>
              </c:pt>
              <c:pt idx="50">
                <c:v>52.624200000000002</c:v>
              </c:pt>
              <c:pt idx="51">
                <c:v>52.771799999999999</c:v>
              </c:pt>
              <c:pt idx="52">
                <c:v>53.042900000000003</c:v>
              </c:pt>
              <c:pt idx="53">
                <c:v>53.2941</c:v>
              </c:pt>
              <c:pt idx="54">
                <c:v>53.589199999999998</c:v>
              </c:pt>
              <c:pt idx="55">
                <c:v>53.8643</c:v>
              </c:pt>
              <c:pt idx="56">
                <c:v>54.083599999999997</c:v>
              </c:pt>
              <c:pt idx="57">
                <c:v>54.306899999999999</c:v>
              </c:pt>
              <c:pt idx="58">
                <c:v>54.609900000000003</c:v>
              </c:pt>
              <c:pt idx="59">
                <c:v>54.896999999999998</c:v>
              </c:pt>
              <c:pt idx="60">
                <c:v>55.100299999999997</c:v>
              </c:pt>
              <c:pt idx="61">
                <c:v>55.323599999999999</c:v>
              </c:pt>
              <c:pt idx="62">
                <c:v>55.546900000000001</c:v>
              </c:pt>
              <c:pt idx="63">
                <c:v>55.766199999999998</c:v>
              </c:pt>
              <c:pt idx="64">
                <c:v>56.164900000000003</c:v>
              </c:pt>
              <c:pt idx="65">
                <c:v>56.380299999999998</c:v>
              </c:pt>
              <c:pt idx="66">
                <c:v>56.551699999999997</c:v>
              </c:pt>
              <c:pt idx="67">
                <c:v>56.826799999999999</c:v>
              </c:pt>
              <c:pt idx="68">
                <c:v>57.189700000000002</c:v>
              </c:pt>
              <c:pt idx="69">
                <c:v>57.385100000000001</c:v>
              </c:pt>
              <c:pt idx="70">
                <c:v>57.696100000000001</c:v>
              </c:pt>
              <c:pt idx="71">
                <c:v>57.8476</c:v>
              </c:pt>
              <c:pt idx="72">
                <c:v>58.011099999999999</c:v>
              </c:pt>
              <c:pt idx="73">
                <c:v>58.258299999999998</c:v>
              </c:pt>
              <c:pt idx="74">
                <c:v>58.656999999999996</c:v>
              </c:pt>
              <c:pt idx="75">
                <c:v>58.7607</c:v>
              </c:pt>
              <c:pt idx="76">
                <c:v>59.019799999999996</c:v>
              </c:pt>
              <c:pt idx="77">
                <c:v>59.310899999999997</c:v>
              </c:pt>
              <c:pt idx="78">
                <c:v>59.566099999999999</c:v>
              </c:pt>
              <c:pt idx="79">
                <c:v>59.901000000000003</c:v>
              </c:pt>
              <c:pt idx="80">
                <c:v>60.0884</c:v>
              </c:pt>
              <c:pt idx="81">
                <c:v>60.443300000000001</c:v>
              </c:pt>
              <c:pt idx="82">
                <c:v>60.590800000000002</c:v>
              </c:pt>
              <c:pt idx="83">
                <c:v>60.782200000000003</c:v>
              </c:pt>
              <c:pt idx="84">
                <c:v>61.2408</c:v>
              </c:pt>
              <c:pt idx="85">
                <c:v>61.464100000000002</c:v>
              </c:pt>
              <c:pt idx="86">
                <c:v>61.691299999999998</c:v>
              </c:pt>
              <c:pt idx="87">
                <c:v>61.9146</c:v>
              </c:pt>
              <c:pt idx="88">
                <c:v>62.249499999999998</c:v>
              </c:pt>
              <c:pt idx="89">
                <c:v>62.289400000000001</c:v>
              </c:pt>
              <c:pt idx="90">
                <c:v>62.560600000000001</c:v>
              </c:pt>
              <c:pt idx="91">
                <c:v>62.999200000000002</c:v>
              </c:pt>
              <c:pt idx="92">
                <c:v>63.218499999999999</c:v>
              </c:pt>
              <c:pt idx="93">
                <c:v>63.389899999999997</c:v>
              </c:pt>
              <c:pt idx="94">
                <c:v>63.692900000000002</c:v>
              </c:pt>
              <c:pt idx="95">
                <c:v>63.932200000000002</c:v>
              </c:pt>
              <c:pt idx="96">
                <c:v>64.175399999999996</c:v>
              </c:pt>
              <c:pt idx="97">
                <c:v>64.275099999999995</c:v>
              </c:pt>
              <c:pt idx="98">
                <c:v>64.558199999999999</c:v>
              </c:pt>
              <c:pt idx="99">
                <c:v>64.972899999999996</c:v>
              </c:pt>
              <c:pt idx="100">
                <c:v>65.120400000000004</c:v>
              </c:pt>
              <c:pt idx="101">
                <c:v>65.2958</c:v>
              </c:pt>
              <c:pt idx="102">
                <c:v>65.590900000000005</c:v>
              </c:pt>
              <c:pt idx="103">
                <c:v>65.826099999999997</c:v>
              </c:pt>
              <c:pt idx="104">
                <c:v>66.077299999999994</c:v>
              </c:pt>
              <c:pt idx="105">
                <c:v>66.360399999999998</c:v>
              </c:pt>
              <c:pt idx="106">
                <c:v>66.607699999999994</c:v>
              </c:pt>
              <c:pt idx="107">
                <c:v>66.771100000000004</c:v>
              </c:pt>
              <c:pt idx="108">
                <c:v>67.026300000000006</c:v>
              </c:pt>
              <c:pt idx="109">
                <c:v>67.4011</c:v>
              </c:pt>
              <c:pt idx="110">
                <c:v>67.624399999999994</c:v>
              </c:pt>
              <c:pt idx="111">
                <c:v>67.987300000000005</c:v>
              </c:pt>
              <c:pt idx="112">
                <c:v>68.178600000000003</c:v>
              </c:pt>
              <c:pt idx="113">
                <c:v>68.39</c:v>
              </c:pt>
              <c:pt idx="114">
                <c:v>68.748800000000003</c:v>
              </c:pt>
              <c:pt idx="115">
                <c:v>68.992099999999994</c:v>
              </c:pt>
              <c:pt idx="116">
                <c:v>69.035899999999998</c:v>
              </c:pt>
              <c:pt idx="117">
                <c:v>69.354900000000001</c:v>
              </c:pt>
              <c:pt idx="118">
                <c:v>69.562200000000004</c:v>
              </c:pt>
              <c:pt idx="119">
                <c:v>69.984899999999996</c:v>
              </c:pt>
              <c:pt idx="120">
                <c:v>70.228099999999998</c:v>
              </c:pt>
              <c:pt idx="121">
                <c:v>70.411500000000004</c:v>
              </c:pt>
              <c:pt idx="122">
                <c:v>70.578999999999994</c:v>
              </c:pt>
              <c:pt idx="123">
                <c:v>70.921899999999994</c:v>
              </c:pt>
              <c:pt idx="124">
                <c:v>71.197000000000003</c:v>
              </c:pt>
              <c:pt idx="125">
                <c:v>71.272800000000004</c:v>
              </c:pt>
              <c:pt idx="126">
                <c:v>71.539900000000003</c:v>
              </c:pt>
              <c:pt idx="127">
                <c:v>71.926699999999997</c:v>
              </c:pt>
              <c:pt idx="128">
                <c:v>72.090199999999996</c:v>
              </c:pt>
              <c:pt idx="129">
                <c:v>72.281599999999997</c:v>
              </c:pt>
              <c:pt idx="130">
                <c:v>72.532799999999995</c:v>
              </c:pt>
              <c:pt idx="131">
                <c:v>72.971400000000003</c:v>
              </c:pt>
              <c:pt idx="132">
                <c:v>73.202600000000004</c:v>
              </c:pt>
              <c:pt idx="133">
                <c:v>73.370099999999994</c:v>
              </c:pt>
              <c:pt idx="134">
                <c:v>73.589399999999998</c:v>
              </c:pt>
              <c:pt idx="135">
                <c:v>73.968199999999996</c:v>
              </c:pt>
              <c:pt idx="136">
                <c:v>74.147599999999997</c:v>
              </c:pt>
              <c:pt idx="137">
                <c:v>74.358900000000006</c:v>
              </c:pt>
              <c:pt idx="138">
                <c:v>74.510499999999993</c:v>
              </c:pt>
              <c:pt idx="139">
                <c:v>74.789599999999993</c:v>
              </c:pt>
              <c:pt idx="140">
                <c:v>75.244100000000003</c:v>
              </c:pt>
              <c:pt idx="141">
                <c:v>75.303899999999999</c:v>
              </c:pt>
              <c:pt idx="142">
                <c:v>75.706599999999995</c:v>
              </c:pt>
              <c:pt idx="143">
                <c:v>75.850200000000001</c:v>
              </c:pt>
              <c:pt idx="144">
                <c:v>76.061499999999995</c:v>
              </c:pt>
              <c:pt idx="145">
                <c:v>76.352599999999995</c:v>
              </c:pt>
              <c:pt idx="146">
                <c:v>76.552000000000007</c:v>
              </c:pt>
              <c:pt idx="147">
                <c:v>76.958699999999993</c:v>
              </c:pt>
              <c:pt idx="148">
                <c:v>77.038399999999996</c:v>
              </c:pt>
              <c:pt idx="149">
                <c:v>77.273700000000005</c:v>
              </c:pt>
              <c:pt idx="150">
                <c:v>77.728200000000001</c:v>
              </c:pt>
              <c:pt idx="151">
                <c:v>77.775999999999996</c:v>
              </c:pt>
              <c:pt idx="152">
                <c:v>78.230599999999995</c:v>
              </c:pt>
              <c:pt idx="153">
                <c:v>78.330299999999994</c:v>
              </c:pt>
              <c:pt idx="154">
                <c:v>78.641300000000001</c:v>
              </c:pt>
              <c:pt idx="155">
                <c:v>78.928399999999996</c:v>
              </c:pt>
              <c:pt idx="156">
                <c:v>79.043999999999997</c:v>
              </c:pt>
              <c:pt idx="157">
                <c:v>79.327100000000002</c:v>
              </c:pt>
              <c:pt idx="158">
                <c:v>79.602199999999996</c:v>
              </c:pt>
              <c:pt idx="159">
                <c:v>79.773700000000005</c:v>
              </c:pt>
              <c:pt idx="160">
                <c:v>80.024900000000002</c:v>
              </c:pt>
              <c:pt idx="161">
                <c:v>80.491399999999999</c:v>
              </c:pt>
              <c:pt idx="162">
                <c:v>80.599000000000004</c:v>
              </c:pt>
              <c:pt idx="163">
                <c:v>80.778499999999994</c:v>
              </c:pt>
              <c:pt idx="164">
                <c:v>81.0137</c:v>
              </c:pt>
              <c:pt idx="165">
                <c:v>81.452299999999994</c:v>
              </c:pt>
              <c:pt idx="166">
                <c:v>81.715500000000006</c:v>
              </c:pt>
              <c:pt idx="167">
                <c:v>81.978700000000003</c:v>
              </c:pt>
              <c:pt idx="168">
                <c:v>82.174000000000007</c:v>
              </c:pt>
              <c:pt idx="169">
                <c:v>82.377399999999994</c:v>
              </c:pt>
              <c:pt idx="170">
                <c:v>82.696399999999997</c:v>
              </c:pt>
              <c:pt idx="171">
                <c:v>82.907700000000006</c:v>
              </c:pt>
              <c:pt idx="172">
                <c:v>83.095100000000002</c:v>
              </c:pt>
              <c:pt idx="173">
                <c:v>83.382199999999997</c:v>
              </c:pt>
              <c:pt idx="174">
                <c:v>83.553600000000003</c:v>
              </c:pt>
              <c:pt idx="175">
                <c:v>83.824799999999996</c:v>
              </c:pt>
              <c:pt idx="176">
                <c:v>84.016199999999998</c:v>
              </c:pt>
              <c:pt idx="177">
                <c:v>84.486699999999999</c:v>
              </c:pt>
              <c:pt idx="178">
                <c:v>84.650099999999995</c:v>
              </c:pt>
              <c:pt idx="179">
                <c:v>84.861500000000007</c:v>
              </c:pt>
              <c:pt idx="180">
                <c:v>85.088700000000003</c:v>
              </c:pt>
              <c:pt idx="181">
                <c:v>85.447599999999994</c:v>
              </c:pt>
              <c:pt idx="182">
                <c:v>85.595100000000002</c:v>
              </c:pt>
              <c:pt idx="183">
                <c:v>85.790499999999994</c:v>
              </c:pt>
              <c:pt idx="184">
                <c:v>86.129400000000004</c:v>
              </c:pt>
              <c:pt idx="185">
                <c:v>86.272999999999996</c:v>
              </c:pt>
              <c:pt idx="186">
                <c:v>86.603899999999996</c:v>
              </c:pt>
              <c:pt idx="187">
                <c:v>86.899000000000001</c:v>
              </c:pt>
              <c:pt idx="188">
                <c:v>87.229900000000001</c:v>
              </c:pt>
              <c:pt idx="189">
                <c:v>87.389399999999995</c:v>
              </c:pt>
              <c:pt idx="190">
                <c:v>87.552899999999994</c:v>
              </c:pt>
              <c:pt idx="191">
                <c:v>87.915700000000001</c:v>
              </c:pt>
              <c:pt idx="192">
                <c:v>88.099100000000007</c:v>
              </c:pt>
              <c:pt idx="193">
                <c:v>88.4101</c:v>
              </c:pt>
              <c:pt idx="194">
                <c:v>88.509799999999998</c:v>
              </c:pt>
              <c:pt idx="195">
                <c:v>88.9923</c:v>
              </c:pt>
              <c:pt idx="196">
                <c:v>89.0441</c:v>
              </c:pt>
              <c:pt idx="197">
                <c:v>89.387</c:v>
              </c:pt>
              <c:pt idx="198">
                <c:v>89.530600000000007</c:v>
              </c:pt>
              <c:pt idx="199">
                <c:v>89.949200000000005</c:v>
              </c:pt>
              <c:pt idx="200">
                <c:v>90.100800000000007</c:v>
              </c:pt>
              <c:pt idx="201">
                <c:v>90.296099999999996</c:v>
              </c:pt>
              <c:pt idx="202">
                <c:v>90.659000000000006</c:v>
              </c:pt>
              <c:pt idx="203">
                <c:v>90.886300000000006</c:v>
              </c:pt>
              <c:pt idx="204">
                <c:v>91.145399999999995</c:v>
              </c:pt>
              <c:pt idx="205">
                <c:v>91.496300000000005</c:v>
              </c:pt>
              <c:pt idx="206">
                <c:v>91.707599999999999</c:v>
              </c:pt>
              <c:pt idx="207">
                <c:v>91.918999999999997</c:v>
              </c:pt>
              <c:pt idx="208">
                <c:v>92.202100000000002</c:v>
              </c:pt>
              <c:pt idx="209">
                <c:v>92.445300000000003</c:v>
              </c:pt>
              <c:pt idx="210">
                <c:v>92.672600000000003</c:v>
              </c:pt>
              <c:pt idx="211">
                <c:v>92.883899999999997</c:v>
              </c:pt>
              <c:pt idx="212">
                <c:v>93.019499999999994</c:v>
              </c:pt>
              <c:pt idx="213">
                <c:v>93.394300000000001</c:v>
              </c:pt>
              <c:pt idx="214">
                <c:v>93.569699999999997</c:v>
              </c:pt>
              <c:pt idx="215">
                <c:v>93.992400000000004</c:v>
              </c:pt>
              <c:pt idx="216">
                <c:v>94.239599999999996</c:v>
              </c:pt>
              <c:pt idx="217">
                <c:v>94.403000000000006</c:v>
              </c:pt>
              <c:pt idx="218">
                <c:v>94.594399999999993</c:v>
              </c:pt>
              <c:pt idx="219">
                <c:v>94.953299999999999</c:v>
              </c:pt>
              <c:pt idx="220">
                <c:v>95.049000000000007</c:v>
              </c:pt>
              <c:pt idx="221">
                <c:v>95.292199999999994</c:v>
              </c:pt>
              <c:pt idx="222">
                <c:v>95.7149</c:v>
              </c:pt>
              <c:pt idx="223">
                <c:v>95.878299999999996</c:v>
              </c:pt>
              <c:pt idx="224">
                <c:v>96.0578</c:v>
              </c:pt>
              <c:pt idx="225">
                <c:v>96.356800000000007</c:v>
              </c:pt>
              <c:pt idx="226">
                <c:v>96.580100000000002</c:v>
              </c:pt>
              <c:pt idx="227">
                <c:v>96.759500000000003</c:v>
              </c:pt>
              <c:pt idx="228">
                <c:v>97.202100000000002</c:v>
              </c:pt>
              <c:pt idx="229">
                <c:v>97.425399999999996</c:v>
              </c:pt>
              <c:pt idx="230">
                <c:v>97.680599999999998</c:v>
              </c:pt>
              <c:pt idx="231">
                <c:v>97.979600000000005</c:v>
              </c:pt>
              <c:pt idx="232">
                <c:v>98.210899999999995</c:v>
              </c:pt>
              <c:pt idx="233">
                <c:v>98.326499999999996</c:v>
              </c:pt>
              <c:pt idx="234">
                <c:v>98.581699999999998</c:v>
              </c:pt>
              <c:pt idx="235">
                <c:v>98.820999999999998</c:v>
              </c:pt>
              <c:pt idx="236">
                <c:v>99.167900000000003</c:v>
              </c:pt>
              <c:pt idx="237">
                <c:v>99.383200000000002</c:v>
              </c:pt>
              <c:pt idx="238">
                <c:v>99.558599999999998</c:v>
              </c:pt>
              <c:pt idx="239">
                <c:v>99.865600000000001</c:v>
              </c:pt>
              <c:pt idx="240">
                <c:v>100.0052</c:v>
              </c:pt>
              <c:pt idx="241">
                <c:v>100.3561</c:v>
              </c:pt>
              <c:pt idx="242">
                <c:v>100.74679999999999</c:v>
              </c:pt>
              <c:pt idx="243">
                <c:v>100.93819999999999</c:v>
              </c:pt>
              <c:pt idx="244">
                <c:v>101.17740000000001</c:v>
              </c:pt>
              <c:pt idx="245">
                <c:v>101.4924</c:v>
              </c:pt>
              <c:pt idx="246">
                <c:v>101.72369999999999</c:v>
              </c:pt>
              <c:pt idx="247">
                <c:v>101.93899999999999</c:v>
              </c:pt>
              <c:pt idx="248">
                <c:v>102.2221</c:v>
              </c:pt>
              <c:pt idx="249">
                <c:v>102.27</c:v>
              </c:pt>
              <c:pt idx="250">
                <c:v>102.57299999999999</c:v>
              </c:pt>
              <c:pt idx="251">
                <c:v>102.95180000000001</c:v>
              </c:pt>
              <c:pt idx="252">
                <c:v>103.23090000000001</c:v>
              </c:pt>
              <c:pt idx="253">
                <c:v>103.4063</c:v>
              </c:pt>
              <c:pt idx="254">
                <c:v>103.52200000000001</c:v>
              </c:pt>
              <c:pt idx="255">
                <c:v>103.92870000000001</c:v>
              </c:pt>
              <c:pt idx="256">
                <c:v>104.1799</c:v>
              </c:pt>
              <c:pt idx="257">
                <c:v>104.447</c:v>
              </c:pt>
              <c:pt idx="258">
                <c:v>104.66630000000001</c:v>
              </c:pt>
              <c:pt idx="259">
                <c:v>104.8657</c:v>
              </c:pt>
              <c:pt idx="260">
                <c:v>105.1568</c:v>
              </c:pt>
              <c:pt idx="261">
                <c:v>105.43989999999999</c:v>
              </c:pt>
              <c:pt idx="262">
                <c:v>105.59139999999999</c:v>
              </c:pt>
              <c:pt idx="263">
                <c:v>105.9662</c:v>
              </c:pt>
              <c:pt idx="264">
                <c:v>106.21339999999999</c:v>
              </c:pt>
              <c:pt idx="265">
                <c:v>106.4088</c:v>
              </c:pt>
              <c:pt idx="266">
                <c:v>106.5722</c:v>
              </c:pt>
              <c:pt idx="267">
                <c:v>106.9391</c:v>
              </c:pt>
              <c:pt idx="268">
                <c:v>107.1384</c:v>
              </c:pt>
              <c:pt idx="269">
                <c:v>107.3338</c:v>
              </c:pt>
              <c:pt idx="270">
                <c:v>107.6927</c:v>
              </c:pt>
              <c:pt idx="271">
                <c:v>107.8601</c:v>
              </c:pt>
              <c:pt idx="272">
                <c:v>108.1153</c:v>
              </c:pt>
              <c:pt idx="273">
                <c:v>108.4024</c:v>
              </c:pt>
              <c:pt idx="274">
                <c:v>108.6536</c:v>
              </c:pt>
              <c:pt idx="275">
                <c:v>108.7533</c:v>
              </c:pt>
              <c:pt idx="276">
                <c:v>109.2397</c:v>
              </c:pt>
              <c:pt idx="277">
                <c:v>109.34739999999999</c:v>
              </c:pt>
              <c:pt idx="278">
                <c:v>109.5468</c:v>
              </c:pt>
              <c:pt idx="279">
                <c:v>109.9375</c:v>
              </c:pt>
              <c:pt idx="280">
                <c:v>110.0412</c:v>
              </c:pt>
              <c:pt idx="281">
                <c:v>110.45189999999999</c:v>
              </c:pt>
              <c:pt idx="282">
                <c:v>110.715</c:v>
              </c:pt>
              <c:pt idx="283">
                <c:v>110.7629</c:v>
              </c:pt>
              <c:pt idx="284">
                <c:v>111.0579</c:v>
              </c:pt>
              <c:pt idx="285">
                <c:v>111.3211</c:v>
              </c:pt>
              <c:pt idx="286">
                <c:v>111.73180000000001</c:v>
              </c:pt>
              <c:pt idx="287">
                <c:v>111.9391</c:v>
              </c:pt>
              <c:pt idx="288">
                <c:v>112.23820000000001</c:v>
              </c:pt>
              <c:pt idx="289">
                <c:v>112.286</c:v>
              </c:pt>
              <c:pt idx="290">
                <c:v>112.56910000000001</c:v>
              </c:pt>
              <c:pt idx="291">
                <c:v>112.928</c:v>
              </c:pt>
              <c:pt idx="292">
                <c:v>113.0117</c:v>
              </c:pt>
              <c:pt idx="293">
                <c:v>113.4742</c:v>
              </c:pt>
              <c:pt idx="294">
                <c:v>113.6696</c:v>
              </c:pt>
              <c:pt idx="295">
                <c:v>113.82510000000001</c:v>
              </c:pt>
              <c:pt idx="296">
                <c:v>114.16800000000001</c:v>
              </c:pt>
              <c:pt idx="297">
                <c:v>114.43519999999999</c:v>
              </c:pt>
              <c:pt idx="298">
                <c:v>114.6904</c:v>
              </c:pt>
              <c:pt idx="299">
                <c:v>114.8977</c:v>
              </c:pt>
              <c:pt idx="300">
                <c:v>115.0093</c:v>
              </c:pt>
              <c:pt idx="301">
                <c:v>115.3523</c:v>
              </c:pt>
              <c:pt idx="302">
                <c:v>115.6832</c:v>
              </c:pt>
              <c:pt idx="303">
                <c:v>115.8228</c:v>
              </c:pt>
              <c:pt idx="304">
                <c:v>116.04600000000001</c:v>
              </c:pt>
              <c:pt idx="305">
                <c:v>116.3252</c:v>
              </c:pt>
              <c:pt idx="306">
                <c:v>116.5564</c:v>
              </c:pt>
              <c:pt idx="307">
                <c:v>116.7877</c:v>
              </c:pt>
              <c:pt idx="308">
                <c:v>117.0788</c:v>
              </c:pt>
              <c:pt idx="309">
                <c:v>117.3379</c:v>
              </c:pt>
              <c:pt idx="310">
                <c:v>117.6649</c:v>
              </c:pt>
              <c:pt idx="311">
                <c:v>117.7606</c:v>
              </c:pt>
              <c:pt idx="312">
                <c:v>118.2351</c:v>
              </c:pt>
              <c:pt idx="313">
                <c:v>118.3826</c:v>
              </c:pt>
              <c:pt idx="314">
                <c:v>118.66970000000001</c:v>
              </c:pt>
              <c:pt idx="315">
                <c:v>118.93680000000001</c:v>
              </c:pt>
              <c:pt idx="316">
                <c:v>119.0325</c:v>
              </c:pt>
              <c:pt idx="317">
                <c:v>119.25579999999999</c:v>
              </c:pt>
              <c:pt idx="318">
                <c:v>119.7303</c:v>
              </c:pt>
              <c:pt idx="319">
                <c:v>119.9576</c:v>
              </c:pt>
              <c:pt idx="320">
                <c:v>120.1968</c:v>
              </c:pt>
              <c:pt idx="321">
                <c:v>120.48390000000001</c:v>
              </c:pt>
              <c:pt idx="322">
                <c:v>120.5038</c:v>
              </c:pt>
              <c:pt idx="323">
                <c:v>120.751</c:v>
              </c:pt>
              <c:pt idx="324">
                <c:v>121.2136</c:v>
              </c:pt>
              <c:pt idx="325">
                <c:v>121.4847</c:v>
              </c:pt>
              <c:pt idx="326">
                <c:v>121.7439</c:v>
              </c:pt>
              <c:pt idx="327">
                <c:v>121.9791</c:v>
              </c:pt>
              <c:pt idx="328">
                <c:v>122.01900000000001</c:v>
              </c:pt>
              <c:pt idx="329">
                <c:v>122.43770000000001</c:v>
              </c:pt>
              <c:pt idx="330">
                <c:v>122.6091</c:v>
              </c:pt>
              <c:pt idx="331">
                <c:v>122.89619999999999</c:v>
              </c:pt>
              <c:pt idx="332">
                <c:v>123.2272</c:v>
              </c:pt>
              <c:pt idx="333">
                <c:v>123.32680000000001</c:v>
              </c:pt>
              <c:pt idx="334">
                <c:v>123.6538</c:v>
              </c:pt>
              <c:pt idx="335">
                <c:v>123.8013</c:v>
              </c:pt>
              <c:pt idx="336">
                <c:v>124.13630000000001</c:v>
              </c:pt>
              <c:pt idx="337">
                <c:v>124.2957</c:v>
              </c:pt>
              <c:pt idx="338">
                <c:v>124.57089999999999</c:v>
              </c:pt>
              <c:pt idx="339">
                <c:v>124.91379999999999</c:v>
              </c:pt>
              <c:pt idx="340">
                <c:v>125.16500000000001</c:v>
              </c:pt>
              <c:pt idx="341">
                <c:v>125.2846</c:v>
              </c:pt>
              <c:pt idx="342">
                <c:v>125.6953</c:v>
              </c:pt>
              <c:pt idx="343">
                <c:v>125.93049999999999</c:v>
              </c:pt>
              <c:pt idx="344">
                <c:v>126.07810000000001</c:v>
              </c:pt>
              <c:pt idx="345">
                <c:v>126.4888</c:v>
              </c:pt>
              <c:pt idx="346">
                <c:v>126.53660000000001</c:v>
              </c:pt>
              <c:pt idx="347">
                <c:v>126.8596</c:v>
              </c:pt>
              <c:pt idx="348">
                <c:v>127.10680000000001</c:v>
              </c:pt>
              <c:pt idx="349">
                <c:v>127.4537</c:v>
              </c:pt>
              <c:pt idx="350">
                <c:v>127.74469999999999</c:v>
              </c:pt>
              <c:pt idx="351">
                <c:v>127.8763</c:v>
              </c:pt>
              <c:pt idx="352">
                <c:v>128.1953</c:v>
              </c:pt>
              <c:pt idx="353">
                <c:v>128.34280000000001</c:v>
              </c:pt>
              <c:pt idx="354">
                <c:v>128.6738</c:v>
              </c:pt>
              <c:pt idx="355">
                <c:v>128.917</c:v>
              </c:pt>
              <c:pt idx="356">
                <c:v>129.18809999999999</c:v>
              </c:pt>
              <c:pt idx="357">
                <c:v>129.25190000000001</c:v>
              </c:pt>
              <c:pt idx="358">
                <c:v>129.61879999999999</c:v>
              </c:pt>
              <c:pt idx="359">
                <c:v>129.846</c:v>
              </c:pt>
              <c:pt idx="360">
                <c:v>130.14109999999999</c:v>
              </c:pt>
              <c:pt idx="361">
                <c:v>130.3843</c:v>
              </c:pt>
              <c:pt idx="362">
                <c:v>130.6395</c:v>
              </c:pt>
              <c:pt idx="363">
                <c:v>130.86680000000001</c:v>
              </c:pt>
              <c:pt idx="364">
                <c:v>131.05420000000001</c:v>
              </c:pt>
              <c:pt idx="365">
                <c:v>131.3612</c:v>
              </c:pt>
              <c:pt idx="366">
                <c:v>131.7201</c:v>
              </c:pt>
              <c:pt idx="367">
                <c:v>131.9194</c:v>
              </c:pt>
              <c:pt idx="368">
                <c:v>132.01509999999999</c:v>
              </c:pt>
              <c:pt idx="369">
                <c:v>132.37</c:v>
              </c:pt>
              <c:pt idx="370">
                <c:v>132.5335</c:v>
              </c:pt>
              <c:pt idx="371">
                <c:v>132.78870000000001</c:v>
              </c:pt>
              <c:pt idx="372">
                <c:v>133.17939999999999</c:v>
              </c:pt>
              <c:pt idx="373">
                <c:v>133.29509999999999</c:v>
              </c:pt>
              <c:pt idx="374">
                <c:v>133.65389999999999</c:v>
              </c:pt>
              <c:pt idx="375">
                <c:v>133.84129999999999</c:v>
              </c:pt>
              <c:pt idx="376">
                <c:v>134.16829999999999</c:v>
              </c:pt>
              <c:pt idx="377">
                <c:v>134.3357</c:v>
              </c:pt>
              <c:pt idx="378">
                <c:v>134.6388</c:v>
              </c:pt>
              <c:pt idx="379">
                <c:v>134.78229999999999</c:v>
              </c:pt>
              <c:pt idx="380">
                <c:v>135.17310000000001</c:v>
              </c:pt>
              <c:pt idx="381">
                <c:v>135.46019999999999</c:v>
              </c:pt>
              <c:pt idx="382">
                <c:v>135.5558</c:v>
              </c:pt>
              <c:pt idx="383">
                <c:v>135.99440000000001</c:v>
              </c:pt>
              <c:pt idx="384">
                <c:v>136.24959999999999</c:v>
              </c:pt>
              <c:pt idx="385">
                <c:v>136.4649</c:v>
              </c:pt>
              <c:pt idx="386">
                <c:v>136.5686</c:v>
              </c:pt>
              <c:pt idx="387">
                <c:v>136.8158</c:v>
              </c:pt>
              <c:pt idx="388">
                <c:v>137.1866</c:v>
              </c:pt>
              <c:pt idx="389">
                <c:v>137.43389999999999</c:v>
              </c:pt>
              <c:pt idx="390">
                <c:v>137.69300000000001</c:v>
              </c:pt>
              <c:pt idx="391">
                <c:v>137.8246</c:v>
              </c:pt>
              <c:pt idx="392">
                <c:v>138.15559999999999</c:v>
              </c:pt>
              <c:pt idx="393">
                <c:v>138.45060000000001</c:v>
              </c:pt>
              <c:pt idx="394">
                <c:v>138.5224</c:v>
              </c:pt>
              <c:pt idx="395">
                <c:v>138.76159999999999</c:v>
              </c:pt>
              <c:pt idx="396">
                <c:v>139.07660000000001</c:v>
              </c:pt>
              <c:pt idx="397">
                <c:v>139.36770000000001</c:v>
              </c:pt>
              <c:pt idx="398">
                <c:v>139.6508</c:v>
              </c:pt>
              <c:pt idx="399">
                <c:v>139.83420000000001</c:v>
              </c:pt>
              <c:pt idx="400">
                <c:v>140.07740000000001</c:v>
              </c:pt>
              <c:pt idx="401">
                <c:v>140.48410000000001</c:v>
              </c:pt>
              <c:pt idx="402">
                <c:v>140.66749999999999</c:v>
              </c:pt>
              <c:pt idx="403">
                <c:v>140.98650000000001</c:v>
              </c:pt>
              <c:pt idx="404">
                <c:v>141.12209999999999</c:v>
              </c:pt>
              <c:pt idx="405">
                <c:v>141.48490000000001</c:v>
              </c:pt>
              <c:pt idx="406">
                <c:v>141.58459999999999</c:v>
              </c:pt>
              <c:pt idx="407">
                <c:v>141.87970000000001</c:v>
              </c:pt>
              <c:pt idx="408">
                <c:v>142.18270000000001</c:v>
              </c:pt>
              <c:pt idx="409">
                <c:v>142.44589999999999</c:v>
              </c:pt>
              <c:pt idx="410">
                <c:v>142.709</c:v>
              </c:pt>
              <c:pt idx="411">
                <c:v>142.89250000000001</c:v>
              </c:pt>
              <c:pt idx="412">
                <c:v>143.06790000000001</c:v>
              </c:pt>
              <c:pt idx="413">
                <c:v>143.43469999999999</c:v>
              </c:pt>
              <c:pt idx="414">
                <c:v>143.71379999999999</c:v>
              </c:pt>
              <c:pt idx="415">
                <c:v>143.94110000000001</c:v>
              </c:pt>
              <c:pt idx="416">
                <c:v>144.13249999999999</c:v>
              </c:pt>
              <c:pt idx="417">
                <c:v>144.31190000000001</c:v>
              </c:pt>
              <c:pt idx="418">
                <c:v>144.63890000000001</c:v>
              </c:pt>
              <c:pt idx="419">
                <c:v>144.8981</c:v>
              </c:pt>
              <c:pt idx="420">
                <c:v>145.0137</c:v>
              </c:pt>
              <c:pt idx="421">
                <c:v>145.4802</c:v>
              </c:pt>
              <c:pt idx="422">
                <c:v>145.6317</c:v>
              </c:pt>
              <c:pt idx="423">
                <c:v>145.82310000000001</c:v>
              </c:pt>
              <c:pt idx="424">
                <c:v>146.01050000000001</c:v>
              </c:pt>
              <c:pt idx="425">
                <c:v>146.35339999999999</c:v>
              </c:pt>
              <c:pt idx="426">
                <c:v>146.58869999999999</c:v>
              </c:pt>
              <c:pt idx="427">
                <c:v>146.7561</c:v>
              </c:pt>
              <c:pt idx="428">
                <c:v>147.0951</c:v>
              </c:pt>
              <c:pt idx="429">
                <c:v>147.4699</c:v>
              </c:pt>
              <c:pt idx="430">
                <c:v>147.56559999999999</c:v>
              </c:pt>
              <c:pt idx="431">
                <c:v>147.81280000000001</c:v>
              </c:pt>
              <c:pt idx="432">
                <c:v>148.1876</c:v>
              </c:pt>
              <c:pt idx="433">
                <c:v>148.2833</c:v>
              </c:pt>
              <c:pt idx="434">
                <c:v>148.63810000000001</c:v>
              </c:pt>
              <c:pt idx="435">
                <c:v>148.7578</c:v>
              </c:pt>
              <c:pt idx="436">
                <c:v>149.08070000000001</c:v>
              </c:pt>
              <c:pt idx="437">
                <c:v>149.49940000000001</c:v>
              </c:pt>
              <c:pt idx="438">
                <c:v>149.73070000000001</c:v>
              </c:pt>
              <c:pt idx="439">
                <c:v>149.8622</c:v>
              </c:pt>
              <c:pt idx="440">
                <c:v>150.1413</c:v>
              </c:pt>
              <c:pt idx="441">
                <c:v>150.42840000000001</c:v>
              </c:pt>
              <c:pt idx="442">
                <c:v>150.59190000000001</c:v>
              </c:pt>
              <c:pt idx="443">
                <c:v>150.8511</c:v>
              </c:pt>
              <c:pt idx="444">
                <c:v>151.2099</c:v>
              </c:pt>
              <c:pt idx="445">
                <c:v>151.32560000000001</c:v>
              </c:pt>
              <c:pt idx="446">
                <c:v>151.53290000000001</c:v>
              </c:pt>
              <c:pt idx="447">
                <c:v>151.9316</c:v>
              </c:pt>
              <c:pt idx="448">
                <c:v>152.18680000000001</c:v>
              </c:pt>
              <c:pt idx="449">
                <c:v>152.31039999999999</c:v>
              </c:pt>
              <c:pt idx="450">
                <c:v>152.54169999999999</c:v>
              </c:pt>
              <c:pt idx="451">
                <c:v>152.94839999999999</c:v>
              </c:pt>
              <c:pt idx="452">
                <c:v>153.12379999999999</c:v>
              </c:pt>
              <c:pt idx="453">
                <c:v>153.2714</c:v>
              </c:pt>
              <c:pt idx="454">
                <c:v>153.50659999999999</c:v>
              </c:pt>
              <c:pt idx="455">
                <c:v>153.98910000000001</c:v>
              </c:pt>
              <c:pt idx="456">
                <c:v>154.07679999999999</c:v>
              </c:pt>
              <c:pt idx="457">
                <c:v>154.48750000000001</c:v>
              </c:pt>
              <c:pt idx="458">
                <c:v>154.5752</c:v>
              </c:pt>
              <c:pt idx="459">
                <c:v>154.87029999999999</c:v>
              </c:pt>
              <c:pt idx="460">
                <c:v>155.23310000000001</c:v>
              </c:pt>
              <c:pt idx="461">
                <c:v>155.3408</c:v>
              </c:pt>
              <c:pt idx="462">
                <c:v>155.67169999999999</c:v>
              </c:pt>
              <c:pt idx="463">
                <c:v>155.95079999999999</c:v>
              </c:pt>
              <c:pt idx="464">
                <c:v>156.09440000000001</c:v>
              </c:pt>
              <c:pt idx="465">
                <c:v>156.4014</c:v>
              </c:pt>
              <c:pt idx="466">
                <c:v>156.5051</c:v>
              </c:pt>
              <c:pt idx="467">
                <c:v>156.91579999999999</c:v>
              </c:pt>
              <c:pt idx="468">
                <c:v>157.2148</c:v>
              </c:pt>
              <c:pt idx="469">
                <c:v>157.28659999999999</c:v>
              </c:pt>
              <c:pt idx="470">
                <c:v>157.53380000000001</c:v>
              </c:pt>
              <c:pt idx="471">
                <c:v>157.98830000000001</c:v>
              </c:pt>
              <c:pt idx="472">
                <c:v>158.14779999999999</c:v>
              </c:pt>
              <c:pt idx="473">
                <c:v>158.43090000000001</c:v>
              </c:pt>
              <c:pt idx="474">
                <c:v>158.5625</c:v>
              </c:pt>
              <c:pt idx="475">
                <c:v>158.99709999999999</c:v>
              </c:pt>
              <c:pt idx="476">
                <c:v>159.18049999999999</c:v>
              </c:pt>
              <c:pt idx="477">
                <c:v>159.32409999999999</c:v>
              </c:pt>
              <c:pt idx="478">
                <c:v>159.54339999999999</c:v>
              </c:pt>
              <c:pt idx="479">
                <c:v>159.7587</c:v>
              </c:pt>
              <c:pt idx="480">
                <c:v>160.0856</c:v>
              </c:pt>
              <c:pt idx="481">
                <c:v>160.37270000000001</c:v>
              </c:pt>
              <c:pt idx="482">
                <c:v>160.6678</c:v>
              </c:pt>
              <c:pt idx="483">
                <c:v>160.99469999999999</c:v>
              </c:pt>
              <c:pt idx="484">
                <c:v>161.11840000000001</c:v>
              </c:pt>
              <c:pt idx="485">
                <c:v>161.45330000000001</c:v>
              </c:pt>
              <c:pt idx="486">
                <c:v>161.5968</c:v>
              </c:pt>
              <c:pt idx="487">
                <c:v>161.84010000000001</c:v>
              </c:pt>
              <c:pt idx="488">
                <c:v>162.20689999999999</c:v>
              </c:pt>
              <c:pt idx="489">
                <c:v>162.3066</c:v>
              </c:pt>
              <c:pt idx="490">
                <c:v>162.66139999999999</c:v>
              </c:pt>
              <c:pt idx="491">
                <c:v>162.9485</c:v>
              </c:pt>
              <c:pt idx="492">
                <c:v>163.06020000000001</c:v>
              </c:pt>
              <c:pt idx="493">
                <c:v>163.3672</c:v>
              </c:pt>
              <c:pt idx="494">
                <c:v>163.7141</c:v>
              </c:pt>
              <c:pt idx="495">
                <c:v>163.8177</c:v>
              </c:pt>
              <c:pt idx="496">
                <c:v>164.1327</c:v>
              </c:pt>
              <c:pt idx="497">
                <c:v>164.46369999999999</c:v>
              </c:pt>
              <c:pt idx="498">
                <c:v>164.72290000000001</c:v>
              </c:pt>
              <c:pt idx="499">
                <c:v>164.94220000000001</c:v>
              </c:pt>
              <c:pt idx="500">
                <c:v>165.22919999999999</c:v>
              </c:pt>
              <c:pt idx="501">
                <c:v>165.40870000000001</c:v>
              </c:pt>
              <c:pt idx="502">
                <c:v>165.50839999999999</c:v>
              </c:pt>
              <c:pt idx="503">
                <c:v>165.87520000000001</c:v>
              </c:pt>
              <c:pt idx="504">
                <c:v>166.2021</c:v>
              </c:pt>
              <c:pt idx="505">
                <c:v>166.33770000000001</c:v>
              </c:pt>
              <c:pt idx="506">
                <c:v>166.6009</c:v>
              </c:pt>
              <c:pt idx="507">
                <c:v>166.9119</c:v>
              </c:pt>
              <c:pt idx="508">
                <c:v>167.10730000000001</c:v>
              </c:pt>
              <c:pt idx="509">
                <c:v>167.34649999999999</c:v>
              </c:pt>
              <c:pt idx="510">
                <c:v>167.70140000000001</c:v>
              </c:pt>
              <c:pt idx="511">
                <c:v>167.7971</c:v>
              </c:pt>
              <c:pt idx="512">
                <c:v>168.0283</c:v>
              </c:pt>
              <c:pt idx="513">
                <c:v>168.3194</c:v>
              </c:pt>
              <c:pt idx="514">
                <c:v>168.60650000000001</c:v>
              </c:pt>
              <c:pt idx="515">
                <c:v>168.77</c:v>
              </c:pt>
              <c:pt idx="516">
                <c:v>169.02510000000001</c:v>
              </c:pt>
              <c:pt idx="517">
                <c:v>169.45179999999999</c:v>
              </c:pt>
              <c:pt idx="518">
                <c:v>169.6591</c:v>
              </c:pt>
              <c:pt idx="519">
                <c:v>169.7987</c:v>
              </c:pt>
              <c:pt idx="520">
                <c:v>170.16149999999999</c:v>
              </c:pt>
              <c:pt idx="521">
                <c:v>170.48849999999999</c:v>
              </c:pt>
              <c:pt idx="522">
                <c:v>170.50040000000001</c:v>
              </c:pt>
              <c:pt idx="523">
                <c:v>170.8314</c:v>
              </c:pt>
              <c:pt idx="524">
                <c:v>171.00280000000001</c:v>
              </c:pt>
              <c:pt idx="525">
                <c:v>171.4255</c:v>
              </c:pt>
              <c:pt idx="526">
                <c:v>171.52119999999999</c:v>
              </c:pt>
              <c:pt idx="527">
                <c:v>171.83619999999999</c:v>
              </c:pt>
              <c:pt idx="528">
                <c:v>172.24289999999999</c:v>
              </c:pt>
              <c:pt idx="529">
                <c:v>172.36250000000001</c:v>
              </c:pt>
              <c:pt idx="530">
                <c:v>172.6695</c:v>
              </c:pt>
              <c:pt idx="531">
                <c:v>172.9008</c:v>
              </c:pt>
              <c:pt idx="532">
                <c:v>173.06829999999999</c:v>
              </c:pt>
              <c:pt idx="533">
                <c:v>173.33940000000001</c:v>
              </c:pt>
              <c:pt idx="534">
                <c:v>173.65440000000001</c:v>
              </c:pt>
              <c:pt idx="535">
                <c:v>173.7979</c:v>
              </c:pt>
              <c:pt idx="536">
                <c:v>174.1807</c:v>
              </c:pt>
              <c:pt idx="537">
                <c:v>174.45179999999999</c:v>
              </c:pt>
              <c:pt idx="538">
                <c:v>174.5635</c:v>
              </c:pt>
              <c:pt idx="539">
                <c:v>174.9503</c:v>
              </c:pt>
              <c:pt idx="540">
                <c:v>175.1696</c:v>
              </c:pt>
              <c:pt idx="541">
                <c:v>175.26920000000001</c:v>
              </c:pt>
              <c:pt idx="542">
                <c:v>175.64009999999999</c:v>
              </c:pt>
              <c:pt idx="543">
                <c:v>175.96700000000001</c:v>
              </c:pt>
              <c:pt idx="544">
                <c:v>176.24209999999999</c:v>
              </c:pt>
              <c:pt idx="545">
                <c:v>176.47739999999999</c:v>
              </c:pt>
              <c:pt idx="546">
                <c:v>176.7286</c:v>
              </c:pt>
              <c:pt idx="547">
                <c:v>176.75649999999999</c:v>
              </c:pt>
              <c:pt idx="548">
                <c:v>177.0635</c:v>
              </c:pt>
              <c:pt idx="549">
                <c:v>177.3586</c:v>
              </c:pt>
              <c:pt idx="550">
                <c:v>177.51410000000001</c:v>
              </c:pt>
              <c:pt idx="551">
                <c:v>177.77330000000001</c:v>
              </c:pt>
              <c:pt idx="552">
                <c:v>178.04839999999999</c:v>
              </c:pt>
              <c:pt idx="553">
                <c:v>178.3434</c:v>
              </c:pt>
              <c:pt idx="554">
                <c:v>178.67840000000001</c:v>
              </c:pt>
              <c:pt idx="555">
                <c:v>178.8578</c:v>
              </c:pt>
              <c:pt idx="556">
                <c:v>179.01730000000001</c:v>
              </c:pt>
              <c:pt idx="557">
                <c:v>179.4041</c:v>
              </c:pt>
              <c:pt idx="558">
                <c:v>179.5795</c:v>
              </c:pt>
              <c:pt idx="559">
                <c:v>179.9384</c:v>
              </c:pt>
            </c:numLit>
          </c:xVal>
          <c:yVal>
            <c:numLit>
              <c:formatCode>0.000</c:formatCode>
              <c:ptCount val="560"/>
              <c:pt idx="0">
                <c:v>2.9237176372816446E-4</c:v>
              </c:pt>
              <c:pt idx="1">
                <c:v>3.5246925066100514E-4</c:v>
              </c:pt>
              <c:pt idx="2">
                <c:v>3.5056985155298672E-4</c:v>
              </c:pt>
              <c:pt idx="3">
                <c:v>4.5900593760410011E-4</c:v>
              </c:pt>
              <c:pt idx="4">
                <c:v>5.8764773066002484E-4</c:v>
              </c:pt>
              <c:pt idx="5">
                <c:v>4.1369755622482242E-4</c:v>
              </c:pt>
              <c:pt idx="6">
                <c:v>4.9518007458071315E-4</c:v>
              </c:pt>
              <c:pt idx="7">
                <c:v>3.1152906337574585E-4</c:v>
              </c:pt>
              <c:pt idx="8">
                <c:v>3.9225617106452583E-4</c:v>
              </c:pt>
              <c:pt idx="9">
                <c:v>3.9037993656099878E-4</c:v>
              </c:pt>
              <c:pt idx="10">
                <c:v>3.6981889866398866E-4</c:v>
              </c:pt>
              <c:pt idx="11">
                <c:v>4.6605576207590048E-4</c:v>
              </c:pt>
              <c:pt idx="12">
                <c:v>4.4744431867937067E-4</c:v>
              </c:pt>
              <c:pt idx="13">
                <c:v>4.7083363831055701E-4</c:v>
              </c:pt>
              <c:pt idx="14">
                <c:v>4.256739392511686E-4</c:v>
              </c:pt>
              <c:pt idx="15">
                <c:v>4.9570133253315008E-4</c:v>
              </c:pt>
              <c:pt idx="16">
                <c:v>4.9738457701699486E-4</c:v>
              </c:pt>
              <c:pt idx="17">
                <c:v>5.3745587209207222E-4</c:v>
              </c:pt>
              <c:pt idx="18">
                <c:v>5.5072828097853059E-4</c:v>
              </c:pt>
              <c:pt idx="19">
                <c:v>5.6337533337597057E-4</c:v>
              </c:pt>
              <c:pt idx="20">
                <c:v>4.2717791012478266E-4</c:v>
              </c:pt>
              <c:pt idx="21">
                <c:v>6.2166253308343789E-4</c:v>
              </c:pt>
              <c:pt idx="22">
                <c:v>5.6709033237937589E-4</c:v>
              </c:pt>
              <c:pt idx="23">
                <c:v>5.2646629183348051E-4</c:v>
              </c:pt>
              <c:pt idx="24">
                <c:v>4.6654147790312224E-4</c:v>
              </c:pt>
              <c:pt idx="25">
                <c:v>6.2506565163236835E-4</c:v>
              </c:pt>
              <c:pt idx="26">
                <c:v>4.7656314743388405E-4</c:v>
              </c:pt>
              <c:pt idx="27">
                <c:v>5.2727291033532065E-4</c:v>
              </c:pt>
              <c:pt idx="28">
                <c:v>6.9990942133708238E-4</c:v>
              </c:pt>
              <c:pt idx="29">
                <c:v>6.0124220936955846E-4</c:v>
              </c:pt>
              <c:pt idx="30">
                <c:v>5.4769715847395812E-4</c:v>
              </c:pt>
              <c:pt idx="31">
                <c:v>5.1418383199697314E-4</c:v>
              </c:pt>
              <c:pt idx="32">
                <c:v>4.9875307937984851E-4</c:v>
              </c:pt>
              <c:pt idx="33">
                <c:v>7.2863671756491358E-4</c:v>
              </c:pt>
              <c:pt idx="34">
                <c:v>5.9736930166017356E-4</c:v>
              </c:pt>
              <c:pt idx="35">
                <c:v>8.84518999557297E-4</c:v>
              </c:pt>
              <c:pt idx="36">
                <c:v>7.0482295339393088E-4</c:v>
              </c:pt>
              <c:pt idx="37">
                <c:v>4.462945576371845E-4</c:v>
              </c:pt>
              <c:pt idx="38">
                <c:v>4.4152956402542193E-4</c:v>
              </c:pt>
              <c:pt idx="39">
                <c:v>3.5838348220050147E-4</c:v>
              </c:pt>
              <c:pt idx="40">
                <c:v>3.2872292895883796E-4</c:v>
              </c:pt>
              <c:pt idx="41">
                <c:v>2.6591084733696953E-4</c:v>
              </c:pt>
              <c:pt idx="42">
                <c:v>3.4602822781112518E-4</c:v>
              </c:pt>
              <c:pt idx="43">
                <c:v>2.6246719851533574E-4</c:v>
              </c:pt>
              <c:pt idx="44">
                <c:v>3.1652033773195258E-4</c:v>
              </c:pt>
              <c:pt idx="45">
                <c:v>3.2405155550367529E-4</c:v>
              </c:pt>
              <c:pt idx="46">
                <c:v>3.1375103306346752E-4</c:v>
              </c:pt>
              <c:pt idx="47">
                <c:v>3.7147950332175913E-4</c:v>
              </c:pt>
              <c:pt idx="48">
                <c:v>2.6453877254632599E-4</c:v>
              </c:pt>
              <c:pt idx="49">
                <c:v>2.7468973066388665E-4</c:v>
              </c:pt>
              <c:pt idx="50">
                <c:v>3.4150447717253978E-4</c:v>
              </c:pt>
              <c:pt idx="51">
                <c:v>2.8804901450271621E-4</c:v>
              </c:pt>
              <c:pt idx="52">
                <c:v>2.2613724143658341E-4</c:v>
              </c:pt>
              <c:pt idx="53">
                <c:v>2.52782109486677E-4</c:v>
              </c:pt>
              <c:pt idx="54">
                <c:v>2.4419799350295203E-4</c:v>
              </c:pt>
              <c:pt idx="55">
                <c:v>2.9458256779530344E-4</c:v>
              </c:pt>
              <c:pt idx="56">
                <c:v>2.8662936962250377E-4</c:v>
              </c:pt>
              <c:pt idx="57">
                <c:v>2.8415200022840505E-4</c:v>
              </c:pt>
              <c:pt idx="58">
                <c:v>3.2314510850207912E-4</c:v>
              </c:pt>
              <c:pt idx="59">
                <c:v>3.8039048810146878E-4</c:v>
              </c:pt>
              <c:pt idx="60">
                <c:v>3.2419517961880274E-4</c:v>
              </c:pt>
              <c:pt idx="61">
                <c:v>4.1388011120745523E-4</c:v>
              </c:pt>
              <c:pt idx="62">
                <c:v>3.7017054774754699E-4</c:v>
              </c:pt>
              <c:pt idx="63">
                <c:v>4.61033713225274E-4</c:v>
              </c:pt>
              <c:pt idx="64">
                <c:v>4.7189726898424627E-4</c:v>
              </c:pt>
              <c:pt idx="65">
                <c:v>4.5428082956934702E-4</c:v>
              </c:pt>
              <c:pt idx="66">
                <c:v>4.3825011367027306E-4</c:v>
              </c:pt>
              <c:pt idx="67">
                <c:v>3.9593415273470891E-4</c:v>
              </c:pt>
              <c:pt idx="68">
                <c:v>4.3541025550010464E-4</c:v>
              </c:pt>
              <c:pt idx="69">
                <c:v>4.4764722954441534E-4</c:v>
              </c:pt>
              <c:pt idx="70">
                <c:v>4.1619533009006971E-4</c:v>
              </c:pt>
              <c:pt idx="71">
                <c:v>5.3234435827625428E-4</c:v>
              </c:pt>
              <c:pt idx="72">
                <c:v>4.444818286870852E-4</c:v>
              </c:pt>
              <c:pt idx="73">
                <c:v>4.6304432774287913E-4</c:v>
              </c:pt>
              <c:pt idx="74">
                <c:v>3.9234346613668678E-4</c:v>
              </c:pt>
              <c:pt idx="75">
                <c:v>4.2095424035939447E-4</c:v>
              </c:pt>
              <c:pt idx="76">
                <c:v>5.6238848048019029E-4</c:v>
              </c:pt>
              <c:pt idx="77">
                <c:v>5.732317601696089E-4</c:v>
              </c:pt>
              <c:pt idx="78">
                <c:v>6.1323097673528627E-4</c:v>
              </c:pt>
              <c:pt idx="79">
                <c:v>4.8562947977453136E-4</c:v>
              </c:pt>
              <c:pt idx="80">
                <c:v>5.3517793957893859E-4</c:v>
              </c:pt>
              <c:pt idx="81">
                <c:v>5.6374795293115604E-4</c:v>
              </c:pt>
              <c:pt idx="82">
                <c:v>5.7919826586488616E-4</c:v>
              </c:pt>
              <c:pt idx="83">
                <c:v>5.6723467700986062E-4</c:v>
              </c:pt>
              <c:pt idx="84">
                <c:v>5.5185477894639312E-4</c:v>
              </c:pt>
              <c:pt idx="85">
                <c:v>7.6526336102285156E-4</c:v>
              </c:pt>
              <c:pt idx="86">
                <c:v>3.9686564179099046E-4</c:v>
              </c:pt>
              <c:pt idx="87">
                <c:v>5.2503465594476732E-4</c:v>
              </c:pt>
              <c:pt idx="88">
                <c:v>4.9178998378246941E-4</c:v>
              </c:pt>
              <c:pt idx="89">
                <c:v>5.6143795185468635E-4</c:v>
              </c:pt>
              <c:pt idx="90">
                <c:v>5.230930522145367E-4</c:v>
              </c:pt>
              <c:pt idx="91">
                <c:v>5.8412748111972917E-4</c:v>
              </c:pt>
              <c:pt idx="92">
                <c:v>6.1725968196392131E-4</c:v>
              </c:pt>
              <c:pt idx="93">
                <c:v>5.042594767713989E-4</c:v>
              </c:pt>
              <c:pt idx="94">
                <c:v>7.2361248177582735E-4</c:v>
              </c:pt>
              <c:pt idx="95">
                <c:v>5.9314178719469283E-4</c:v>
              </c:pt>
              <c:pt idx="96">
                <c:v>5.1645299603763901E-4</c:v>
              </c:pt>
              <c:pt idx="97">
                <c:v>7.5287005540435308E-4</c:v>
              </c:pt>
              <c:pt idx="98">
                <c:v>7.2120816468404059E-4</c:v>
              </c:pt>
              <c:pt idx="99">
                <c:v>9.0831802381747444E-4</c:v>
              </c:pt>
              <c:pt idx="100">
                <c:v>7.4161628592158638E-4</c:v>
              </c:pt>
              <c:pt idx="101">
                <c:v>6.7705589832607398E-4</c:v>
              </c:pt>
              <c:pt idx="102">
                <c:v>8.8289378918764182E-4</c:v>
              </c:pt>
              <c:pt idx="103">
                <c:v>6.7512123808418636E-4</c:v>
              </c:pt>
              <c:pt idx="104">
                <c:v>8.7411281640140419E-4</c:v>
              </c:pt>
              <c:pt idx="105">
                <c:v>7.0618278763466763E-4</c:v>
              </c:pt>
              <c:pt idx="106">
                <c:v>7.3934685112349372E-4</c:v>
              </c:pt>
              <c:pt idx="107">
                <c:v>7.3765465260586553E-4</c:v>
              </c:pt>
              <c:pt idx="108">
                <c:v>6.1007962567001257E-4</c:v>
              </c:pt>
              <c:pt idx="109">
                <c:v>6.8300630356209766E-4</c:v>
              </c:pt>
              <c:pt idx="110">
                <c:v>8.5291577316480365E-4</c:v>
              </c:pt>
              <c:pt idx="111">
                <c:v>7.2891815140908932E-4</c:v>
              </c:pt>
              <c:pt idx="112">
                <c:v>7.7307682219951229E-4</c:v>
              </c:pt>
              <c:pt idx="113">
                <c:v>6.7623720326586226E-4</c:v>
              </c:pt>
              <c:pt idx="114">
                <c:v>6.7875039573438893E-4</c:v>
              </c:pt>
              <c:pt idx="115">
                <c:v>8.2317588706631384E-4</c:v>
              </c:pt>
              <c:pt idx="116">
                <c:v>6.7747863654895224E-4</c:v>
              </c:pt>
              <c:pt idx="117">
                <c:v>6.8545165955042156E-4</c:v>
              </c:pt>
              <c:pt idx="118">
                <c:v>8.2975101344329042E-4</c:v>
              </c:pt>
              <c:pt idx="119">
                <c:v>7.6137522021497354E-4</c:v>
              </c:pt>
              <c:pt idx="120">
                <c:v>6.3683987193015063E-4</c:v>
              </c:pt>
              <c:pt idx="121">
                <c:v>7.2183237567025711E-4</c:v>
              </c:pt>
              <c:pt idx="122">
                <c:v>7.5556208785473487E-4</c:v>
              </c:pt>
              <c:pt idx="123">
                <c:v>8.9786453114034325E-4</c:v>
              </c:pt>
              <c:pt idx="124">
                <c:v>6.7678932447307538E-4</c:v>
              </c:pt>
              <c:pt idx="125">
                <c:v>6.2272977922304886E-4</c:v>
              </c:pt>
              <c:pt idx="126">
                <c:v>5.7474501269423454E-4</c:v>
              </c:pt>
              <c:pt idx="127">
                <c:v>7.9312814703858924E-4</c:v>
              </c:pt>
              <c:pt idx="128">
                <c:v>5.5078062249846495E-4</c:v>
              </c:pt>
              <c:pt idx="129">
                <c:v>5.0807889980238031E-4</c:v>
              </c:pt>
              <c:pt idx="130">
                <c:v>4.4490967082787058E-4</c:v>
              </c:pt>
              <c:pt idx="131">
                <c:v>4.3188870202270034E-4</c:v>
              </c:pt>
              <c:pt idx="132">
                <c:v>3.9823531668348091E-4</c:v>
              </c:pt>
              <c:pt idx="133">
                <c:v>5.2511298232511599E-4</c:v>
              </c:pt>
              <c:pt idx="134">
                <c:v>5.288586632594633E-4</c:v>
              </c:pt>
              <c:pt idx="135">
                <c:v>5.5538197447726188E-4</c:v>
              </c:pt>
              <c:pt idx="136">
                <c:v>4.9695480220803532E-4</c:v>
              </c:pt>
              <c:pt idx="137">
                <c:v>4.4053089474449151E-4</c:v>
              </c:pt>
              <c:pt idx="138">
                <c:v>5.5716612273382115E-4</c:v>
              </c:pt>
              <c:pt idx="139">
                <c:v>5.6446295751805319E-4</c:v>
              </c:pt>
              <c:pt idx="140">
                <c:v>3.9670081360241639E-4</c:v>
              </c:pt>
              <c:pt idx="141">
                <c:v>3.7951137444945112E-4</c:v>
              </c:pt>
              <c:pt idx="142">
                <c:v>5.9888601660438461E-4</c:v>
              </c:pt>
              <c:pt idx="143">
                <c:v>6.8720789840147215E-4</c:v>
              </c:pt>
              <c:pt idx="144">
                <c:v>5.3194413186854344E-4</c:v>
              </c:pt>
              <c:pt idx="145">
                <c:v>5.2906927104537263E-4</c:v>
              </c:pt>
              <c:pt idx="146">
                <c:v>4.280389280000923E-4</c:v>
              </c:pt>
              <c:pt idx="147">
                <c:v>5.6312331694257289E-4</c:v>
              </c:pt>
              <c:pt idx="148">
                <c:v>4.3722624656851022E-4</c:v>
              </c:pt>
              <c:pt idx="149">
                <c:v>3.9089233181143087E-4</c:v>
              </c:pt>
              <c:pt idx="150">
                <c:v>3.6100685065209367E-4</c:v>
              </c:pt>
              <c:pt idx="151">
                <c:v>4.4005056868080518E-4</c:v>
              </c:pt>
              <c:pt idx="152">
                <c:v>4.5786346718421777E-4</c:v>
              </c:pt>
              <c:pt idx="153">
                <c:v>3.9003086598140511E-4</c:v>
              </c:pt>
              <c:pt idx="154">
                <c:v>3.7082072361181153E-4</c:v>
              </c:pt>
              <c:pt idx="155">
                <c:v>4.8353900561156477E-4</c:v>
              </c:pt>
              <c:pt idx="156">
                <c:v>3.8687001721587184E-4</c:v>
              </c:pt>
              <c:pt idx="157">
                <c:v>3.4151280775954955E-4</c:v>
              </c:pt>
              <c:pt idx="158">
                <c:v>3.8830365904654265E-4</c:v>
              </c:pt>
              <c:pt idx="159">
                <c:v>3.7647265441706452E-4</c:v>
              </c:pt>
              <c:pt idx="160">
                <c:v>3.4906522410592177E-4</c:v>
              </c:pt>
              <c:pt idx="161">
                <c:v>4.2764113705915047E-4</c:v>
              </c:pt>
              <c:pt idx="162">
                <c:v>4.3369353554282674E-4</c:v>
              </c:pt>
              <c:pt idx="163">
                <c:v>3.8332063884681522E-4</c:v>
              </c:pt>
              <c:pt idx="164">
                <c:v>4.8781867110816941E-4</c:v>
              </c:pt>
              <c:pt idx="165">
                <c:v>4.2750132853939436E-4</c:v>
              </c:pt>
              <c:pt idx="166">
                <c:v>3.2958227159139312E-4</c:v>
              </c:pt>
              <c:pt idx="167">
                <c:v>3.6722861086303565E-4</c:v>
              </c:pt>
              <c:pt idx="168">
                <c:v>3.3482187745687502E-4</c:v>
              </c:pt>
              <c:pt idx="169">
                <c:v>3.293432061222336E-4</c:v>
              </c:pt>
              <c:pt idx="170">
                <c:v>3.1493751015540506E-4</c:v>
              </c:pt>
              <c:pt idx="171">
                <c:v>3.5126991591960641E-4</c:v>
              </c:pt>
              <c:pt idx="172">
                <c:v>3.6018866156841019E-4</c:v>
              </c:pt>
              <c:pt idx="173">
                <c:v>3.6502509921566465E-4</c:v>
              </c:pt>
              <c:pt idx="174">
                <c:v>3.59589566493816E-4</c:v>
              </c:pt>
              <c:pt idx="175">
                <c:v>2.1764134213233258E-4</c:v>
              </c:pt>
              <c:pt idx="176">
                <c:v>4.3404274299389345E-4</c:v>
              </c:pt>
              <c:pt idx="177">
                <c:v>2.8821368174949366E-4</c:v>
              </c:pt>
              <c:pt idx="178">
                <c:v>2.7230111891240268E-4</c:v>
              </c:pt>
              <c:pt idx="179">
                <c:v>3.9248804509261083E-4</c:v>
              </c:pt>
              <c:pt idx="180">
                <c:v>2.1616192019371951E-4</c:v>
              </c:pt>
              <c:pt idx="181">
                <c:v>3.5450116107542759E-4</c:v>
              </c:pt>
              <c:pt idx="182">
                <c:v>4.5622494353207851E-4</c:v>
              </c:pt>
              <c:pt idx="183">
                <c:v>3.9592727241028288E-4</c:v>
              </c:pt>
              <c:pt idx="184">
                <c:v>3.4987321488789866E-4</c:v>
              </c:pt>
              <c:pt idx="185">
                <c:v>3.8259108474884655E-4</c:v>
              </c:pt>
              <c:pt idx="186">
                <c:v>2.7385346011061699E-4</c:v>
              </c:pt>
              <c:pt idx="187">
                <c:v>2.9695516096184022E-4</c:v>
              </c:pt>
              <c:pt idx="188">
                <c:v>2.9103793229057033E-4</c:v>
              </c:pt>
              <c:pt idx="189">
                <c:v>2.8569231645118583E-4</c:v>
              </c:pt>
              <c:pt idx="190">
                <c:v>2.812583491451858E-4</c:v>
              </c:pt>
              <c:pt idx="191">
                <c:v>3.1294594190005407E-4</c:v>
              </c:pt>
              <c:pt idx="192">
                <c:v>3.6472937265062059E-4</c:v>
              </c:pt>
              <c:pt idx="193">
                <c:v>2.7315294265810427E-4</c:v>
              </c:pt>
              <c:pt idx="194">
                <c:v>3.0986115513297762E-4</c:v>
              </c:pt>
              <c:pt idx="195">
                <c:v>2.865031595036114E-4</c:v>
              </c:pt>
              <c:pt idx="196">
                <c:v>3.2650875131153971E-4</c:v>
              </c:pt>
              <c:pt idx="197">
                <c:v>2.8103069565478837E-4</c:v>
              </c:pt>
              <c:pt idx="198">
                <c:v>3.5201451030157595E-4</c:v>
              </c:pt>
              <c:pt idx="199">
                <c:v>2.6614212713814244E-4</c:v>
              </c:pt>
              <c:pt idx="200">
                <c:v>3.9504468769881168E-4</c:v>
              </c:pt>
              <c:pt idx="201">
                <c:v>3.5492418900381174E-4</c:v>
              </c:pt>
              <c:pt idx="202">
                <c:v>3.1517177708506242E-4</c:v>
              </c:pt>
              <c:pt idx="203">
                <c:v>4.7120928418225341E-4</c:v>
              </c:pt>
              <c:pt idx="204">
                <c:v>3.9838361868260822E-4</c:v>
              </c:pt>
              <c:pt idx="205">
                <c:v>3.8118156309634681E-4</c:v>
              </c:pt>
              <c:pt idx="206">
                <c:v>5.0915803625762863E-4</c:v>
              </c:pt>
              <c:pt idx="207">
                <c:v>3.4256649049519398E-4</c:v>
              </c:pt>
              <c:pt idx="208">
                <c:v>3.6243347480550286E-4</c:v>
              </c:pt>
              <c:pt idx="209">
                <c:v>3.5233681814164598E-4</c:v>
              </c:pt>
              <c:pt idx="210">
                <c:v>3.8333663986879322E-4</c:v>
              </c:pt>
              <c:pt idx="211">
                <c:v>3.5695713626424672E-4</c:v>
              </c:pt>
              <c:pt idx="212">
                <c:v>3.6703959451817134E-4</c:v>
              </c:pt>
              <c:pt idx="213">
                <c:v>3.0653611518126426E-4</c:v>
              </c:pt>
              <c:pt idx="214">
                <c:v>3.5690571403303823E-4</c:v>
              </c:pt>
              <c:pt idx="215">
                <c:v>3.7401064936214325E-4</c:v>
              </c:pt>
              <c:pt idx="216">
                <c:v>3.8134582393243042E-4</c:v>
              </c:pt>
              <c:pt idx="217">
                <c:v>3.763150039960375E-4</c:v>
              </c:pt>
              <c:pt idx="218">
                <c:v>4.260320413499995E-4</c:v>
              </c:pt>
              <c:pt idx="219">
                <c:v>3.5281497953915445E-4</c:v>
              </c:pt>
              <c:pt idx="220">
                <c:v>3.8970100192263236E-4</c:v>
              </c:pt>
              <c:pt idx="221">
                <c:v>4.3075323771402362E-4</c:v>
              </c:pt>
              <c:pt idx="222">
                <c:v>4.6104490506338039E-4</c:v>
              </c:pt>
              <c:pt idx="223">
                <c:v>3.8196059001136115E-4</c:v>
              </c:pt>
              <c:pt idx="224">
                <c:v>3.8416199449697039E-4</c:v>
              </c:pt>
              <c:pt idx="225">
                <c:v>2.5173107985692868E-4</c:v>
              </c:pt>
              <c:pt idx="226">
                <c:v>3.4538618295306111E-4</c:v>
              </c:pt>
              <c:pt idx="227">
                <c:v>2.5297814443856425E-4</c:v>
              </c:pt>
              <c:pt idx="228">
                <c:v>2.4887092912660963E-4</c:v>
              </c:pt>
              <c:pt idx="229">
                <c:v>3.0662494756653492E-4</c:v>
              </c:pt>
              <c:pt idx="230">
                <c:v>2.2112958131002285E-4</c:v>
              </c:pt>
              <c:pt idx="231">
                <c:v>2.8428668677729884E-4</c:v>
              </c:pt>
              <c:pt idx="232">
                <c:v>2.5643149223896492E-4</c:v>
              </c:pt>
              <c:pt idx="233">
                <c:v>2.1857391703895178E-4</c:v>
              </c:pt>
              <c:pt idx="234">
                <c:v>2.4275773808855197E-4</c:v>
              </c:pt>
              <c:pt idx="235">
                <c:v>1.9548369269777944E-4</c:v>
              </c:pt>
              <c:pt idx="236">
                <c:v>2.406327954551838E-4</c:v>
              </c:pt>
              <c:pt idx="237">
                <c:v>1.8146528867320902E-4</c:v>
              </c:pt>
              <c:pt idx="238">
                <c:v>1.8567079653996336E-4</c:v>
              </c:pt>
              <c:pt idx="239">
                <c:v>1.9895091238691297E-4</c:v>
              </c:pt>
              <c:pt idx="240">
                <c:v>1.6774936863189082E-4</c:v>
              </c:pt>
              <c:pt idx="241">
                <c:v>1.7158428702888432E-4</c:v>
              </c:pt>
              <c:pt idx="242">
                <c:v>1.612329497333848E-4</c:v>
              </c:pt>
              <c:pt idx="243">
                <c:v>1.8418632495078614E-4</c:v>
              </c:pt>
              <c:pt idx="244">
                <c:v>1.6871675780231961E-4</c:v>
              </c:pt>
              <c:pt idx="245">
                <c:v>1.9769364503797128E-4</c:v>
              </c:pt>
              <c:pt idx="246">
                <c:v>1.8807036276284603E-4</c:v>
              </c:pt>
              <c:pt idx="247">
                <c:v>1.5289627740256679E-4</c:v>
              </c:pt>
              <c:pt idx="248">
                <c:v>1.6036646563524071E-4</c:v>
              </c:pt>
              <c:pt idx="249">
                <c:v>2.1320721839455256E-4</c:v>
              </c:pt>
              <c:pt idx="250">
                <c:v>1.9236907890658007E-4</c:v>
              </c:pt>
              <c:pt idx="251">
                <c:v>2.4452948540618666E-4</c:v>
              </c:pt>
              <c:pt idx="252">
                <c:v>1.884137247255936E-4</c:v>
              </c:pt>
              <c:pt idx="253">
                <c:v>2.4945782350957484E-4</c:v>
              </c:pt>
              <c:pt idx="254">
                <c:v>1.9190027806703224E-4</c:v>
              </c:pt>
              <c:pt idx="255">
                <c:v>2.0193886303608753E-4</c:v>
              </c:pt>
              <c:pt idx="256">
                <c:v>2.4730194476832109E-4</c:v>
              </c:pt>
              <c:pt idx="257">
                <c:v>2.0611872903931544E-4</c:v>
              </c:pt>
              <c:pt idx="258">
                <c:v>2.4111143081644222E-4</c:v>
              </c:pt>
              <c:pt idx="259">
                <c:v>3.0617195112953992E-4</c:v>
              </c:pt>
              <c:pt idx="260">
                <c:v>2.0870951151120973E-4</c:v>
              </c:pt>
              <c:pt idx="261">
                <c:v>2.1080715118961815E-4</c:v>
              </c:pt>
              <c:pt idx="262">
                <c:v>2.4107065451041006E-4</c:v>
              </c:pt>
              <c:pt idx="263">
                <c:v>3.2421674420338484E-4</c:v>
              </c:pt>
              <c:pt idx="264">
                <c:v>2.9007819012328087E-4</c:v>
              </c:pt>
              <c:pt idx="265">
                <c:v>2.8218129277500888E-4</c:v>
              </c:pt>
              <c:pt idx="266">
                <c:v>3.9685863730295996E-4</c:v>
              </c:pt>
              <c:pt idx="267">
                <c:v>3.1112692841841252E-4</c:v>
              </c:pt>
              <c:pt idx="268">
                <c:v>3.3922893761665203E-4</c:v>
              </c:pt>
              <c:pt idx="269">
                <c:v>2.6597451985842214E-4</c:v>
              </c:pt>
              <c:pt idx="270">
                <c:v>3.7619394384518661E-4</c:v>
              </c:pt>
              <c:pt idx="271">
                <c:v>3.1714514856713593E-4</c:v>
              </c:pt>
              <c:pt idx="272">
                <c:v>2.6055001693977333E-4</c:v>
              </c:pt>
              <c:pt idx="273">
                <c:v>2.3311919654534871E-4</c:v>
              </c:pt>
              <c:pt idx="274">
                <c:v>3.2083035273037998E-4</c:v>
              </c:pt>
              <c:pt idx="275">
                <c:v>2.9273723986822739E-4</c:v>
              </c:pt>
              <c:pt idx="276">
                <c:v>2.0175005608998937E-4</c:v>
              </c:pt>
              <c:pt idx="277">
                <c:v>2.9109411123310128E-4</c:v>
              </c:pt>
              <c:pt idx="278">
                <c:v>2.6813735792904886E-4</c:v>
              </c:pt>
              <c:pt idx="279">
                <c:v>2.7329588082042523E-4</c:v>
              </c:pt>
              <c:pt idx="280">
                <c:v>3.0239067879163752E-4</c:v>
              </c:pt>
              <c:pt idx="281">
                <c:v>2.3610206969935178E-4</c:v>
              </c:pt>
              <c:pt idx="282">
                <c:v>2.572093180120067E-4</c:v>
              </c:pt>
              <c:pt idx="283">
                <c:v>2.2680014285114141E-4</c:v>
              </c:pt>
              <c:pt idx="284">
                <c:v>2.3119512158612763E-4</c:v>
              </c:pt>
              <c:pt idx="285">
                <c:v>2.2084813032620349E-4</c:v>
              </c:pt>
              <c:pt idx="286">
                <c:v>1.8152351387508967E-4</c:v>
              </c:pt>
              <c:pt idx="287">
                <c:v>2.9725763624859975E-4</c:v>
              </c:pt>
              <c:pt idx="288">
                <c:v>2.2342894614291604E-4</c:v>
              </c:pt>
              <c:pt idx="289">
                <c:v>2.1222793877060365E-4</c:v>
              </c:pt>
              <c:pt idx="290">
                <c:v>2.5671093434753906E-4</c:v>
              </c:pt>
              <c:pt idx="291">
                <c:v>2.7304014820962697E-4</c:v>
              </c:pt>
              <c:pt idx="292">
                <c:v>3.3289678633132672E-4</c:v>
              </c:pt>
              <c:pt idx="293">
                <c:v>3.2101945408207351E-4</c:v>
              </c:pt>
              <c:pt idx="294">
                <c:v>2.6199077004713801E-4</c:v>
              </c:pt>
              <c:pt idx="295">
                <c:v>3.26306808067879E-4</c:v>
              </c:pt>
              <c:pt idx="296">
                <c:v>1.9897524560424126E-4</c:v>
              </c:pt>
              <c:pt idx="297">
                <c:v>2.267415822011612E-4</c:v>
              </c:pt>
              <c:pt idx="298">
                <c:v>2.8523337234323342E-4</c:v>
              </c:pt>
              <c:pt idx="299">
                <c:v>2.7832382365738885E-4</c:v>
              </c:pt>
              <c:pt idx="300">
                <c:v>2.3755698908853703E-4</c:v>
              </c:pt>
              <c:pt idx="301">
                <c:v>2.3838675887808363E-4</c:v>
              </c:pt>
              <c:pt idx="302">
                <c:v>2.4285729053125758E-4</c:v>
              </c:pt>
              <c:pt idx="303">
                <c:v>2.3503055074025779E-4</c:v>
              </c:pt>
              <c:pt idx="304">
                <c:v>3.9237477005220762E-4</c:v>
              </c:pt>
              <c:pt idx="305">
                <c:v>2.2245674741433564E-4</c:v>
              </c:pt>
              <c:pt idx="306">
                <c:v>2.6579474583671874E-4</c:v>
              </c:pt>
              <c:pt idx="307">
                <c:v>1.9800860953367107E-4</c:v>
              </c:pt>
              <c:pt idx="308">
                <c:v>2.8113976772683156E-4</c:v>
              </c:pt>
              <c:pt idx="309">
                <c:v>2.6358750123057026E-4</c:v>
              </c:pt>
              <c:pt idx="310">
                <c:v>2.3416684762195644E-4</c:v>
              </c:pt>
              <c:pt idx="311">
                <c:v>2.6914652095006342E-4</c:v>
              </c:pt>
              <c:pt idx="312">
                <c:v>2.826702874782561E-4</c:v>
              </c:pt>
              <c:pt idx="313">
                <c:v>2.5146308357455971E-4</c:v>
              </c:pt>
              <c:pt idx="314">
                <c:v>1.9558142997862609E-4</c:v>
              </c:pt>
              <c:pt idx="315">
                <c:v>2.7162821617363807E-4</c:v>
              </c:pt>
              <c:pt idx="316">
                <c:v>3.0695982898959332E-4</c:v>
              </c:pt>
              <c:pt idx="317">
                <c:v>2.6785872045136246E-4</c:v>
              </c:pt>
              <c:pt idx="318">
                <c:v>3.0533109433739743E-4</c:v>
              </c:pt>
              <c:pt idx="319">
                <c:v>3.5366743188375657E-4</c:v>
              </c:pt>
              <c:pt idx="320">
                <c:v>2.6901344398436318E-4</c:v>
              </c:pt>
              <c:pt idx="321">
                <c:v>3.9879528361072699E-4</c:v>
              </c:pt>
              <c:pt idx="322">
                <c:v>3.6252718431885886E-4</c:v>
              </c:pt>
              <c:pt idx="323">
                <c:v>3.176493692211519E-4</c:v>
              </c:pt>
              <c:pt idx="324">
                <c:v>3.0386665139181367E-4</c:v>
              </c:pt>
              <c:pt idx="325">
                <c:v>2.4544269341555578E-4</c:v>
              </c:pt>
              <c:pt idx="326">
                <c:v>3.7126877407260171E-4</c:v>
              </c:pt>
              <c:pt idx="327">
                <c:v>3.8356590222695687E-4</c:v>
              </c:pt>
              <c:pt idx="328">
                <c:v>3.0039066579352371E-4</c:v>
              </c:pt>
              <c:pt idx="329">
                <c:v>3.6637186536546418E-4</c:v>
              </c:pt>
              <c:pt idx="330">
                <c:v>3.7248648330963927E-4</c:v>
              </c:pt>
              <c:pt idx="331">
                <c:v>3.5507763493241174E-4</c:v>
              </c:pt>
              <c:pt idx="332">
                <c:v>4.5224145133257156E-4</c:v>
              </c:pt>
              <c:pt idx="333">
                <c:v>4.4682582876712554E-4</c:v>
              </c:pt>
              <c:pt idx="334">
                <c:v>4.5599193833002896E-4</c:v>
              </c:pt>
              <c:pt idx="335">
                <c:v>5.1054262074139059E-4</c:v>
              </c:pt>
              <c:pt idx="336">
                <c:v>6.2185336549486008E-4</c:v>
              </c:pt>
              <c:pt idx="337">
                <c:v>5.1344875794539623E-4</c:v>
              </c:pt>
              <c:pt idx="338">
                <c:v>4.1053060086103935E-4</c:v>
              </c:pt>
              <c:pt idx="339">
                <c:v>3.8566736592552287E-4</c:v>
              </c:pt>
              <c:pt idx="340">
                <c:v>3.9663033951972893E-4</c:v>
              </c:pt>
              <c:pt idx="341">
                <c:v>5.4008431532332022E-4</c:v>
              </c:pt>
              <c:pt idx="342">
                <c:v>4.507020701695879E-4</c:v>
              </c:pt>
              <c:pt idx="343">
                <c:v>4.6061113764904189E-4</c:v>
              </c:pt>
              <c:pt idx="344">
                <c:v>5.5174964330108409E-4</c:v>
              </c:pt>
              <c:pt idx="345">
                <c:v>5.1361183084303833E-4</c:v>
              </c:pt>
              <c:pt idx="346">
                <c:v>3.8545396031346591E-4</c:v>
              </c:pt>
              <c:pt idx="347">
                <c:v>5.5239088394523302E-4</c:v>
              </c:pt>
              <c:pt idx="348">
                <c:v>5.3499484010310103E-4</c:v>
              </c:pt>
              <c:pt idx="349">
                <c:v>6.2508358760388831E-4</c:v>
              </c:pt>
              <c:pt idx="350">
                <c:v>5.511140481131876E-4</c:v>
              </c:pt>
              <c:pt idx="351">
                <c:v>5.260664196062709E-4</c:v>
              </c:pt>
              <c:pt idx="352">
                <c:v>5.9139601809754831E-4</c:v>
              </c:pt>
              <c:pt idx="353">
                <c:v>6.6441753949406459E-4</c:v>
              </c:pt>
              <c:pt idx="354">
                <c:v>5.200484485099082E-4</c:v>
              </c:pt>
              <c:pt idx="355">
                <c:v>5.2960577070605458E-4</c:v>
              </c:pt>
              <c:pt idx="356">
                <c:v>5.4305045605538573E-4</c:v>
              </c:pt>
              <c:pt idx="357">
                <c:v>5.2381089921132095E-4</c:v>
              </c:pt>
              <c:pt idx="358">
                <c:v>5.7431256733156833E-4</c:v>
              </c:pt>
              <c:pt idx="359">
                <c:v>5.354835612064381E-4</c:v>
              </c:pt>
              <c:pt idx="360">
                <c:v>6.6240473201549955E-4</c:v>
              </c:pt>
              <c:pt idx="361">
                <c:v>6.4306094446498581E-4</c:v>
              </c:pt>
              <c:pt idx="362">
                <c:v>5.2859010541798847E-4</c:v>
              </c:pt>
              <c:pt idx="363">
                <c:v>4.7731218170154994E-4</c:v>
              </c:pt>
              <c:pt idx="364">
                <c:v>5.7296267488067001E-4</c:v>
              </c:pt>
              <c:pt idx="365">
                <c:v>4.284712485746932E-4</c:v>
              </c:pt>
              <c:pt idx="366">
                <c:v>4.5961671375301447E-4</c:v>
              </c:pt>
              <c:pt idx="367">
                <c:v>4.8136634890547688E-4</c:v>
              </c:pt>
              <c:pt idx="368">
                <c:v>5.8387580764339474E-4</c:v>
              </c:pt>
              <c:pt idx="369">
                <c:v>4.4818910170722851E-4</c:v>
              </c:pt>
              <c:pt idx="370">
                <c:v>5.6915034124603223E-4</c:v>
              </c:pt>
              <c:pt idx="371">
                <c:v>6.316692980204607E-4</c:v>
              </c:pt>
              <c:pt idx="372">
                <c:v>4.9929415376334164E-4</c:v>
              </c:pt>
              <c:pt idx="373">
                <c:v>5.1261137155034242E-4</c:v>
              </c:pt>
              <c:pt idx="374">
                <c:v>8.068214108852349E-4</c:v>
              </c:pt>
              <c:pt idx="375">
                <c:v>6.8447172689676422E-4</c:v>
              </c:pt>
              <c:pt idx="376">
                <c:v>5.7021294758060736E-4</c:v>
              </c:pt>
              <c:pt idx="377">
                <c:v>6.7739405994525579E-4</c:v>
              </c:pt>
              <c:pt idx="378">
                <c:v>7.7193629413056688E-4</c:v>
              </c:pt>
              <c:pt idx="379">
                <c:v>6.6467682620106265E-4</c:v>
              </c:pt>
              <c:pt idx="380">
                <c:v>7.4404121627647609E-4</c:v>
              </c:pt>
              <c:pt idx="381">
                <c:v>5.914103724767568E-4</c:v>
              </c:pt>
              <c:pt idx="382">
                <c:v>5.2133713720678031E-4</c:v>
              </c:pt>
              <c:pt idx="383">
                <c:v>5.3991594323626608E-4</c:v>
              </c:pt>
              <c:pt idx="384">
                <c:v>6.1696475001696879E-4</c:v>
              </c:pt>
              <c:pt idx="385">
                <c:v>5.9271687905669698E-4</c:v>
              </c:pt>
              <c:pt idx="386">
                <c:v>5.7403984740664869E-4</c:v>
              </c:pt>
              <c:pt idx="387">
                <c:v>7.3015868825610463E-4</c:v>
              </c:pt>
              <c:pt idx="388">
                <c:v>5.6859891721802724E-4</c:v>
              </c:pt>
              <c:pt idx="389">
                <c:v>5.7750951982079473E-4</c:v>
              </c:pt>
              <c:pt idx="390">
                <c:v>6.9812367962435509E-4</c:v>
              </c:pt>
              <c:pt idx="391">
                <c:v>6.3621537093757621E-4</c:v>
              </c:pt>
              <c:pt idx="392">
                <c:v>6.5111843386437532E-4</c:v>
              </c:pt>
              <c:pt idx="393">
                <c:v>6.6402599790003414E-4</c:v>
              </c:pt>
              <c:pt idx="394">
                <c:v>7.3363267352527441E-4</c:v>
              </c:pt>
              <c:pt idx="395">
                <c:v>9.1705445781579205E-4</c:v>
              </c:pt>
              <c:pt idx="396">
                <c:v>1.0607421167185449E-3</c:v>
              </c:pt>
              <c:pt idx="397">
                <c:v>1.0189534976426022E-3</c:v>
              </c:pt>
              <c:pt idx="398">
                <c:v>7.5439608409458021E-4</c:v>
              </c:pt>
              <c:pt idx="399">
                <c:v>8.5262378280312467E-4</c:v>
              </c:pt>
              <c:pt idx="400">
                <c:v>9.7613120378853648E-4</c:v>
              </c:pt>
              <c:pt idx="401">
                <c:v>7.5162655809861238E-4</c:v>
              </c:pt>
              <c:pt idx="402">
                <c:v>6.3891434339748035E-4</c:v>
              </c:pt>
              <c:pt idx="403">
                <c:v>8.0801551628110156E-4</c:v>
              </c:pt>
              <c:pt idx="404">
                <c:v>7.0520958265871505E-4</c:v>
              </c:pt>
              <c:pt idx="405">
                <c:v>9.8930271890342232E-4</c:v>
              </c:pt>
              <c:pt idx="406">
                <c:v>1.2248409204597688E-3</c:v>
              </c:pt>
              <c:pt idx="407">
                <c:v>1.0048469686486658E-3</c:v>
              </c:pt>
              <c:pt idx="408">
                <c:v>9.5749795497956556E-4</c:v>
              </c:pt>
              <c:pt idx="409">
                <c:v>1.1692864157975527E-3</c:v>
              </c:pt>
              <c:pt idx="410">
                <c:v>1.1815189693106746E-3</c:v>
              </c:pt>
              <c:pt idx="411">
                <c:v>1.2893637909882564E-3</c:v>
              </c:pt>
              <c:pt idx="412">
                <c:v>1.0464494841339652E-3</c:v>
              </c:pt>
              <c:pt idx="413">
                <c:v>1.1056378661670257E-3</c:v>
              </c:pt>
              <c:pt idx="414">
                <c:v>1.3929576548882493E-3</c:v>
              </c:pt>
              <c:pt idx="415">
                <c:v>1.2537393373910049E-3</c:v>
              </c:pt>
              <c:pt idx="416">
                <c:v>1.3482998709085597E-3</c:v>
              </c:pt>
              <c:pt idx="417">
                <c:v>1.8308967863573961E-3</c:v>
              </c:pt>
              <c:pt idx="418">
                <c:v>1.0920371272675423E-3</c:v>
              </c:pt>
              <c:pt idx="419">
                <c:v>1.1718123980880659E-3</c:v>
              </c:pt>
              <c:pt idx="420">
                <c:v>1.2421893347654494E-3</c:v>
              </c:pt>
              <c:pt idx="421">
                <c:v>1.4113345045805386E-3</c:v>
              </c:pt>
              <c:pt idx="422">
                <c:v>2.1696120219515647E-3</c:v>
              </c:pt>
              <c:pt idx="423">
                <c:v>1.4970734326293993E-3</c:v>
              </c:pt>
              <c:pt idx="424">
                <c:v>1.8093181431260564E-3</c:v>
              </c:pt>
              <c:pt idx="425">
                <c:v>1.6097201018486777E-3</c:v>
              </c:pt>
              <c:pt idx="426">
                <c:v>1.3391794871001849E-3</c:v>
              </c:pt>
              <c:pt idx="427">
                <c:v>1.6781248245709597E-3</c:v>
              </c:pt>
              <c:pt idx="428">
                <c:v>1.3438333127364348E-3</c:v>
              </c:pt>
              <c:pt idx="429">
                <c:v>1.16470597124649E-3</c:v>
              </c:pt>
              <c:pt idx="430">
                <c:v>1.2739513922746058E-3</c:v>
              </c:pt>
              <c:pt idx="431">
                <c:v>1.1586679723072295E-3</c:v>
              </c:pt>
              <c:pt idx="432">
                <c:v>9.1284397840711638E-4</c:v>
              </c:pt>
              <c:pt idx="433">
                <c:v>1.2855174995471071E-3</c:v>
              </c:pt>
              <c:pt idx="434">
                <c:v>1.0306912029210268E-3</c:v>
              </c:pt>
              <c:pt idx="435">
                <c:v>8.7326878630317802E-4</c:v>
              </c:pt>
              <c:pt idx="436">
                <c:v>8.2064733599474611E-4</c:v>
              </c:pt>
              <c:pt idx="437">
                <c:v>1.0440588748095762E-3</c:v>
              </c:pt>
              <c:pt idx="438">
                <c:v>1.0715144943010176E-3</c:v>
              </c:pt>
              <c:pt idx="439">
                <c:v>1.2634342427676353E-3</c:v>
              </c:pt>
              <c:pt idx="440">
                <c:v>8.2399894708855195E-4</c:v>
              </c:pt>
              <c:pt idx="441">
                <c:v>1.0625180248356359E-3</c:v>
              </c:pt>
              <c:pt idx="442">
                <c:v>1.084154241711334E-3</c:v>
              </c:pt>
              <c:pt idx="443">
                <c:v>1.0704956401120303E-3</c:v>
              </c:pt>
              <c:pt idx="444">
                <c:v>1.0165826793602838E-3</c:v>
              </c:pt>
              <c:pt idx="445">
                <c:v>8.9732361440741058E-4</c:v>
              </c:pt>
              <c:pt idx="446">
                <c:v>8.4548937526728908E-4</c:v>
              </c:pt>
              <c:pt idx="447">
                <c:v>8.3277890222905888E-4</c:v>
              </c:pt>
              <c:pt idx="448">
                <c:v>8.2789317880929073E-4</c:v>
              </c:pt>
              <c:pt idx="449">
                <c:v>8.8007950118617587E-4</c:v>
              </c:pt>
              <c:pt idx="450">
                <c:v>8.2003820899577266E-4</c:v>
              </c:pt>
              <c:pt idx="451">
                <c:v>5.8519479763319781E-4</c:v>
              </c:pt>
              <c:pt idx="452">
                <c:v>6.8754854355808609E-4</c:v>
              </c:pt>
              <c:pt idx="453">
                <c:v>6.8626571050760992E-4</c:v>
              </c:pt>
              <c:pt idx="454">
                <c:v>8.0235054750295287E-4</c:v>
              </c:pt>
              <c:pt idx="455">
                <c:v>6.4227149400536432E-4</c:v>
              </c:pt>
              <c:pt idx="456">
                <c:v>8.7422259367711736E-4</c:v>
              </c:pt>
              <c:pt idx="457">
                <c:v>9.0920337959320054E-4</c:v>
              </c:pt>
              <c:pt idx="458">
                <c:v>8.4728427076656088E-4</c:v>
              </c:pt>
              <c:pt idx="459">
                <c:v>7.464779116949609E-4</c:v>
              </c:pt>
              <c:pt idx="460">
                <c:v>1.1789297495613104E-3</c:v>
              </c:pt>
              <c:pt idx="461">
                <c:v>7.5217806374753714E-4</c:v>
              </c:pt>
              <c:pt idx="462">
                <c:v>7.2709787804571991E-4</c:v>
              </c:pt>
              <c:pt idx="463">
                <c:v>8.019217020176565E-4</c:v>
              </c:pt>
              <c:pt idx="464">
                <c:v>7.7699034635411268E-4</c:v>
              </c:pt>
              <c:pt idx="465">
                <c:v>9.9139550840343735E-4</c:v>
              </c:pt>
              <c:pt idx="466">
                <c:v>7.7996132604865956E-4</c:v>
              </c:pt>
              <c:pt idx="467">
                <c:v>7.3607334407976681E-4</c:v>
              </c:pt>
              <c:pt idx="468">
                <c:v>6.9827070585873059E-4</c:v>
              </c:pt>
              <c:pt idx="469">
                <c:v>7.6776275591495396E-4</c:v>
              </c:pt>
              <c:pt idx="470">
                <c:v>7.6028137992478946E-4</c:v>
              </c:pt>
              <c:pt idx="471">
                <c:v>7.2423948995915322E-4</c:v>
              </c:pt>
              <c:pt idx="472">
                <c:v>9.2192711486554612E-4</c:v>
              </c:pt>
              <c:pt idx="473">
                <c:v>5.669163399817347E-4</c:v>
              </c:pt>
              <c:pt idx="474">
                <c:v>4.8931813618688879E-4</c:v>
              </c:pt>
              <c:pt idx="475">
                <c:v>6.3667098931603175E-4</c:v>
              </c:pt>
              <c:pt idx="476">
                <c:v>5.2124284871168805E-4</c:v>
              </c:pt>
              <c:pt idx="477">
                <c:v>5.6760571142936648E-4</c:v>
              </c:pt>
              <c:pt idx="478">
                <c:v>5.1308301264314858E-4</c:v>
              </c:pt>
              <c:pt idx="479">
                <c:v>5.13196021681073E-4</c:v>
              </c:pt>
              <c:pt idx="480">
                <c:v>5.4791574430797848E-4</c:v>
              </c:pt>
              <c:pt idx="481">
                <c:v>4.7140563905438763E-4</c:v>
              </c:pt>
              <c:pt idx="482">
                <c:v>4.7743306993689615E-4</c:v>
              </c:pt>
              <c:pt idx="483">
                <c:v>5.011504083252419E-4</c:v>
              </c:pt>
              <c:pt idx="484">
                <c:v>5.9893447222381178E-4</c:v>
              </c:pt>
              <c:pt idx="485">
                <c:v>4.1874235277177332E-4</c:v>
              </c:pt>
              <c:pt idx="486">
                <c:v>4.8658407352505901E-4</c:v>
              </c:pt>
              <c:pt idx="487">
                <c:v>5.4434038278866029E-4</c:v>
              </c:pt>
              <c:pt idx="488">
                <c:v>4.466055989189782E-4</c:v>
              </c:pt>
              <c:pt idx="489">
                <c:v>4.3171059453324943E-4</c:v>
              </c:pt>
              <c:pt idx="490">
                <c:v>5.2587907133808923E-4</c:v>
              </c:pt>
              <c:pt idx="491">
                <c:v>4.9097499505828526E-4</c:v>
              </c:pt>
              <c:pt idx="492">
                <c:v>4.3199434097844556E-4</c:v>
              </c:pt>
              <c:pt idx="493">
                <c:v>4.2026227758230184E-4</c:v>
              </c:pt>
              <c:pt idx="494">
                <c:v>3.9875044037581515E-4</c:v>
              </c:pt>
              <c:pt idx="495">
                <c:v>3.9286085309589729E-4</c:v>
              </c:pt>
              <c:pt idx="496">
                <c:v>3.1602135917687334E-4</c:v>
              </c:pt>
              <c:pt idx="497">
                <c:v>3.8346174241004916E-4</c:v>
              </c:pt>
              <c:pt idx="498">
                <c:v>4.1681923065403295E-4</c:v>
              </c:pt>
              <c:pt idx="499">
                <c:v>3.6121110838514619E-4</c:v>
              </c:pt>
              <c:pt idx="500">
                <c:v>3.5754089883190192E-4</c:v>
              </c:pt>
              <c:pt idx="501">
                <c:v>3.8597795050370577E-4</c:v>
              </c:pt>
              <c:pt idx="502">
                <c:v>2.9375022806440461E-4</c:v>
              </c:pt>
              <c:pt idx="503">
                <c:v>3.2113458431894207E-4</c:v>
              </c:pt>
              <c:pt idx="504">
                <c:v>2.8703755564034452E-4</c:v>
              </c:pt>
              <c:pt idx="505">
                <c:v>2.6134326970241284E-4</c:v>
              </c:pt>
              <c:pt idx="506">
                <c:v>3.4338294247735033E-4</c:v>
              </c:pt>
              <c:pt idx="507">
                <c:v>2.4713674795869185E-4</c:v>
              </c:pt>
              <c:pt idx="508">
                <c:v>3.2392216932719883E-4</c:v>
              </c:pt>
              <c:pt idx="509">
                <c:v>2.8266414547654863E-4</c:v>
              </c:pt>
              <c:pt idx="510">
                <c:v>2.1199895733069253E-4</c:v>
              </c:pt>
              <c:pt idx="511">
                <c:v>3.1548618178942099E-4</c:v>
              </c:pt>
              <c:pt idx="512">
                <c:v>2.0838790750810898E-4</c:v>
              </c:pt>
              <c:pt idx="513">
                <c:v>2.3029329221260707E-4</c:v>
              </c:pt>
              <c:pt idx="514">
                <c:v>2.6316919170925812E-4</c:v>
              </c:pt>
              <c:pt idx="515">
                <c:v>2.128270977693187E-4</c:v>
              </c:pt>
              <c:pt idx="516">
                <c:v>2.2642581718069661E-4</c:v>
              </c:pt>
              <c:pt idx="517">
                <c:v>1.9865708140244141E-4</c:v>
              </c:pt>
              <c:pt idx="518">
                <c:v>2.7854818273785582E-4</c:v>
              </c:pt>
              <c:pt idx="519">
                <c:v>1.4319433489873594E-4</c:v>
              </c:pt>
              <c:pt idx="520">
                <c:v>1.5986504100127692E-4</c:v>
              </c:pt>
              <c:pt idx="521">
                <c:v>1.9033009102752818E-4</c:v>
              </c:pt>
              <c:pt idx="522">
                <c:v>2.0587172577413149E-4</c:v>
              </c:pt>
              <c:pt idx="523">
                <c:v>2.4649354538160823E-4</c:v>
              </c:pt>
              <c:pt idx="524">
                <c:v>1.9111049848623621E-4</c:v>
              </c:pt>
              <c:pt idx="525">
                <c:v>1.9506865556604937E-4</c:v>
              </c:pt>
              <c:pt idx="526">
                <c:v>1.9986289325645118E-4</c:v>
              </c:pt>
              <c:pt idx="527">
                <c:v>2.0123411290928419E-4</c:v>
              </c:pt>
              <c:pt idx="528">
                <c:v>2.0130569869290026E-4</c:v>
              </c:pt>
              <c:pt idx="529">
                <c:v>1.703279104439805E-4</c:v>
              </c:pt>
              <c:pt idx="530">
                <c:v>1.4980935003589446E-4</c:v>
              </c:pt>
              <c:pt idx="531">
                <c:v>1.6477604726737507E-4</c:v>
              </c:pt>
              <c:pt idx="532">
                <c:v>1.686065290684135E-4</c:v>
              </c:pt>
              <c:pt idx="533">
                <c:v>1.5505927079822665E-4</c:v>
              </c:pt>
              <c:pt idx="534">
                <c:v>1.5963813762484273E-4</c:v>
              </c:pt>
              <c:pt idx="535">
                <c:v>1.7037212215144495E-4</c:v>
              </c:pt>
              <c:pt idx="536">
                <c:v>1.6953983590328937E-4</c:v>
              </c:pt>
              <c:pt idx="537">
                <c:v>1.2794110314221156E-4</c:v>
              </c:pt>
              <c:pt idx="538">
                <c:v>1.8357241447169108E-4</c:v>
              </c:pt>
              <c:pt idx="539">
                <c:v>1.6032236194530778E-4</c:v>
              </c:pt>
              <c:pt idx="540">
                <c:v>1.9224476812593753E-4</c:v>
              </c:pt>
              <c:pt idx="541">
                <c:v>1.7769475159077941E-4</c:v>
              </c:pt>
              <c:pt idx="542">
                <c:v>1.6615914279192274E-4</c:v>
              </c:pt>
              <c:pt idx="543">
                <c:v>1.3809090782445577E-4</c:v>
              </c:pt>
              <c:pt idx="544">
                <c:v>1.7782072611281899E-4</c:v>
              </c:pt>
              <c:pt idx="545">
                <c:v>1.5545722118689572E-4</c:v>
              </c:pt>
              <c:pt idx="546">
                <c:v>1.8030488634026206E-4</c:v>
              </c:pt>
              <c:pt idx="547">
                <c:v>2.1947359296368329E-4</c:v>
              </c:pt>
              <c:pt idx="548">
                <c:v>1.6882423338541894E-4</c:v>
              </c:pt>
              <c:pt idx="549">
                <c:v>2.413239461857777E-4</c:v>
              </c:pt>
              <c:pt idx="550">
                <c:v>2.5190008944519913E-4</c:v>
              </c:pt>
              <c:pt idx="551">
                <c:v>2.0988133339348944E-4</c:v>
              </c:pt>
              <c:pt idx="552">
                <c:v>2.3730314105945208E-4</c:v>
              </c:pt>
              <c:pt idx="553">
                <c:v>1.6232241285009426E-4</c:v>
              </c:pt>
              <c:pt idx="554">
                <c:v>1.3198552739488275E-4</c:v>
              </c:pt>
              <c:pt idx="555">
                <c:v>1.7395013246861743E-4</c:v>
              </c:pt>
              <c:pt idx="556">
                <c:v>1.8364094965542436E-4</c:v>
              </c:pt>
              <c:pt idx="557">
                <c:v>1.5205336933459945E-4</c:v>
              </c:pt>
              <c:pt idx="558">
                <c:v>1.5188024042619996E-4</c:v>
              </c:pt>
              <c:pt idx="559">
                <c:v>1.550091466562909E-4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87E3-0843-AB6B-8B0B4D01E46F}"/>
            </c:ext>
          </c:extLst>
        </c:ser>
        <c:ser>
          <c:idx val="1"/>
          <c:order val="1"/>
          <c:tx>
            <c:v>下手</c:v>
          </c:tx>
          <c:spPr>
            <a:ln w="20955">
              <a:solidFill>
                <a:srgbClr val="FFB33F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560"/>
              <c:pt idx="0">
                <c:v>40.140700000000002</c:v>
              </c:pt>
              <c:pt idx="1">
                <c:v>40.461100000000002</c:v>
              </c:pt>
              <c:pt idx="2">
                <c:v>40.621299999999998</c:v>
              </c:pt>
              <c:pt idx="3">
                <c:v>40.997900000000001</c:v>
              </c:pt>
              <c:pt idx="4">
                <c:v>41.010899999999999</c:v>
              </c:pt>
              <c:pt idx="5">
                <c:v>41.4178</c:v>
              </c:pt>
              <c:pt idx="6">
                <c:v>41.500100000000003</c:v>
              </c:pt>
              <c:pt idx="7">
                <c:v>41.997999999999998</c:v>
              </c:pt>
              <c:pt idx="8">
                <c:v>42.119199999999999</c:v>
              </c:pt>
              <c:pt idx="9">
                <c:v>42.357300000000002</c:v>
              </c:pt>
              <c:pt idx="10">
                <c:v>42.552100000000003</c:v>
              </c:pt>
              <c:pt idx="11">
                <c:v>42.751199999999997</c:v>
              </c:pt>
              <c:pt idx="12">
                <c:v>43.145200000000003</c:v>
              </c:pt>
              <c:pt idx="13">
                <c:v>43.348700000000001</c:v>
              </c:pt>
              <c:pt idx="14">
                <c:v>43.625799999999998</c:v>
              </c:pt>
              <c:pt idx="15">
                <c:v>43.807600000000001</c:v>
              </c:pt>
              <c:pt idx="16">
                <c:v>44.2102</c:v>
              </c:pt>
              <c:pt idx="17">
                <c:v>44.270800000000001</c:v>
              </c:pt>
              <c:pt idx="18">
                <c:v>44.517600000000002</c:v>
              </c:pt>
              <c:pt idx="19">
                <c:v>44.837899999999998</c:v>
              </c:pt>
              <c:pt idx="20">
                <c:v>45.1496</c:v>
              </c:pt>
              <c:pt idx="21">
                <c:v>45.309800000000003</c:v>
              </c:pt>
              <c:pt idx="22">
                <c:v>45.708100000000002</c:v>
              </c:pt>
              <c:pt idx="23">
                <c:v>45.907299999999999</c:v>
              </c:pt>
              <c:pt idx="24">
                <c:v>46.249299999999998</c:v>
              </c:pt>
              <c:pt idx="25">
                <c:v>46.491700000000002</c:v>
              </c:pt>
              <c:pt idx="26">
                <c:v>46.543700000000001</c:v>
              </c:pt>
              <c:pt idx="27">
                <c:v>46.877000000000002</c:v>
              </c:pt>
              <c:pt idx="28">
                <c:v>47.145400000000002</c:v>
              </c:pt>
              <c:pt idx="29">
                <c:v>47.318600000000004</c:v>
              </c:pt>
              <c:pt idx="30">
                <c:v>47.699599999999997</c:v>
              </c:pt>
              <c:pt idx="31">
                <c:v>47.773200000000003</c:v>
              </c:pt>
              <c:pt idx="32">
                <c:v>48.227699999999999</c:v>
              </c:pt>
              <c:pt idx="33">
                <c:v>48.271000000000001</c:v>
              </c:pt>
              <c:pt idx="34">
                <c:v>48.6736</c:v>
              </c:pt>
              <c:pt idx="35">
                <c:v>48.786200000000001</c:v>
              </c:pt>
              <c:pt idx="36">
                <c:v>49.028599999999997</c:v>
              </c:pt>
              <c:pt idx="37">
                <c:v>49.323</c:v>
              </c:pt>
              <c:pt idx="38">
                <c:v>49.734299999999998</c:v>
              </c:pt>
              <c:pt idx="39">
                <c:v>49.881500000000003</c:v>
              </c:pt>
              <c:pt idx="40">
                <c:v>50.210500000000003</c:v>
              </c:pt>
              <c:pt idx="41">
                <c:v>50.383699999999997</c:v>
              </c:pt>
              <c:pt idx="42">
                <c:v>50.6738</c:v>
              </c:pt>
              <c:pt idx="43">
                <c:v>50.881599999999999</c:v>
              </c:pt>
              <c:pt idx="44">
                <c:v>51.063400000000001</c:v>
              </c:pt>
              <c:pt idx="45">
                <c:v>51.474699999999999</c:v>
              </c:pt>
              <c:pt idx="46">
                <c:v>51.608899999999998</c:v>
              </c:pt>
              <c:pt idx="47">
                <c:v>51.825299999999999</c:v>
              </c:pt>
              <c:pt idx="48">
                <c:v>52.15</c:v>
              </c:pt>
              <c:pt idx="49">
                <c:v>52.427100000000003</c:v>
              </c:pt>
              <c:pt idx="50">
                <c:v>52.613300000000002</c:v>
              </c:pt>
              <c:pt idx="51">
                <c:v>52.847000000000001</c:v>
              </c:pt>
              <c:pt idx="52">
                <c:v>53.041800000000002</c:v>
              </c:pt>
              <c:pt idx="53">
                <c:v>53.284300000000002</c:v>
              </c:pt>
              <c:pt idx="54">
                <c:v>53.682600000000001</c:v>
              </c:pt>
              <c:pt idx="55">
                <c:v>53.994300000000003</c:v>
              </c:pt>
              <c:pt idx="56">
                <c:v>54.111199999999997</c:v>
              </c:pt>
              <c:pt idx="57">
                <c:v>54.422899999999998</c:v>
              </c:pt>
              <c:pt idx="58">
                <c:v>54.738900000000001</c:v>
              </c:pt>
              <c:pt idx="59">
                <c:v>54.959699999999998</c:v>
              </c:pt>
              <c:pt idx="60">
                <c:v>55.093899999999998</c:v>
              </c:pt>
              <c:pt idx="61">
                <c:v>55.487900000000003</c:v>
              </c:pt>
              <c:pt idx="62">
                <c:v>55.7303</c:v>
              </c:pt>
              <c:pt idx="63">
                <c:v>55.756300000000003</c:v>
              </c:pt>
              <c:pt idx="64">
                <c:v>56.180500000000002</c:v>
              </c:pt>
              <c:pt idx="65">
                <c:v>56.349400000000003</c:v>
              </c:pt>
              <c:pt idx="66">
                <c:v>56.509599999999999</c:v>
              </c:pt>
              <c:pt idx="67">
                <c:v>56.955500000000001</c:v>
              </c:pt>
              <c:pt idx="68">
                <c:v>57.128700000000002</c:v>
              </c:pt>
              <c:pt idx="69">
                <c:v>57.336500000000001</c:v>
              </c:pt>
              <c:pt idx="70">
                <c:v>57.6785</c:v>
              </c:pt>
              <c:pt idx="71">
                <c:v>57.912199999999999</c:v>
              </c:pt>
              <c:pt idx="72">
                <c:v>58.241300000000003</c:v>
              </c:pt>
              <c:pt idx="73">
                <c:v>58.306199999999997</c:v>
              </c:pt>
              <c:pt idx="74">
                <c:v>58.743499999999997</c:v>
              </c:pt>
              <c:pt idx="75">
                <c:v>58.998899999999999</c:v>
              </c:pt>
              <c:pt idx="76">
                <c:v>59.1937</c:v>
              </c:pt>
              <c:pt idx="77">
                <c:v>59.431800000000003</c:v>
              </c:pt>
              <c:pt idx="78">
                <c:v>59.674199999999999</c:v>
              </c:pt>
              <c:pt idx="79">
                <c:v>59.877699999999997</c:v>
              </c:pt>
              <c:pt idx="80">
                <c:v>60.076900000000002</c:v>
              </c:pt>
              <c:pt idx="81">
                <c:v>60.405900000000003</c:v>
              </c:pt>
              <c:pt idx="82">
                <c:v>60.743600000000001</c:v>
              </c:pt>
              <c:pt idx="83">
                <c:v>60.786900000000003</c:v>
              </c:pt>
              <c:pt idx="84">
                <c:v>61.020600000000002</c:v>
              </c:pt>
              <c:pt idx="85">
                <c:v>61.267400000000002</c:v>
              </c:pt>
              <c:pt idx="86">
                <c:v>61.717599999999997</c:v>
              </c:pt>
              <c:pt idx="87">
                <c:v>61.812899999999999</c:v>
              </c:pt>
              <c:pt idx="88">
                <c:v>62.215499999999999</c:v>
              </c:pt>
              <c:pt idx="89">
                <c:v>62.271799999999999</c:v>
              </c:pt>
              <c:pt idx="90">
                <c:v>62.531500000000001</c:v>
              </c:pt>
              <c:pt idx="91">
                <c:v>62.968800000000002</c:v>
              </c:pt>
              <c:pt idx="92">
                <c:v>63.193899999999999</c:v>
              </c:pt>
              <c:pt idx="93">
                <c:v>63.2502</c:v>
              </c:pt>
              <c:pt idx="94">
                <c:v>63.6355</c:v>
              </c:pt>
              <c:pt idx="95">
                <c:v>63.925600000000003</c:v>
              </c:pt>
              <c:pt idx="96">
                <c:v>64.180999999999997</c:v>
              </c:pt>
              <c:pt idx="97">
                <c:v>64.276200000000003</c:v>
              </c:pt>
              <c:pt idx="98">
                <c:v>64.644199999999998</c:v>
              </c:pt>
              <c:pt idx="99">
                <c:v>64.986199999999997</c:v>
              </c:pt>
              <c:pt idx="100">
                <c:v>65.224299999999999</c:v>
              </c:pt>
              <c:pt idx="101">
                <c:v>65.375900000000001</c:v>
              </c:pt>
              <c:pt idx="102">
                <c:v>65.722200000000001</c:v>
              </c:pt>
              <c:pt idx="103">
                <c:v>65.968999999999994</c:v>
              </c:pt>
              <c:pt idx="104">
                <c:v>66.181100000000001</c:v>
              </c:pt>
              <c:pt idx="105">
                <c:v>66.410499999999999</c:v>
              </c:pt>
              <c:pt idx="106">
                <c:v>66.626999999999995</c:v>
              </c:pt>
              <c:pt idx="107">
                <c:v>66.761200000000002</c:v>
              </c:pt>
              <c:pt idx="108">
                <c:v>67.124899999999997</c:v>
              </c:pt>
              <c:pt idx="109">
                <c:v>67.397599999999997</c:v>
              </c:pt>
              <c:pt idx="110">
                <c:v>67.687700000000007</c:v>
              </c:pt>
              <c:pt idx="111">
                <c:v>67.795900000000003</c:v>
              </c:pt>
              <c:pt idx="112">
                <c:v>68.133600000000001</c:v>
              </c:pt>
              <c:pt idx="113">
                <c:v>68.337100000000007</c:v>
              </c:pt>
              <c:pt idx="114">
                <c:v>68.5578</c:v>
              </c:pt>
              <c:pt idx="115">
                <c:v>68.990799999999993</c:v>
              </c:pt>
              <c:pt idx="116">
                <c:v>69.194199999999995</c:v>
              </c:pt>
              <c:pt idx="117">
                <c:v>69.311099999999996</c:v>
              </c:pt>
              <c:pt idx="118">
                <c:v>69.588200000000001</c:v>
              </c:pt>
              <c:pt idx="119">
                <c:v>69.873900000000006</c:v>
              </c:pt>
              <c:pt idx="120">
                <c:v>70.038399999999996</c:v>
              </c:pt>
              <c:pt idx="121">
                <c:v>70.311199999999999</c:v>
              </c:pt>
              <c:pt idx="122">
                <c:v>70.523300000000006</c:v>
              </c:pt>
              <c:pt idx="123">
                <c:v>70.917299999999997</c:v>
              </c:pt>
              <c:pt idx="124">
                <c:v>71.029799999999994</c:v>
              </c:pt>
              <c:pt idx="125">
                <c:v>71.462800000000001</c:v>
              </c:pt>
              <c:pt idx="126">
                <c:v>71.687899999999999</c:v>
              </c:pt>
              <c:pt idx="127">
                <c:v>71.852400000000003</c:v>
              </c:pt>
              <c:pt idx="128">
                <c:v>72.025599999999997</c:v>
              </c:pt>
              <c:pt idx="129">
                <c:v>72.268000000000001</c:v>
              </c:pt>
              <c:pt idx="130">
                <c:v>72.683599999999998</c:v>
              </c:pt>
              <c:pt idx="131">
                <c:v>72.791799999999995</c:v>
              </c:pt>
              <c:pt idx="132">
                <c:v>73.177099999999996</c:v>
              </c:pt>
              <c:pt idx="133">
                <c:v>73.397900000000007</c:v>
              </c:pt>
              <c:pt idx="134">
                <c:v>73.584100000000007</c:v>
              </c:pt>
              <c:pt idx="135">
                <c:v>73.796199999999999</c:v>
              </c:pt>
              <c:pt idx="136">
                <c:v>74.229100000000003</c:v>
              </c:pt>
              <c:pt idx="137">
                <c:v>74.475899999999996</c:v>
              </c:pt>
              <c:pt idx="138">
                <c:v>74.748699999999999</c:v>
              </c:pt>
              <c:pt idx="139">
                <c:v>74.753</c:v>
              </c:pt>
              <c:pt idx="140">
                <c:v>75.043000000000006</c:v>
              </c:pt>
              <c:pt idx="141">
                <c:v>75.376400000000004</c:v>
              </c:pt>
              <c:pt idx="142">
                <c:v>75.527900000000002</c:v>
              </c:pt>
              <c:pt idx="143">
                <c:v>75.995500000000007</c:v>
              </c:pt>
              <c:pt idx="144">
                <c:v>76.060400000000001</c:v>
              </c:pt>
              <c:pt idx="145">
                <c:v>76.337500000000006</c:v>
              </c:pt>
              <c:pt idx="146">
                <c:v>76.744399999999999</c:v>
              </c:pt>
              <c:pt idx="147">
                <c:v>76.999899999999997</c:v>
              </c:pt>
              <c:pt idx="148">
                <c:v>77.168700000000001</c:v>
              </c:pt>
              <c:pt idx="149">
                <c:v>77.289900000000003</c:v>
              </c:pt>
              <c:pt idx="150">
                <c:v>77.653599999999997</c:v>
              </c:pt>
              <c:pt idx="151">
                <c:v>77.87</c:v>
              </c:pt>
              <c:pt idx="152">
                <c:v>78.199100000000001</c:v>
              </c:pt>
              <c:pt idx="153">
                <c:v>78.4285</c:v>
              </c:pt>
              <c:pt idx="154">
                <c:v>78.640600000000006</c:v>
              </c:pt>
              <c:pt idx="155">
                <c:v>78.8095</c:v>
              </c:pt>
              <c:pt idx="156">
                <c:v>79.233800000000002</c:v>
              </c:pt>
              <c:pt idx="157">
                <c:v>79.355000000000004</c:v>
              </c:pt>
              <c:pt idx="158">
                <c:v>79.688299999999998</c:v>
              </c:pt>
              <c:pt idx="159">
                <c:v>79.8095</c:v>
              </c:pt>
              <c:pt idx="160">
                <c:v>80.021699999999996</c:v>
              </c:pt>
              <c:pt idx="161">
                <c:v>80.445899999999995</c:v>
              </c:pt>
              <c:pt idx="162">
                <c:v>80.722999999999999</c:v>
              </c:pt>
              <c:pt idx="163">
                <c:v>80.775000000000006</c:v>
              </c:pt>
              <c:pt idx="164">
                <c:v>81.155900000000003</c:v>
              </c:pt>
              <c:pt idx="165">
                <c:v>81.459000000000003</c:v>
              </c:pt>
              <c:pt idx="166">
                <c:v>81.536900000000003</c:v>
              </c:pt>
              <c:pt idx="167">
                <c:v>81.8703</c:v>
              </c:pt>
              <c:pt idx="168">
                <c:v>82.233900000000006</c:v>
              </c:pt>
              <c:pt idx="169">
                <c:v>82.255600000000001</c:v>
              </c:pt>
              <c:pt idx="170">
                <c:v>82.718800000000002</c:v>
              </c:pt>
              <c:pt idx="171">
                <c:v>82.961200000000005</c:v>
              </c:pt>
              <c:pt idx="172">
                <c:v>83.034800000000004</c:v>
              </c:pt>
              <c:pt idx="173">
                <c:v>83.3249</c:v>
              </c:pt>
              <c:pt idx="174">
                <c:v>83.580299999999994</c:v>
              </c:pt>
              <c:pt idx="175">
                <c:v>83.965599999999995</c:v>
              </c:pt>
              <c:pt idx="176">
                <c:v>84.203699999999998</c:v>
              </c:pt>
              <c:pt idx="177">
                <c:v>84.489400000000003</c:v>
              </c:pt>
              <c:pt idx="178">
                <c:v>84.511099999999999</c:v>
              </c:pt>
              <c:pt idx="179">
                <c:v>84.909400000000005</c:v>
              </c:pt>
              <c:pt idx="180">
                <c:v>85.238399999999999</c:v>
              </c:pt>
              <c:pt idx="181">
                <c:v>85.3596</c:v>
              </c:pt>
              <c:pt idx="182">
                <c:v>85.641000000000005</c:v>
              </c:pt>
              <c:pt idx="183">
                <c:v>85.792500000000004</c:v>
              </c:pt>
              <c:pt idx="184">
                <c:v>86.121600000000001</c:v>
              </c:pt>
              <c:pt idx="185">
                <c:v>86.299099999999996</c:v>
              </c:pt>
              <c:pt idx="186">
                <c:v>86.623800000000003</c:v>
              </c:pt>
              <c:pt idx="187">
                <c:v>86.957099999999997</c:v>
              </c:pt>
              <c:pt idx="188">
                <c:v>87.0047</c:v>
              </c:pt>
              <c:pt idx="189">
                <c:v>87.394400000000005</c:v>
              </c:pt>
              <c:pt idx="190">
                <c:v>87.645499999999998</c:v>
              </c:pt>
              <c:pt idx="191">
                <c:v>87.944199999999995</c:v>
              </c:pt>
              <c:pt idx="192">
                <c:v>88.009100000000004</c:v>
              </c:pt>
              <c:pt idx="193">
                <c:v>88.390100000000004</c:v>
              </c:pt>
              <c:pt idx="194">
                <c:v>88.6066</c:v>
              </c:pt>
              <c:pt idx="195">
                <c:v>88.822999999999993</c:v>
              </c:pt>
              <c:pt idx="196">
                <c:v>89.0655</c:v>
              </c:pt>
              <c:pt idx="197">
                <c:v>89.268900000000002</c:v>
              </c:pt>
              <c:pt idx="198">
                <c:v>89.6066</c:v>
              </c:pt>
              <c:pt idx="199">
                <c:v>89.931299999999993</c:v>
              </c:pt>
              <c:pt idx="200">
                <c:v>90.0655</c:v>
              </c:pt>
              <c:pt idx="201">
                <c:v>90.346900000000005</c:v>
              </c:pt>
              <c:pt idx="202">
                <c:v>90.567700000000002</c:v>
              </c:pt>
              <c:pt idx="203">
                <c:v>90.918400000000005</c:v>
              </c:pt>
              <c:pt idx="204">
                <c:v>91.069900000000004</c:v>
              </c:pt>
              <c:pt idx="205">
                <c:v>91.290700000000001</c:v>
              </c:pt>
              <c:pt idx="206">
                <c:v>91.693299999999994</c:v>
              </c:pt>
              <c:pt idx="207">
                <c:v>91.788499999999999</c:v>
              </c:pt>
              <c:pt idx="208">
                <c:v>92.160899999999998</c:v>
              </c:pt>
              <c:pt idx="209">
                <c:v>92.394599999999997</c:v>
              </c:pt>
              <c:pt idx="210">
                <c:v>92.667400000000001</c:v>
              </c:pt>
              <c:pt idx="211">
                <c:v>92.896799999999999</c:v>
              </c:pt>
              <c:pt idx="212">
                <c:v>93.147900000000007</c:v>
              </c:pt>
              <c:pt idx="213">
                <c:v>93.269099999999995</c:v>
              </c:pt>
              <c:pt idx="214">
                <c:v>93.606800000000007</c:v>
              </c:pt>
              <c:pt idx="215">
                <c:v>93.827600000000004</c:v>
              </c:pt>
              <c:pt idx="216">
                <c:v>94.013800000000003</c:v>
              </c:pt>
              <c:pt idx="217">
                <c:v>94.316800000000001</c:v>
              </c:pt>
              <c:pt idx="218">
                <c:v>94.511600000000001</c:v>
              </c:pt>
              <c:pt idx="219">
                <c:v>94.805999999999997</c:v>
              </c:pt>
              <c:pt idx="220">
                <c:v>95.247600000000006</c:v>
              </c:pt>
              <c:pt idx="221">
                <c:v>95.498699999999999</c:v>
              </c:pt>
              <c:pt idx="222">
                <c:v>95.650199999999998</c:v>
              </c:pt>
              <c:pt idx="223">
                <c:v>95.793099999999995</c:v>
              </c:pt>
              <c:pt idx="224">
                <c:v>96.0702</c:v>
              </c:pt>
              <c:pt idx="225">
                <c:v>96.390500000000003</c:v>
              </c:pt>
              <c:pt idx="226">
                <c:v>96.6113</c:v>
              </c:pt>
              <c:pt idx="227">
                <c:v>96.996600000000001</c:v>
              </c:pt>
              <c:pt idx="228">
                <c:v>97.013900000000007</c:v>
              </c:pt>
              <c:pt idx="229">
                <c:v>97.490200000000002</c:v>
              </c:pt>
              <c:pt idx="230">
                <c:v>97.680599999999998</c:v>
              </c:pt>
              <c:pt idx="231">
                <c:v>97.988</c:v>
              </c:pt>
              <c:pt idx="232">
                <c:v>98.156899999999993</c:v>
              </c:pt>
              <c:pt idx="233">
                <c:v>98.369</c:v>
              </c:pt>
              <c:pt idx="234">
                <c:v>98.680700000000002</c:v>
              </c:pt>
              <c:pt idx="235">
                <c:v>98.992400000000004</c:v>
              </c:pt>
              <c:pt idx="236">
                <c:v>99.1006</c:v>
              </c:pt>
              <c:pt idx="237">
                <c:v>99.455600000000004</c:v>
              </c:pt>
              <c:pt idx="238">
                <c:v>99.546499999999995</c:v>
              </c:pt>
              <c:pt idx="239">
                <c:v>99.836600000000004</c:v>
              </c:pt>
              <c:pt idx="240">
                <c:v>100.07040000000001</c:v>
              </c:pt>
              <c:pt idx="241">
                <c:v>100.434</c:v>
              </c:pt>
              <c:pt idx="242">
                <c:v>100.5509</c:v>
              </c:pt>
              <c:pt idx="243">
                <c:v>100.79340000000001</c:v>
              </c:pt>
              <c:pt idx="244">
                <c:v>101.2306</c:v>
              </c:pt>
              <c:pt idx="245">
                <c:v>101.37779999999999</c:v>
              </c:pt>
              <c:pt idx="246">
                <c:v>101.68089999999999</c:v>
              </c:pt>
              <c:pt idx="247">
                <c:v>101.8843</c:v>
              </c:pt>
              <c:pt idx="248">
                <c:v>102.235</c:v>
              </c:pt>
              <c:pt idx="249">
                <c:v>102.4558</c:v>
              </c:pt>
              <c:pt idx="250">
                <c:v>102.67230000000001</c:v>
              </c:pt>
              <c:pt idx="251">
                <c:v>102.8844</c:v>
              </c:pt>
              <c:pt idx="252">
                <c:v>103.1182</c:v>
              </c:pt>
              <c:pt idx="253">
                <c:v>103.3823</c:v>
              </c:pt>
              <c:pt idx="254">
                <c:v>103.55110000000001</c:v>
              </c:pt>
              <c:pt idx="255">
                <c:v>103.9234</c:v>
              </c:pt>
              <c:pt idx="256">
                <c:v>104.0446</c:v>
              </c:pt>
              <c:pt idx="257">
                <c:v>104.4256</c:v>
              </c:pt>
              <c:pt idx="258">
                <c:v>104.6897</c:v>
              </c:pt>
              <c:pt idx="259">
                <c:v>104.7979</c:v>
              </c:pt>
              <c:pt idx="260">
                <c:v>105.1919</c:v>
              </c:pt>
              <c:pt idx="261">
                <c:v>105.4689</c:v>
              </c:pt>
              <c:pt idx="262">
                <c:v>105.72</c:v>
              </c:pt>
              <c:pt idx="263">
                <c:v>105.81100000000001</c:v>
              </c:pt>
              <c:pt idx="264">
                <c:v>106.01439999999999</c:v>
              </c:pt>
              <c:pt idx="265">
                <c:v>106.3824</c:v>
              </c:pt>
              <c:pt idx="266">
                <c:v>106.6855</c:v>
              </c:pt>
              <c:pt idx="267">
                <c:v>106.8197</c:v>
              </c:pt>
              <c:pt idx="268">
                <c:v>107.1314</c:v>
              </c:pt>
              <c:pt idx="269">
                <c:v>107.38249999999999</c:v>
              </c:pt>
              <c:pt idx="270">
                <c:v>107.6033</c:v>
              </c:pt>
              <c:pt idx="271">
                <c:v>107.7764</c:v>
              </c:pt>
              <c:pt idx="272">
                <c:v>108.19199999999999</c:v>
              </c:pt>
              <c:pt idx="273">
                <c:v>108.4431</c:v>
              </c:pt>
              <c:pt idx="274">
                <c:v>108.5947</c:v>
              </c:pt>
              <c:pt idx="275">
                <c:v>108.9367</c:v>
              </c:pt>
              <c:pt idx="276">
                <c:v>109.18340000000001</c:v>
              </c:pt>
              <c:pt idx="277">
                <c:v>109.2873</c:v>
              </c:pt>
              <c:pt idx="278">
                <c:v>109.56870000000001</c:v>
              </c:pt>
              <c:pt idx="279">
                <c:v>109.9843</c:v>
              </c:pt>
              <c:pt idx="280">
                <c:v>110.2268</c:v>
              </c:pt>
              <c:pt idx="281">
                <c:v>110.4216</c:v>
              </c:pt>
              <c:pt idx="282">
                <c:v>110.5731</c:v>
              </c:pt>
              <c:pt idx="283">
                <c:v>110.8805</c:v>
              </c:pt>
              <c:pt idx="284">
                <c:v>111.1662</c:v>
              </c:pt>
              <c:pt idx="285">
                <c:v>111.3134</c:v>
              </c:pt>
              <c:pt idx="286">
                <c:v>111.6641</c:v>
              </c:pt>
              <c:pt idx="287">
                <c:v>111.86320000000001</c:v>
              </c:pt>
              <c:pt idx="288">
                <c:v>112.11</c:v>
              </c:pt>
              <c:pt idx="289">
                <c:v>112.3914</c:v>
              </c:pt>
              <c:pt idx="290">
                <c:v>112.70310000000001</c:v>
              </c:pt>
              <c:pt idx="291">
                <c:v>112.8806</c:v>
              </c:pt>
              <c:pt idx="292">
                <c:v>113.23990000000001</c:v>
              </c:pt>
              <c:pt idx="293">
                <c:v>113.4088</c:v>
              </c:pt>
              <c:pt idx="294">
                <c:v>113.5993</c:v>
              </c:pt>
              <c:pt idx="295">
                <c:v>113.8027</c:v>
              </c:pt>
              <c:pt idx="296">
                <c:v>114.1534</c:v>
              </c:pt>
              <c:pt idx="297">
                <c:v>114.3049</c:v>
              </c:pt>
              <c:pt idx="298">
                <c:v>114.569</c:v>
              </c:pt>
              <c:pt idx="299">
                <c:v>114.76819999999999</c:v>
              </c:pt>
              <c:pt idx="300">
                <c:v>115.11450000000001</c:v>
              </c:pt>
              <c:pt idx="301">
                <c:v>115.4522</c:v>
              </c:pt>
              <c:pt idx="302">
                <c:v>115.72920000000001</c:v>
              </c:pt>
              <c:pt idx="303">
                <c:v>115.77249999999999</c:v>
              </c:pt>
              <c:pt idx="304">
                <c:v>116.07129999999999</c:v>
              </c:pt>
              <c:pt idx="305">
                <c:v>116.4436</c:v>
              </c:pt>
              <c:pt idx="306">
                <c:v>116.61669999999999</c:v>
              </c:pt>
              <c:pt idx="307">
                <c:v>116.9068</c:v>
              </c:pt>
              <c:pt idx="308">
                <c:v>117.06270000000001</c:v>
              </c:pt>
              <c:pt idx="309">
                <c:v>117.2705</c:v>
              </c:pt>
              <c:pt idx="310">
                <c:v>117.72499999999999</c:v>
              </c:pt>
              <c:pt idx="311">
                <c:v>117.91549999999999</c:v>
              </c:pt>
              <c:pt idx="312">
                <c:v>118.0973</c:v>
              </c:pt>
              <c:pt idx="313">
                <c:v>118.3831</c:v>
              </c:pt>
              <c:pt idx="314">
                <c:v>118.5476</c:v>
              </c:pt>
              <c:pt idx="315">
                <c:v>118.75109999999999</c:v>
              </c:pt>
              <c:pt idx="316">
                <c:v>119.10169999999999</c:v>
              </c:pt>
              <c:pt idx="317">
                <c:v>119.3009</c:v>
              </c:pt>
              <c:pt idx="318">
                <c:v>119.6992</c:v>
              </c:pt>
              <c:pt idx="319">
                <c:v>119.94589999999999</c:v>
              </c:pt>
              <c:pt idx="320">
                <c:v>120.09310000000001</c:v>
              </c:pt>
              <c:pt idx="321">
                <c:v>120.28360000000001</c:v>
              </c:pt>
              <c:pt idx="322">
                <c:v>120.6126</c:v>
              </c:pt>
              <c:pt idx="323">
                <c:v>120.89400000000001</c:v>
              </c:pt>
              <c:pt idx="324">
                <c:v>121.04559999999999</c:v>
              </c:pt>
              <c:pt idx="325">
                <c:v>121.4828</c:v>
              </c:pt>
              <c:pt idx="326">
                <c:v>121.5261</c:v>
              </c:pt>
              <c:pt idx="327">
                <c:v>121.9157</c:v>
              </c:pt>
              <c:pt idx="328">
                <c:v>122.0283</c:v>
              </c:pt>
              <c:pt idx="329">
                <c:v>122.3227</c:v>
              </c:pt>
              <c:pt idx="330">
                <c:v>122.62569999999999</c:v>
              </c:pt>
              <c:pt idx="331">
                <c:v>122.76430000000001</c:v>
              </c:pt>
              <c:pt idx="332">
                <c:v>123.1842</c:v>
              </c:pt>
              <c:pt idx="333">
                <c:v>123.34869999999999</c:v>
              </c:pt>
              <c:pt idx="334">
                <c:v>123.5132</c:v>
              </c:pt>
              <c:pt idx="335">
                <c:v>123.99379999999999</c:v>
              </c:pt>
              <c:pt idx="336">
                <c:v>124.15389999999999</c:v>
              </c:pt>
              <c:pt idx="337">
                <c:v>124.3314</c:v>
              </c:pt>
              <c:pt idx="338">
                <c:v>124.72539999999999</c:v>
              </c:pt>
              <c:pt idx="339">
                <c:v>124.825</c:v>
              </c:pt>
              <c:pt idx="340">
                <c:v>125.193</c:v>
              </c:pt>
              <c:pt idx="341">
                <c:v>125.2709</c:v>
              </c:pt>
              <c:pt idx="342">
                <c:v>125.5393</c:v>
              </c:pt>
              <c:pt idx="343">
                <c:v>125.75579999999999</c:v>
              </c:pt>
              <c:pt idx="344">
                <c:v>126.0805</c:v>
              </c:pt>
              <c:pt idx="345">
                <c:v>126.3792</c:v>
              </c:pt>
              <c:pt idx="346">
                <c:v>126.5437</c:v>
              </c:pt>
              <c:pt idx="347">
                <c:v>126.9117</c:v>
              </c:pt>
              <c:pt idx="348">
                <c:v>127.0502</c:v>
              </c:pt>
              <c:pt idx="349">
                <c:v>127.36190000000001</c:v>
              </c:pt>
              <c:pt idx="350">
                <c:v>127.587</c:v>
              </c:pt>
              <c:pt idx="351">
                <c:v>127.89870000000001</c:v>
              </c:pt>
              <c:pt idx="352">
                <c:v>128.02430000000001</c:v>
              </c:pt>
              <c:pt idx="353">
                <c:v>128.40090000000001</c:v>
              </c:pt>
              <c:pt idx="354">
                <c:v>128.6823</c:v>
              </c:pt>
              <c:pt idx="355">
                <c:v>128.8425</c:v>
              </c:pt>
              <c:pt idx="356">
                <c:v>129.0763</c:v>
              </c:pt>
              <c:pt idx="357">
                <c:v>129.27539999999999</c:v>
              </c:pt>
              <c:pt idx="358">
                <c:v>129.57849999999999</c:v>
              </c:pt>
              <c:pt idx="359">
                <c:v>129.9768</c:v>
              </c:pt>
              <c:pt idx="360">
                <c:v>130.137</c:v>
              </c:pt>
              <c:pt idx="361">
                <c:v>130.31880000000001</c:v>
              </c:pt>
              <c:pt idx="362">
                <c:v>130.5266</c:v>
              </c:pt>
              <c:pt idx="363">
                <c:v>130.9682</c:v>
              </c:pt>
              <c:pt idx="364">
                <c:v>131.1327</c:v>
              </c:pt>
              <c:pt idx="365">
                <c:v>131.3751</c:v>
              </c:pt>
              <c:pt idx="366">
                <c:v>131.71279999999999</c:v>
              </c:pt>
              <c:pt idx="367">
                <c:v>131.86869999999999</c:v>
              </c:pt>
              <c:pt idx="368">
                <c:v>132.2107</c:v>
              </c:pt>
              <c:pt idx="369">
                <c:v>132.41409999999999</c:v>
              </c:pt>
              <c:pt idx="370">
                <c:v>132.583</c:v>
              </c:pt>
              <c:pt idx="371">
                <c:v>132.86869999999999</c:v>
              </c:pt>
              <c:pt idx="372">
                <c:v>133.1285</c:v>
              </c:pt>
              <c:pt idx="373">
                <c:v>133.3449</c:v>
              </c:pt>
              <c:pt idx="374">
                <c:v>133.7389</c:v>
              </c:pt>
              <c:pt idx="375">
                <c:v>133.964</c:v>
              </c:pt>
              <c:pt idx="376">
                <c:v>134.0549</c:v>
              </c:pt>
              <c:pt idx="377">
                <c:v>134.45320000000001</c:v>
              </c:pt>
              <c:pt idx="378">
                <c:v>134.56139999999999</c:v>
              </c:pt>
              <c:pt idx="379">
                <c:v>134.79519999999999</c:v>
              </c:pt>
              <c:pt idx="380">
                <c:v>135.21520000000001</c:v>
              </c:pt>
              <c:pt idx="381">
                <c:v>135.40129999999999</c:v>
              </c:pt>
              <c:pt idx="382">
                <c:v>135.5052</c:v>
              </c:pt>
              <c:pt idx="383">
                <c:v>135.75200000000001</c:v>
              </c:pt>
              <c:pt idx="384">
                <c:v>136.22389999999999</c:v>
              </c:pt>
              <c:pt idx="385">
                <c:v>136.2801</c:v>
              </c:pt>
              <c:pt idx="386">
                <c:v>136.50960000000001</c:v>
              </c:pt>
              <c:pt idx="387">
                <c:v>136.93389999999999</c:v>
              </c:pt>
              <c:pt idx="388">
                <c:v>137.0421</c:v>
              </c:pt>
              <c:pt idx="389">
                <c:v>137.46639999999999</c:v>
              </c:pt>
              <c:pt idx="390">
                <c:v>137.6395</c:v>
              </c:pt>
              <c:pt idx="391">
                <c:v>137.76509999999999</c:v>
              </c:pt>
              <c:pt idx="392">
                <c:v>138.0898</c:v>
              </c:pt>
              <c:pt idx="393">
                <c:v>138.4794</c:v>
              </c:pt>
              <c:pt idx="394">
                <c:v>138.5746</c:v>
              </c:pt>
              <c:pt idx="395">
                <c:v>138.83439999999999</c:v>
              </c:pt>
              <c:pt idx="396">
                <c:v>139.07249999999999</c:v>
              </c:pt>
              <c:pt idx="397">
                <c:v>139.4059</c:v>
              </c:pt>
              <c:pt idx="398">
                <c:v>139.50540000000001</c:v>
              </c:pt>
              <c:pt idx="399">
                <c:v>139.7955</c:v>
              </c:pt>
              <c:pt idx="400">
                <c:v>140.11590000000001</c:v>
              </c:pt>
              <c:pt idx="401">
                <c:v>140.42320000000001</c:v>
              </c:pt>
              <c:pt idx="402">
                <c:v>140.67429999999999</c:v>
              </c:pt>
              <c:pt idx="403">
                <c:v>140.83879999999999</c:v>
              </c:pt>
              <c:pt idx="404">
                <c:v>141.1679</c:v>
              </c:pt>
              <c:pt idx="405">
                <c:v>141.49260000000001</c:v>
              </c:pt>
              <c:pt idx="406">
                <c:v>141.57910000000001</c:v>
              </c:pt>
              <c:pt idx="407">
                <c:v>141.79560000000001</c:v>
              </c:pt>
              <c:pt idx="408">
                <c:v>142.12029999999999</c:v>
              </c:pt>
              <c:pt idx="409">
                <c:v>142.28479999999999</c:v>
              </c:pt>
              <c:pt idx="410">
                <c:v>142.67009999999999</c:v>
              </c:pt>
              <c:pt idx="411">
                <c:v>142.8476</c:v>
              </c:pt>
              <c:pt idx="412">
                <c:v>143.0857</c:v>
              </c:pt>
              <c:pt idx="413">
                <c:v>143.3758</c:v>
              </c:pt>
              <c:pt idx="414">
                <c:v>143.71780000000001</c:v>
              </c:pt>
              <c:pt idx="415">
                <c:v>143.8347</c:v>
              </c:pt>
              <c:pt idx="416">
                <c:v>144.18100000000001</c:v>
              </c:pt>
              <c:pt idx="417">
                <c:v>144.4538</c:v>
              </c:pt>
              <c:pt idx="418">
                <c:v>144.72219999999999</c:v>
              </c:pt>
              <c:pt idx="419">
                <c:v>144.904</c:v>
              </c:pt>
              <c:pt idx="420">
                <c:v>145.2114</c:v>
              </c:pt>
              <c:pt idx="421">
                <c:v>145.3845</c:v>
              </c:pt>
              <c:pt idx="422">
                <c:v>145.6183</c:v>
              </c:pt>
              <c:pt idx="423">
                <c:v>145.81309999999999</c:v>
              </c:pt>
              <c:pt idx="424">
                <c:v>146.2071</c:v>
              </c:pt>
              <c:pt idx="425">
                <c:v>146.48419999999999</c:v>
              </c:pt>
              <c:pt idx="426">
                <c:v>146.6617</c:v>
              </c:pt>
              <c:pt idx="427">
                <c:v>146.95169999999999</c:v>
              </c:pt>
              <c:pt idx="428">
                <c:v>147.06</c:v>
              </c:pt>
              <c:pt idx="429">
                <c:v>147.2764</c:v>
              </c:pt>
              <c:pt idx="430">
                <c:v>147.68340000000001</c:v>
              </c:pt>
              <c:pt idx="431">
                <c:v>147.76560000000001</c:v>
              </c:pt>
              <c:pt idx="432">
                <c:v>148.18989999999999</c:v>
              </c:pt>
              <c:pt idx="433">
                <c:v>148.34569999999999</c:v>
              </c:pt>
              <c:pt idx="434">
                <c:v>148.67910000000001</c:v>
              </c:pt>
              <c:pt idx="435">
                <c:v>148.83930000000001</c:v>
              </c:pt>
              <c:pt idx="436">
                <c:v>149.08600000000001</c:v>
              </c:pt>
              <c:pt idx="437">
                <c:v>149.33279999999999</c:v>
              </c:pt>
              <c:pt idx="438">
                <c:v>149.6618</c:v>
              </c:pt>
              <c:pt idx="439">
                <c:v>149.94759999999999</c:v>
              </c:pt>
              <c:pt idx="440">
                <c:v>150.10769999999999</c:v>
              </c:pt>
              <c:pt idx="441">
                <c:v>150.4238</c:v>
              </c:pt>
              <c:pt idx="442">
                <c:v>150.7225</c:v>
              </c:pt>
              <c:pt idx="443">
                <c:v>150.76150000000001</c:v>
              </c:pt>
              <c:pt idx="444">
                <c:v>151.0472</c:v>
              </c:pt>
              <c:pt idx="445">
                <c:v>151.3502</c:v>
              </c:pt>
              <c:pt idx="446">
                <c:v>151.7312</c:v>
              </c:pt>
              <c:pt idx="447">
                <c:v>151.8784</c:v>
              </c:pt>
              <c:pt idx="448">
                <c:v>152.16409999999999</c:v>
              </c:pt>
              <c:pt idx="449">
                <c:v>152.4975</c:v>
              </c:pt>
              <c:pt idx="450">
                <c:v>152.66200000000001</c:v>
              </c:pt>
              <c:pt idx="451">
                <c:v>152.97370000000001</c:v>
              </c:pt>
              <c:pt idx="452">
                <c:v>153.22049999999999</c:v>
              </c:pt>
              <c:pt idx="453">
                <c:v>153.2724</c:v>
              </c:pt>
              <c:pt idx="454">
                <c:v>153.70529999999999</c:v>
              </c:pt>
              <c:pt idx="455">
                <c:v>153.90020000000001</c:v>
              </c:pt>
              <c:pt idx="456">
                <c:v>154.08199999999999</c:v>
              </c:pt>
              <c:pt idx="457">
                <c:v>154.3244</c:v>
              </c:pt>
              <c:pt idx="458">
                <c:v>154.6534</c:v>
              </c:pt>
              <c:pt idx="459">
                <c:v>154.89590000000001</c:v>
              </c:pt>
              <c:pt idx="460">
                <c:v>155.19030000000001</c:v>
              </c:pt>
              <c:pt idx="461">
                <c:v>155.37209999999999</c:v>
              </c:pt>
              <c:pt idx="462">
                <c:v>155.59289999999999</c:v>
              </c:pt>
              <c:pt idx="463">
                <c:v>155.83529999999999</c:v>
              </c:pt>
              <c:pt idx="464">
                <c:v>156.05609999999999</c:v>
              </c:pt>
              <c:pt idx="465">
                <c:v>156.37219999999999</c:v>
              </c:pt>
              <c:pt idx="466">
                <c:v>156.6968</c:v>
              </c:pt>
              <c:pt idx="467">
                <c:v>156.76179999999999</c:v>
              </c:pt>
              <c:pt idx="468">
                <c:v>157.2337</c:v>
              </c:pt>
              <c:pt idx="469">
                <c:v>157.26830000000001</c:v>
              </c:pt>
              <c:pt idx="470">
                <c:v>157.64930000000001</c:v>
              </c:pt>
              <c:pt idx="471">
                <c:v>157.83109999999999</c:v>
              </c:pt>
              <c:pt idx="472">
                <c:v>158.13419999999999</c:v>
              </c:pt>
              <c:pt idx="473">
                <c:v>158.251</c:v>
              </c:pt>
              <c:pt idx="474">
                <c:v>158.5454</c:v>
              </c:pt>
              <c:pt idx="475">
                <c:v>158.9913</c:v>
              </c:pt>
              <c:pt idx="476">
                <c:v>159.24680000000001</c:v>
              </c:pt>
              <c:pt idx="477">
                <c:v>159.39400000000001</c:v>
              </c:pt>
              <c:pt idx="478">
                <c:v>159.72730000000001</c:v>
              </c:pt>
              <c:pt idx="479">
                <c:v>159.85720000000001</c:v>
              </c:pt>
              <c:pt idx="480">
                <c:v>160.03039999999999</c:v>
              </c:pt>
              <c:pt idx="481">
                <c:v>160.36799999999999</c:v>
              </c:pt>
              <c:pt idx="482">
                <c:v>160.62350000000001</c:v>
              </c:pt>
              <c:pt idx="483">
                <c:v>160.80959999999999</c:v>
              </c:pt>
              <c:pt idx="484">
                <c:v>161.24690000000001</c:v>
              </c:pt>
              <c:pt idx="485">
                <c:v>161.31610000000001</c:v>
              </c:pt>
              <c:pt idx="486">
                <c:v>161.71879999999999</c:v>
              </c:pt>
              <c:pt idx="487">
                <c:v>161.8227</c:v>
              </c:pt>
              <c:pt idx="488">
                <c:v>162.10409999999999</c:v>
              </c:pt>
              <c:pt idx="489">
                <c:v>162.3552</c:v>
              </c:pt>
              <c:pt idx="490">
                <c:v>162.6669</c:v>
              </c:pt>
              <c:pt idx="491">
                <c:v>162.87899999999999</c:v>
              </c:pt>
              <c:pt idx="492">
                <c:v>163.1994</c:v>
              </c:pt>
              <c:pt idx="493">
                <c:v>163.31630000000001</c:v>
              </c:pt>
              <c:pt idx="494">
                <c:v>163.62799999999999</c:v>
              </c:pt>
              <c:pt idx="495">
                <c:v>163.77950000000001</c:v>
              </c:pt>
              <c:pt idx="496">
                <c:v>164.0566</c:v>
              </c:pt>
              <c:pt idx="497">
                <c:v>164.47219999999999</c:v>
              </c:pt>
              <c:pt idx="498">
                <c:v>164.7406</c:v>
              </c:pt>
              <c:pt idx="499">
                <c:v>164.79689999999999</c:v>
              </c:pt>
              <c:pt idx="500">
                <c:v>165.16480000000001</c:v>
              </c:pt>
              <c:pt idx="501">
                <c:v>165.40289999999999</c:v>
              </c:pt>
              <c:pt idx="502">
                <c:v>165.5804</c:v>
              </c:pt>
              <c:pt idx="503">
                <c:v>165.84450000000001</c:v>
              </c:pt>
              <c:pt idx="504">
                <c:v>166.00470000000001</c:v>
              </c:pt>
              <c:pt idx="505">
                <c:v>166.429</c:v>
              </c:pt>
              <c:pt idx="506">
                <c:v>166.54150000000001</c:v>
              </c:pt>
              <c:pt idx="507">
                <c:v>166.76230000000001</c:v>
              </c:pt>
              <c:pt idx="508">
                <c:v>167.07400000000001</c:v>
              </c:pt>
              <c:pt idx="509">
                <c:v>167.3338</c:v>
              </c:pt>
              <c:pt idx="510">
                <c:v>167.54159999999999</c:v>
              </c:pt>
              <c:pt idx="511">
                <c:v>167.7927</c:v>
              </c:pt>
              <c:pt idx="512">
                <c:v>168.0308</c:v>
              </c:pt>
              <c:pt idx="513">
                <c:v>168.2689</c:v>
              </c:pt>
              <c:pt idx="514">
                <c:v>168.7191</c:v>
              </c:pt>
              <c:pt idx="515">
                <c:v>168.8793</c:v>
              </c:pt>
              <c:pt idx="516">
                <c:v>169.08279999999999</c:v>
              </c:pt>
              <c:pt idx="517">
                <c:v>169.3296</c:v>
              </c:pt>
              <c:pt idx="518">
                <c:v>169.60230000000001</c:v>
              </c:pt>
              <c:pt idx="519">
                <c:v>169.98759999999999</c:v>
              </c:pt>
              <c:pt idx="520">
                <c:v>170.21709999999999</c:v>
              </c:pt>
              <c:pt idx="521">
                <c:v>170.4855</c:v>
              </c:pt>
              <c:pt idx="522">
                <c:v>170.637</c:v>
              </c:pt>
              <c:pt idx="523">
                <c:v>170.8664</c:v>
              </c:pt>
              <c:pt idx="524">
                <c:v>171.0093</c:v>
              </c:pt>
              <c:pt idx="525">
                <c:v>171.28210000000001</c:v>
              </c:pt>
              <c:pt idx="526">
                <c:v>171.74529999999999</c:v>
              </c:pt>
              <c:pt idx="527">
                <c:v>171.80160000000001</c:v>
              </c:pt>
              <c:pt idx="528">
                <c:v>172.06559999999999</c:v>
              </c:pt>
              <c:pt idx="529">
                <c:v>172.37299999999999</c:v>
              </c:pt>
              <c:pt idx="530">
                <c:v>172.52889999999999</c:v>
              </c:pt>
              <c:pt idx="531">
                <c:v>172.95310000000001</c:v>
              </c:pt>
              <c:pt idx="532">
                <c:v>173.10900000000001</c:v>
              </c:pt>
              <c:pt idx="533">
                <c:v>173.27350000000001</c:v>
              </c:pt>
              <c:pt idx="534">
                <c:v>173.6112</c:v>
              </c:pt>
              <c:pt idx="535">
                <c:v>173.95750000000001</c:v>
              </c:pt>
              <c:pt idx="536">
                <c:v>174.18260000000001</c:v>
              </c:pt>
              <c:pt idx="537">
                <c:v>174.3818</c:v>
              </c:pt>
              <c:pt idx="538">
                <c:v>174.74539999999999</c:v>
              </c:pt>
              <c:pt idx="539">
                <c:v>174.97919999999999</c:v>
              </c:pt>
              <c:pt idx="540">
                <c:v>175.08750000000001</c:v>
              </c:pt>
              <c:pt idx="541">
                <c:v>175.41210000000001</c:v>
              </c:pt>
              <c:pt idx="542">
                <c:v>175.62430000000001</c:v>
              </c:pt>
              <c:pt idx="543">
                <c:v>175.8494</c:v>
              </c:pt>
              <c:pt idx="544">
                <c:v>176.03989999999999</c:v>
              </c:pt>
              <c:pt idx="545">
                <c:v>176.40350000000001</c:v>
              </c:pt>
              <c:pt idx="546">
                <c:v>176.5291</c:v>
              </c:pt>
              <c:pt idx="547">
                <c:v>176.9014</c:v>
              </c:pt>
              <c:pt idx="548">
                <c:v>177.04429999999999</c:v>
              </c:pt>
              <c:pt idx="549">
                <c:v>177.47720000000001</c:v>
              </c:pt>
              <c:pt idx="550">
                <c:v>177.5162</c:v>
              </c:pt>
              <c:pt idx="551">
                <c:v>177.87119999999999</c:v>
              </c:pt>
              <c:pt idx="552">
                <c:v>178.19579999999999</c:v>
              </c:pt>
              <c:pt idx="553">
                <c:v>178.49459999999999</c:v>
              </c:pt>
              <c:pt idx="554">
                <c:v>178.55080000000001</c:v>
              </c:pt>
              <c:pt idx="555">
                <c:v>178.9188</c:v>
              </c:pt>
              <c:pt idx="556">
                <c:v>179.01410000000001</c:v>
              </c:pt>
              <c:pt idx="557">
                <c:v>179.4513</c:v>
              </c:pt>
              <c:pt idx="558">
                <c:v>179.65479999999999</c:v>
              </c:pt>
              <c:pt idx="559">
                <c:v>179.9795</c:v>
              </c:pt>
            </c:numLit>
          </c:xVal>
          <c:yVal>
            <c:numLit>
              <c:formatCode>0.000</c:formatCode>
              <c:ptCount val="560"/>
              <c:pt idx="0">
                <c:v>2.7556615838218924E-4</c:v>
              </c:pt>
              <c:pt idx="1">
                <c:v>3.8398932406012438E-4</c:v>
              </c:pt>
              <c:pt idx="2">
                <c:v>4.2531622013310323E-4</c:v>
              </c:pt>
              <c:pt idx="3">
                <c:v>4.9224863006007804E-4</c:v>
              </c:pt>
              <c:pt idx="4">
                <c:v>4.1140959333712439E-4</c:v>
              </c:pt>
              <c:pt idx="5">
                <c:v>4.814180701467705E-4</c:v>
              </c:pt>
              <c:pt idx="6">
                <c:v>5.2616874046784539E-4</c:v>
              </c:pt>
              <c:pt idx="7">
                <c:v>3.9455726999681752E-4</c:v>
              </c:pt>
              <c:pt idx="8">
                <c:v>4.4480876357273942E-4</c:v>
              </c:pt>
              <c:pt idx="9">
                <c:v>3.9311493665087146E-4</c:v>
              </c:pt>
              <c:pt idx="10">
                <c:v>4.2399700946676815E-4</c:v>
              </c:pt>
              <c:pt idx="11">
                <c:v>4.0219081683219642E-4</c:v>
              </c:pt>
              <c:pt idx="12">
                <c:v>4.4741712501089316E-4</c:v>
              </c:pt>
              <c:pt idx="13">
                <c:v>4.2560080703887783E-4</c:v>
              </c:pt>
              <c:pt idx="14">
                <c:v>3.9348209471885072E-4</c:v>
              </c:pt>
              <c:pt idx="15">
                <c:v>3.7308478760421105E-4</c:v>
              </c:pt>
              <c:pt idx="16">
                <c:v>4.230747313708086E-4</c:v>
              </c:pt>
              <c:pt idx="17">
                <c:v>3.1749175773159176E-4</c:v>
              </c:pt>
              <c:pt idx="18">
                <c:v>3.7608748565524995E-4</c:v>
              </c:pt>
              <c:pt idx="19">
                <c:v>5.6508468134383756E-4</c:v>
              </c:pt>
              <c:pt idx="20">
                <c:v>6.2488692119758019E-4</c:v>
              </c:pt>
              <c:pt idx="21">
                <c:v>6.0085506748533998E-4</c:v>
              </c:pt>
              <c:pt idx="22">
                <c:v>3.5285029508914825E-4</c:v>
              </c:pt>
              <c:pt idx="23">
                <c:v>4.6860268729794033E-4</c:v>
              </c:pt>
              <c:pt idx="24">
                <c:v>4.2468407364459735E-4</c:v>
              </c:pt>
              <c:pt idx="25">
                <c:v>4.7686082332377175E-4</c:v>
              </c:pt>
              <c:pt idx="26">
                <c:v>4.0464967264113971E-4</c:v>
              </c:pt>
              <c:pt idx="27">
                <c:v>4.3190894203342192E-4</c:v>
              </c:pt>
              <c:pt idx="28">
                <c:v>4.3158865803160642E-4</c:v>
              </c:pt>
              <c:pt idx="29">
                <c:v>3.9036546084922824E-4</c:v>
              </c:pt>
              <c:pt idx="30">
                <c:v>4.4918946755749734E-4</c:v>
              </c:pt>
              <c:pt idx="31">
                <c:v>3.5733858770486878E-4</c:v>
              </c:pt>
              <c:pt idx="32">
                <c:v>4.2700139418444614E-4</c:v>
              </c:pt>
              <c:pt idx="33">
                <c:v>3.3944572656410176E-4</c:v>
              </c:pt>
              <c:pt idx="34">
                <c:v>5.0277018749607578E-4</c:v>
              </c:pt>
              <c:pt idx="35">
                <c:v>6.309883343986833E-4</c:v>
              </c:pt>
              <c:pt idx="36">
                <c:v>4.6449482591753399E-4</c:v>
              </c:pt>
              <c:pt idx="37">
                <c:v>3.9845307538111536E-4</c:v>
              </c:pt>
              <c:pt idx="38">
                <c:v>3.0279420960870935E-4</c:v>
              </c:pt>
              <c:pt idx="39">
                <c:v>3.8326496117689092E-4</c:v>
              </c:pt>
              <c:pt idx="40">
                <c:v>3.5195153849055659E-4</c:v>
              </c:pt>
              <c:pt idx="41">
                <c:v>3.4637463915360649E-4</c:v>
              </c:pt>
              <c:pt idx="42">
                <c:v>2.9889075194542076E-4</c:v>
              </c:pt>
              <c:pt idx="43">
                <c:v>3.4374081759038524E-4</c:v>
              </c:pt>
              <c:pt idx="44">
                <c:v>3.5207882055812142E-4</c:v>
              </c:pt>
              <c:pt idx="45">
                <c:v>3.3100779403611873E-4</c:v>
              </c:pt>
              <c:pt idx="46">
                <c:v>3.0641535154507895E-4</c:v>
              </c:pt>
              <c:pt idx="47">
                <c:v>3.3773291501624153E-4</c:v>
              </c:pt>
              <c:pt idx="48">
                <c:v>2.7875214547463392E-4</c:v>
              </c:pt>
              <c:pt idx="49">
                <c:v>3.6953625993639924E-4</c:v>
              </c:pt>
              <c:pt idx="50">
                <c:v>3.96730439007506E-4</c:v>
              </c:pt>
              <c:pt idx="51">
                <c:v>3.019649075070085E-4</c:v>
              </c:pt>
              <c:pt idx="52">
                <c:v>3.1316426509920165E-4</c:v>
              </c:pt>
              <c:pt idx="53">
                <c:v>2.6722247810435663E-4</c:v>
              </c:pt>
              <c:pt idx="54">
                <c:v>2.2300907579505787E-4</c:v>
              </c:pt>
              <c:pt idx="55">
                <c:v>3.0374762231893813E-4</c:v>
              </c:pt>
              <c:pt idx="56">
                <c:v>3.7381730946111589E-4</c:v>
              </c:pt>
              <c:pt idx="57">
                <c:v>3.3156627767679897E-4</c:v>
              </c:pt>
              <c:pt idx="58">
                <c:v>3.7144745917538192E-4</c:v>
              </c:pt>
              <c:pt idx="59">
                <c:v>5.5891647439923475E-4</c:v>
              </c:pt>
              <c:pt idx="60">
                <c:v>3.7645434880483031E-4</c:v>
              </c:pt>
              <c:pt idx="61">
                <c:v>3.5170319521360817E-4</c:v>
              </c:pt>
              <c:pt idx="62">
                <c:v>4.3993320473634094E-4</c:v>
              </c:pt>
              <c:pt idx="63">
                <c:v>5.5003852730571123E-4</c:v>
              </c:pt>
              <c:pt idx="64">
                <c:v>4.8651148519746767E-4</c:v>
              </c:pt>
              <c:pt idx="65">
                <c:v>4.8947432672698688E-4</c:v>
              </c:pt>
              <c:pt idx="66">
                <c:v>5.7878733752770011E-4</c:v>
              </c:pt>
              <c:pt idx="67">
                <c:v>5.5758718787884791E-4</c:v>
              </c:pt>
              <c:pt idx="68">
                <c:v>5.6025243765585363E-4</c:v>
              </c:pt>
              <c:pt idx="69">
                <c:v>5.7476412397516137E-4</c:v>
              </c:pt>
              <c:pt idx="70">
                <c:v>5.5998480087673041E-4</c:v>
              </c:pt>
              <c:pt idx="71">
                <c:v>7.3433833752021887E-4</c:v>
              </c:pt>
              <c:pt idx="72">
                <c:v>4.8202000570491429E-4</c:v>
              </c:pt>
              <c:pt idx="73">
                <c:v>4.4071063877781344E-4</c:v>
              </c:pt>
              <c:pt idx="74">
                <c:v>5.2741285795745248E-4</c:v>
              </c:pt>
              <c:pt idx="75">
                <c:v>5.5436759751893001E-4</c:v>
              </c:pt>
              <c:pt idx="76">
                <c:v>6.5737159953514225E-4</c:v>
              </c:pt>
              <c:pt idx="77">
                <c:v>9.7293811828618696E-4</c:v>
              </c:pt>
              <c:pt idx="78">
                <c:v>8.0522184076461858E-4</c:v>
              </c:pt>
              <c:pt idx="79">
                <c:v>7.3330643160374144E-4</c:v>
              </c:pt>
              <c:pt idx="80">
                <c:v>6.9356057127914668E-4</c:v>
              </c:pt>
              <c:pt idx="81">
                <c:v>7.5836608485929874E-4</c:v>
              </c:pt>
              <c:pt idx="82">
                <c:v>7.7496474486182375E-4</c:v>
              </c:pt>
              <c:pt idx="83">
                <c:v>6.3355102778395894E-4</c:v>
              </c:pt>
              <c:pt idx="84">
                <c:v>6.9553593712276692E-4</c:v>
              </c:pt>
              <c:pt idx="85">
                <c:v>7.0598481473819975E-4</c:v>
              </c:pt>
              <c:pt idx="86">
                <c:v>7.5968607989807891E-4</c:v>
              </c:pt>
              <c:pt idx="87">
                <c:v>6.6438933396815807E-4</c:v>
              </c:pt>
              <c:pt idx="88">
                <c:v>8.1352634369828551E-4</c:v>
              </c:pt>
              <c:pt idx="89">
                <c:v>6.9174037863897427E-4</c:v>
              </c:pt>
              <c:pt idx="90">
                <c:v>6.9372752824843858E-4</c:v>
              </c:pt>
              <c:pt idx="91">
                <c:v>7.7161123147073912E-4</c:v>
              </c:pt>
              <c:pt idx="92">
                <c:v>6.3530324590661629E-4</c:v>
              </c:pt>
              <c:pt idx="93">
                <c:v>7.7096487351767233E-4</c:v>
              </c:pt>
              <c:pt idx="94">
                <c:v>1.0894862428670999E-3</c:v>
              </c:pt>
              <c:pt idx="95">
                <c:v>8.7251647550515873E-4</c:v>
              </c:pt>
              <c:pt idx="96">
                <c:v>8.4565379847891052E-4</c:v>
              </c:pt>
              <c:pt idx="97">
                <c:v>9.3493384216235286E-4</c:v>
              </c:pt>
              <c:pt idx="98">
                <c:v>9.4661118743751113E-4</c:v>
              </c:pt>
              <c:pt idx="99">
                <c:v>9.846878282528432E-4</c:v>
              </c:pt>
              <c:pt idx="100">
                <c:v>9.982558819822795E-4</c:v>
              </c:pt>
              <c:pt idx="101">
                <c:v>8.6239690012046176E-4</c:v>
              </c:pt>
              <c:pt idx="102">
                <c:v>8.7763325702113425E-4</c:v>
              </c:pt>
              <c:pt idx="103">
                <c:v>9.9989096528992874E-4</c:v>
              </c:pt>
              <c:pt idx="104">
                <c:v>9.9963696812639148E-4</c:v>
              </c:pt>
              <c:pt idx="105">
                <c:v>8.5904435694044595E-4</c:v>
              </c:pt>
              <c:pt idx="106">
                <c:v>1.042427645113165E-3</c:v>
              </c:pt>
              <c:pt idx="107">
                <c:v>9.7667480319981468E-4</c:v>
              </c:pt>
              <c:pt idx="108">
                <c:v>7.644326188942709E-4</c:v>
              </c:pt>
              <c:pt idx="109">
                <c:v>1.0788097968347787E-3</c:v>
              </c:pt>
              <c:pt idx="110">
                <c:v>1.0386744335825005E-3</c:v>
              </c:pt>
              <c:pt idx="111">
                <c:v>7.4563778595891986E-4</c:v>
              </c:pt>
              <c:pt idx="112">
                <c:v>8.2882236509830608E-4</c:v>
              </c:pt>
              <c:pt idx="113">
                <c:v>9.0322408126838395E-4</c:v>
              </c:pt>
              <c:pt idx="114">
                <c:v>8.0553401302417939E-4</c:v>
              </c:pt>
              <c:pt idx="115">
                <c:v>1.00204910662181E-3</c:v>
              </c:pt>
              <c:pt idx="116">
                <c:v>9.8359210935351641E-4</c:v>
              </c:pt>
              <c:pt idx="117">
                <c:v>1.0391748025281233E-3</c:v>
              </c:pt>
              <c:pt idx="118">
                <c:v>1.1742900501870168E-3</c:v>
              </c:pt>
              <c:pt idx="119">
                <c:v>1.1640240214919257E-3</c:v>
              </c:pt>
              <c:pt idx="120">
                <c:v>9.6692267403920092E-4</c:v>
              </c:pt>
              <c:pt idx="121">
                <c:v>1.0158299908160221E-3</c:v>
              </c:pt>
              <c:pt idx="122">
                <c:v>8.484465011061159E-4</c:v>
              </c:pt>
              <c:pt idx="123">
                <c:v>6.9847490271534066E-4</c:v>
              </c:pt>
              <c:pt idx="124">
                <c:v>7.1216180552473795E-4</c:v>
              </c:pt>
              <c:pt idx="125">
                <c:v>6.8365260928835965E-4</c:v>
              </c:pt>
              <c:pt idx="126">
                <c:v>6.3830027445318312E-4</c:v>
              </c:pt>
              <c:pt idx="127">
                <c:v>7.7274597467522923E-4</c:v>
              </c:pt>
              <c:pt idx="128">
                <c:v>6.9455023522795826E-4</c:v>
              </c:pt>
              <c:pt idx="129">
                <c:v>5.1306923240184495E-4</c:v>
              </c:pt>
              <c:pt idx="130">
                <c:v>5.3538103224488051E-4</c:v>
              </c:pt>
              <c:pt idx="131">
                <c:v>5.144435111176526E-4</c:v>
              </c:pt>
              <c:pt idx="132">
                <c:v>3.9615855878647274E-4</c:v>
              </c:pt>
              <c:pt idx="133">
                <c:v>3.6858419676083357E-4</c:v>
              </c:pt>
              <c:pt idx="134">
                <c:v>5.5444578031011446E-4</c:v>
              </c:pt>
              <c:pt idx="135">
                <c:v>6.3125907180590693E-4</c:v>
              </c:pt>
              <c:pt idx="136">
                <c:v>5.0794984311307084E-4</c:v>
              </c:pt>
              <c:pt idx="137">
                <c:v>4.9723055631834391E-4</c:v>
              </c:pt>
              <c:pt idx="138">
                <c:v>5.7716805703442176E-4</c:v>
              </c:pt>
              <c:pt idx="139">
                <c:v>5.2677717188077543E-4</c:v>
              </c:pt>
              <c:pt idx="140">
                <c:v>4.3679236674092493E-4</c:v>
              </c:pt>
              <c:pt idx="141">
                <c:v>4.5930251257086474E-4</c:v>
              </c:pt>
              <c:pt idx="142">
                <c:v>4.4864599128796817E-4</c:v>
              </c:pt>
              <c:pt idx="143">
                <c:v>5.3464758530048285E-4</c:v>
              </c:pt>
              <c:pt idx="144">
                <c:v>6.1560495584937779E-4</c:v>
              </c:pt>
              <c:pt idx="145">
                <c:v>4.2988048708696841E-4</c:v>
              </c:pt>
              <c:pt idx="146">
                <c:v>4.1633419145555576E-4</c:v>
              </c:pt>
              <c:pt idx="147">
                <c:v>4.4630484633330174E-4</c:v>
              </c:pt>
              <c:pt idx="148">
                <c:v>4.4507891633655889E-4</c:v>
              </c:pt>
              <c:pt idx="149">
                <c:v>3.5956441178599592E-4</c:v>
              </c:pt>
              <c:pt idx="150">
                <c:v>3.4020566242994282E-4</c:v>
              </c:pt>
              <c:pt idx="151">
                <c:v>4.8320083813757582E-4</c:v>
              </c:pt>
              <c:pt idx="152">
                <c:v>4.0984987220149001E-4</c:v>
              </c:pt>
              <c:pt idx="153">
                <c:v>3.8951715024047412E-4</c:v>
              </c:pt>
              <c:pt idx="154">
                <c:v>3.6750124891484002E-4</c:v>
              </c:pt>
              <c:pt idx="155">
                <c:v>4.0857223997497799E-4</c:v>
              </c:pt>
              <c:pt idx="156">
                <c:v>5.5299256032207138E-4</c:v>
              </c:pt>
              <c:pt idx="157">
                <c:v>4.3226227839572297E-4</c:v>
              </c:pt>
              <c:pt idx="158">
                <c:v>4.3208760892665259E-4</c:v>
              </c:pt>
              <c:pt idx="159">
                <c:v>4.2692714996951994E-4</c:v>
              </c:pt>
              <c:pt idx="160">
                <c:v>3.6760645431850754E-4</c:v>
              </c:pt>
              <c:pt idx="161">
                <c:v>5.8870703502524567E-4</c:v>
              </c:pt>
              <c:pt idx="162">
                <c:v>5.3920700464796484E-4</c:v>
              </c:pt>
              <c:pt idx="163">
                <c:v>5.4039978883879583E-4</c:v>
              </c:pt>
              <c:pt idx="164">
                <c:v>7.8131908553784194E-4</c:v>
              </c:pt>
              <c:pt idx="165">
                <c:v>5.5218267262017551E-4</c:v>
              </c:pt>
              <c:pt idx="166">
                <c:v>3.2632224145908562E-4</c:v>
              </c:pt>
              <c:pt idx="167">
                <c:v>2.7841936445825168E-4</c:v>
              </c:pt>
              <c:pt idx="168">
                <c:v>3.7272893691803937E-4</c:v>
              </c:pt>
              <c:pt idx="169">
                <c:v>3.5005226230024029E-4</c:v>
              </c:pt>
              <c:pt idx="170">
                <c:v>4.0727105697954745E-4</c:v>
              </c:pt>
              <c:pt idx="171">
                <c:v>4.4577781242569769E-4</c:v>
              </c:pt>
              <c:pt idx="172">
                <c:v>3.8833084727886343E-4</c:v>
              </c:pt>
              <c:pt idx="173">
                <c:v>4.4516190523011804E-4</c:v>
              </c:pt>
              <c:pt idx="174">
                <c:v>4.9235027239927492E-4</c:v>
              </c:pt>
              <c:pt idx="175">
                <c:v>2.8720462128067258E-4</c:v>
              </c:pt>
              <c:pt idx="176">
                <c:v>3.8788095521376275E-4</c:v>
              </c:pt>
              <c:pt idx="177">
                <c:v>3.3333626511162888E-4</c:v>
              </c:pt>
              <c:pt idx="178">
                <c:v>3.5502205335979453E-4</c:v>
              </c:pt>
              <c:pt idx="179">
                <c:v>4.2115580224975761E-4</c:v>
              </c:pt>
              <c:pt idx="180">
                <c:v>3.9060668954843917E-4</c:v>
              </c:pt>
              <c:pt idx="181">
                <c:v>3.699514767533803E-4</c:v>
              </c:pt>
              <c:pt idx="182">
                <c:v>4.4308777006941996E-4</c:v>
              </c:pt>
              <c:pt idx="183">
                <c:v>3.5476815881727307E-4</c:v>
              </c:pt>
              <c:pt idx="184">
                <c:v>3.9549661494353095E-4</c:v>
              </c:pt>
              <c:pt idx="185">
                <c:v>4.2284288118244438E-4</c:v>
              </c:pt>
              <c:pt idx="186">
                <c:v>5.8234039691196162E-4</c:v>
              </c:pt>
              <c:pt idx="187">
                <c:v>3.3766586939732178E-4</c:v>
              </c:pt>
              <c:pt idx="188">
                <c:v>4.3004265252216E-4</c:v>
              </c:pt>
              <c:pt idx="189">
                <c:v>3.5453273764071377E-4</c:v>
              </c:pt>
              <c:pt idx="190">
                <c:v>3.0638365758023904E-4</c:v>
              </c:pt>
              <c:pt idx="191">
                <c:v>3.5668440231393489E-4</c:v>
              </c:pt>
              <c:pt idx="192">
                <c:v>3.4623652113219158E-4</c:v>
              </c:pt>
              <c:pt idx="193">
                <c:v>3.3248778806491472E-4</c:v>
              </c:pt>
              <c:pt idx="194">
                <c:v>3.6230564728326518E-4</c:v>
              </c:pt>
              <c:pt idx="195">
                <c:v>3.5274478459554879E-4</c:v>
              </c:pt>
              <c:pt idx="196">
                <c:v>4.6112950387352565E-4</c:v>
              </c:pt>
              <c:pt idx="197">
                <c:v>3.529661431312508E-4</c:v>
              </c:pt>
              <c:pt idx="198">
                <c:v>3.9153420150305184E-4</c:v>
              </c:pt>
              <c:pt idx="199">
                <c:v>5.1385550856069043E-4</c:v>
              </c:pt>
              <c:pt idx="200">
                <c:v>4.3367255465666372E-4</c:v>
              </c:pt>
              <c:pt idx="201">
                <c:v>3.6863225107420551E-4</c:v>
              </c:pt>
              <c:pt idx="202">
                <c:v>4.05281654528786E-4</c:v>
              </c:pt>
              <c:pt idx="203">
                <c:v>4.2042858470918849E-4</c:v>
              </c:pt>
              <c:pt idx="204">
                <c:v>4.4422979302629419E-4</c:v>
              </c:pt>
              <c:pt idx="205">
                <c:v>4.1418118579057613E-4</c:v>
              </c:pt>
              <c:pt idx="206">
                <c:v>3.5489570013933652E-4</c:v>
              </c:pt>
              <c:pt idx="207">
                <c:v>4.1695357360862492E-4</c:v>
              </c:pt>
              <c:pt idx="208">
                <c:v>3.9204794534135562E-4</c:v>
              </c:pt>
              <c:pt idx="209">
                <c:v>4.2915727961091558E-4</c:v>
              </c:pt>
              <c:pt idx="210">
                <c:v>3.4870808071287566E-4</c:v>
              </c:pt>
              <c:pt idx="211">
                <c:v>5.1482541073544024E-4</c:v>
              </c:pt>
              <c:pt idx="212">
                <c:v>3.5519004714114718E-4</c:v>
              </c:pt>
              <c:pt idx="213">
                <c:v>3.7820307880396544E-4</c:v>
              </c:pt>
              <c:pt idx="214">
                <c:v>3.6912167013961928E-4</c:v>
              </c:pt>
              <c:pt idx="215">
                <c:v>3.0627998872147688E-4</c:v>
              </c:pt>
              <c:pt idx="216">
                <c:v>3.1029614199536192E-4</c:v>
              </c:pt>
              <c:pt idx="217">
                <c:v>3.296141967295093E-4</c:v>
              </c:pt>
              <c:pt idx="218">
                <c:v>3.6221223389538157E-4</c:v>
              </c:pt>
              <c:pt idx="219">
                <c:v>5.0181177905559305E-4</c:v>
              </c:pt>
              <c:pt idx="220">
                <c:v>4.1754523812259598E-4</c:v>
              </c:pt>
              <c:pt idx="221">
                <c:v>4.3354846324627572E-4</c:v>
              </c:pt>
              <c:pt idx="222">
                <c:v>3.4199815980287958E-4</c:v>
              </c:pt>
              <c:pt idx="223">
                <c:v>3.8600351668706303E-4</c:v>
              </c:pt>
              <c:pt idx="224">
                <c:v>3.4211969236106718E-4</c:v>
              </c:pt>
              <c:pt idx="225">
                <c:v>2.909611547657426E-4</c:v>
              </c:pt>
              <c:pt idx="226">
                <c:v>2.8908617038056532E-4</c:v>
              </c:pt>
              <c:pt idx="227">
                <c:v>3.6826003017902218E-4</c:v>
              </c:pt>
              <c:pt idx="228">
                <c:v>3.6588263917998871E-4</c:v>
              </c:pt>
              <c:pt idx="229">
                <c:v>4.4820351112001203E-4</c:v>
              </c:pt>
              <c:pt idx="230">
                <c:v>3.2436234621201253E-4</c:v>
              </c:pt>
              <c:pt idx="231">
                <c:v>3.0399471275971613E-4</c:v>
              </c:pt>
              <c:pt idx="232">
                <c:v>3.4253793214607616E-4</c:v>
              </c:pt>
              <c:pt idx="233">
                <c:v>2.8973226105392382E-4</c:v>
              </c:pt>
              <c:pt idx="234">
                <c:v>3.2686546685582762E-4</c:v>
              </c:pt>
              <c:pt idx="235">
                <c:v>2.9033098123665019E-4</c:v>
              </c:pt>
              <c:pt idx="236">
                <c:v>3.5526832908885865E-4</c:v>
              </c:pt>
              <c:pt idx="237">
                <c:v>2.6274962080747547E-4</c:v>
              </c:pt>
              <c:pt idx="238">
                <c:v>3.6293778387105631E-4</c:v>
              </c:pt>
              <c:pt idx="239">
                <c:v>2.6654762763228475E-4</c:v>
              </c:pt>
              <c:pt idx="240">
                <c:v>3.2369581752306274E-4</c:v>
              </c:pt>
              <c:pt idx="241">
                <c:v>3.4060188974318289E-4</c:v>
              </c:pt>
              <c:pt idx="242">
                <c:v>2.7320123046311923E-4</c:v>
              </c:pt>
              <c:pt idx="243">
                <c:v>2.980751610141049E-4</c:v>
              </c:pt>
              <c:pt idx="244">
                <c:v>2.8276871250531004E-4</c:v>
              </c:pt>
              <c:pt idx="245">
                <c:v>2.7349911787714887E-4</c:v>
              </c:pt>
              <c:pt idx="246">
                <c:v>3.0411987446831416E-4</c:v>
              </c:pt>
              <c:pt idx="247">
                <c:v>2.4325247673547321E-4</c:v>
              </c:pt>
              <c:pt idx="248">
                <c:v>3.2020963162923693E-4</c:v>
              </c:pt>
              <c:pt idx="249">
                <c:v>2.4814706570169028E-4</c:v>
              </c:pt>
              <c:pt idx="250">
                <c:v>2.8417630662059358E-4</c:v>
              </c:pt>
              <c:pt idx="251">
                <c:v>3.4899755425375566E-4</c:v>
              </c:pt>
              <c:pt idx="252">
                <c:v>3.0136167555993703E-4</c:v>
              </c:pt>
              <c:pt idx="253">
                <c:v>2.5990662655577581E-4</c:v>
              </c:pt>
              <c:pt idx="254">
                <c:v>2.6422256985219044E-4</c:v>
              </c:pt>
              <c:pt idx="255">
                <c:v>3.5907467240843603E-4</c:v>
              </c:pt>
              <c:pt idx="256">
                <c:v>3.1699428394711476E-4</c:v>
              </c:pt>
              <c:pt idx="257">
                <c:v>4.2111637025846378E-4</c:v>
              </c:pt>
              <c:pt idx="258">
                <c:v>3.1975195746352758E-4</c:v>
              </c:pt>
              <c:pt idx="259">
                <c:v>4.3527522621752523E-4</c:v>
              </c:pt>
              <c:pt idx="260">
                <c:v>3.3100334967913072E-4</c:v>
              </c:pt>
              <c:pt idx="261">
                <c:v>2.8037737067633148E-4</c:v>
              </c:pt>
              <c:pt idx="262">
                <c:v>2.6607645811999308E-4</c:v>
              </c:pt>
              <c:pt idx="263">
                <c:v>3.7105043688143928E-4</c:v>
              </c:pt>
              <c:pt idx="264">
                <c:v>3.8190035124060481E-4</c:v>
              </c:pt>
              <c:pt idx="265">
                <c:v>3.5131680691699872E-4</c:v>
              </c:pt>
              <c:pt idx="266">
                <c:v>4.0455725646474061E-4</c:v>
              </c:pt>
              <c:pt idx="267">
                <c:v>4.1494296618206275E-4</c:v>
              </c:pt>
              <c:pt idx="268">
                <c:v>2.9555352636199375E-4</c:v>
              </c:pt>
              <c:pt idx="269">
                <c:v>3.1000184288376752E-4</c:v>
              </c:pt>
              <c:pt idx="270">
                <c:v>3.1111181770248942E-4</c:v>
              </c:pt>
              <c:pt idx="271">
                <c:v>4.0846698160529072E-4</c:v>
              </c:pt>
              <c:pt idx="272">
                <c:v>2.4894343630606799E-4</c:v>
              </c:pt>
              <c:pt idx="273">
                <c:v>2.2227563683576961E-4</c:v>
              </c:pt>
              <c:pt idx="274">
                <c:v>2.4253124034250107E-4</c:v>
              </c:pt>
              <c:pt idx="275">
                <c:v>3.7791249824099837E-4</c:v>
              </c:pt>
              <c:pt idx="276">
                <c:v>2.7016637064423949E-4</c:v>
              </c:pt>
              <c:pt idx="277">
                <c:v>3.3457484514479456E-4</c:v>
              </c:pt>
              <c:pt idx="278">
                <c:v>3.4792493172246957E-4</c:v>
              </c:pt>
              <c:pt idx="279">
                <c:v>3.7771874808512301E-4</c:v>
              </c:pt>
              <c:pt idx="280">
                <c:v>2.7432834329694866E-4</c:v>
              </c:pt>
              <c:pt idx="281">
                <c:v>2.627546437274216E-4</c:v>
              </c:pt>
              <c:pt idx="282">
                <c:v>3.2455778939487456E-4</c:v>
              </c:pt>
              <c:pt idx="283">
                <c:v>2.4326661245673974E-4</c:v>
              </c:pt>
              <c:pt idx="284">
                <c:v>3.2554476899491916E-4</c:v>
              </c:pt>
              <c:pt idx="285">
                <c:v>2.6508828040803107E-4</c:v>
              </c:pt>
              <c:pt idx="286">
                <c:v>3.1343343373837259E-4</c:v>
              </c:pt>
              <c:pt idx="287">
                <c:v>3.3256960609890209E-4</c:v>
              </c:pt>
              <c:pt idx="288">
                <c:v>3.049915117112244E-4</c:v>
              </c:pt>
              <c:pt idx="289">
                <c:v>3.19822572390265E-4</c:v>
              </c:pt>
              <c:pt idx="290">
                <c:v>2.9411948554681084E-4</c:v>
              </c:pt>
              <c:pt idx="291">
                <c:v>3.2260633187368676E-4</c:v>
              </c:pt>
              <c:pt idx="292">
                <c:v>4.3619027425874558E-4</c:v>
              </c:pt>
              <c:pt idx="293">
                <c:v>4.0753695791256899E-4</c:v>
              </c:pt>
              <c:pt idx="294">
                <c:v>3.8302023886011629E-4</c:v>
              </c:pt>
              <c:pt idx="295">
                <c:v>3.3297322398432254E-4</c:v>
              </c:pt>
              <c:pt idx="296">
                <c:v>2.8762145638870065E-4</c:v>
              </c:pt>
              <c:pt idx="297">
                <c:v>2.4813972121250359E-4</c:v>
              </c:pt>
              <c:pt idx="298">
                <c:v>3.1366755740050824E-4</c:v>
              </c:pt>
              <c:pt idx="299">
                <c:v>3.9692730625011337E-4</c:v>
              </c:pt>
              <c:pt idx="300">
                <c:v>4.4913642061644634E-4</c:v>
              </c:pt>
              <c:pt idx="301">
                <c:v>3.8424097895746885E-4</c:v>
              </c:pt>
              <c:pt idx="302">
                <c:v>5.2010728613888788E-4</c:v>
              </c:pt>
              <c:pt idx="303">
                <c:v>4.5068774223928709E-4</c:v>
              </c:pt>
              <c:pt idx="304">
                <c:v>4.4994506483017708E-4</c:v>
              </c:pt>
              <c:pt idx="305">
                <c:v>3.468584830901495E-4</c:v>
              </c:pt>
              <c:pt idx="306">
                <c:v>3.9834135524950047E-4</c:v>
              </c:pt>
              <c:pt idx="307">
                <c:v>2.9982451101477495E-4</c:v>
              </c:pt>
              <c:pt idx="308">
                <c:v>3.4966282737740188E-4</c:v>
              </c:pt>
              <c:pt idx="309">
                <c:v>3.8643715262137257E-4</c:v>
              </c:pt>
              <c:pt idx="310">
                <c:v>2.7222785142412347E-4</c:v>
              </c:pt>
              <c:pt idx="311">
                <c:v>3.5911443833630736E-4</c:v>
              </c:pt>
              <c:pt idx="312">
                <c:v>4.7058577062715674E-4</c:v>
              </c:pt>
              <c:pt idx="313">
                <c:v>2.894806098019689E-4</c:v>
              </c:pt>
              <c:pt idx="314">
                <c:v>3.0871787603142483E-4</c:v>
              </c:pt>
              <c:pt idx="315">
                <c:v>3.198305000203744E-4</c:v>
              </c:pt>
              <c:pt idx="316">
                <c:v>3.5209119384362514E-4</c:v>
              </c:pt>
              <c:pt idx="317">
                <c:v>3.4871835850456716E-4</c:v>
              </c:pt>
              <c:pt idx="318">
                <c:v>3.4620373522155568E-4</c:v>
              </c:pt>
              <c:pt idx="319">
                <c:v>3.099040440739654E-4</c:v>
              </c:pt>
              <c:pt idx="320">
                <c:v>3.4399017919780798E-4</c:v>
              </c:pt>
              <c:pt idx="321">
                <c:v>3.8355906598800928E-4</c:v>
              </c:pt>
              <c:pt idx="322">
                <c:v>5.4944690525025668E-4</c:v>
              </c:pt>
              <c:pt idx="323">
                <c:v>3.7517700174496298E-4</c:v>
              </c:pt>
              <c:pt idx="324">
                <c:v>4.2312473258289819E-4</c:v>
              </c:pt>
              <c:pt idx="325">
                <c:v>4.4319815859754965E-4</c:v>
              </c:pt>
              <c:pt idx="326">
                <c:v>4.0442212549108593E-4</c:v>
              </c:pt>
              <c:pt idx="327">
                <c:v>4.6621785865335545E-4</c:v>
              </c:pt>
              <c:pt idx="328">
                <c:v>3.3598675000084271E-4</c:v>
              </c:pt>
              <c:pt idx="329">
                <c:v>4.6267434540565226E-4</c:v>
              </c:pt>
              <c:pt idx="330">
                <c:v>3.6770222343292122E-4</c:v>
              </c:pt>
              <c:pt idx="331">
                <c:v>4.0369598321050377E-4</c:v>
              </c:pt>
              <c:pt idx="332">
                <c:v>3.6652216178574603E-4</c:v>
              </c:pt>
              <c:pt idx="333">
                <c:v>4.9272198339760911E-4</c:v>
              </c:pt>
              <c:pt idx="334">
                <c:v>3.6599460792538497E-4</c:v>
              </c:pt>
              <c:pt idx="335">
                <c:v>4.596617092914288E-4</c:v>
              </c:pt>
              <c:pt idx="336">
                <c:v>4.0195875616877387E-4</c:v>
              </c:pt>
              <c:pt idx="337">
                <c:v>3.8842451021291272E-4</c:v>
              </c:pt>
              <c:pt idx="338">
                <c:v>2.7648915096790532E-4</c:v>
              </c:pt>
              <c:pt idx="339">
                <c:v>3.9803082211092102E-4</c:v>
              </c:pt>
              <c:pt idx="340">
                <c:v>4.4656906393643206E-4</c:v>
              </c:pt>
              <c:pt idx="341">
                <c:v>4.5885126911992977E-4</c:v>
              </c:pt>
              <c:pt idx="342">
                <c:v>3.7680481558864654E-4</c:v>
              </c:pt>
              <c:pt idx="343">
                <c:v>3.8626863781309769E-4</c:v>
              </c:pt>
              <c:pt idx="344">
                <c:v>3.9241348354786086E-4</c:v>
              </c:pt>
              <c:pt idx="345">
                <c:v>3.9081481631654546E-4</c:v>
              </c:pt>
              <c:pt idx="346">
                <c:v>3.9992168096117923E-4</c:v>
              </c:pt>
              <c:pt idx="347">
                <c:v>3.5080405006212488E-4</c:v>
              </c:pt>
              <c:pt idx="348">
                <c:v>3.3719389379038915E-4</c:v>
              </c:pt>
              <c:pt idx="349">
                <c:v>4.4498856826146881E-4</c:v>
              </c:pt>
              <c:pt idx="350">
                <c:v>3.9759338639090241E-4</c:v>
              </c:pt>
              <c:pt idx="351">
                <c:v>3.8288416718132391E-4</c:v>
              </c:pt>
              <c:pt idx="352">
                <c:v>4.240918619979552E-4</c:v>
              </c:pt>
              <c:pt idx="353">
                <c:v>4.2838912970769093E-4</c:v>
              </c:pt>
              <c:pt idx="354">
                <c:v>3.5181999930439755E-4</c:v>
              </c:pt>
              <c:pt idx="355">
                <c:v>3.7873522313317486E-4</c:v>
              </c:pt>
              <c:pt idx="356">
                <c:v>4.5250300973617886E-4</c:v>
              </c:pt>
              <c:pt idx="357">
                <c:v>3.8619303840928363E-4</c:v>
              </c:pt>
              <c:pt idx="358">
                <c:v>4.7878299274351876E-4</c:v>
              </c:pt>
              <c:pt idx="359">
                <c:v>5.0682424561718177E-4</c:v>
              </c:pt>
              <c:pt idx="360">
                <c:v>5.1053046654482733E-4</c:v>
              </c:pt>
              <c:pt idx="361">
                <c:v>4.5529265857590739E-4</c:v>
              </c:pt>
              <c:pt idx="362">
                <c:v>5.4419666220976244E-4</c:v>
              </c:pt>
              <c:pt idx="363">
                <c:v>4.5043095864016967E-4</c:v>
              </c:pt>
              <c:pt idx="364">
                <c:v>5.3011445678777214E-4</c:v>
              </c:pt>
              <c:pt idx="365">
                <c:v>4.7841509563628388E-4</c:v>
              </c:pt>
              <c:pt idx="366">
                <c:v>5.1316175762124909E-4</c:v>
              </c:pt>
              <c:pt idx="367">
                <c:v>5.8658075250906023E-4</c:v>
              </c:pt>
              <c:pt idx="368">
                <c:v>6.3375304055278165E-4</c:v>
              </c:pt>
              <c:pt idx="369">
                <c:v>4.9909062205940647E-4</c:v>
              </c:pt>
              <c:pt idx="370">
                <c:v>5.1086585519498069E-4</c:v>
              </c:pt>
              <c:pt idx="371">
                <c:v>4.6674639784152901E-4</c:v>
              </c:pt>
              <c:pt idx="372">
                <c:v>5.2822940264572846E-4</c:v>
              </c:pt>
              <c:pt idx="373">
                <c:v>4.8175250391802336E-4</c:v>
              </c:pt>
              <c:pt idx="374">
                <c:v>6.7881449842215026E-4</c:v>
              </c:pt>
              <c:pt idx="375">
                <c:v>5.2730902506439902E-4</c:v>
              </c:pt>
              <c:pt idx="376">
                <c:v>5.329594088300699E-4</c:v>
              </c:pt>
              <c:pt idx="377">
                <c:v>6.1495424460172399E-4</c:v>
              </c:pt>
              <c:pt idx="378">
                <c:v>5.9934703135079497E-4</c:v>
              </c:pt>
              <c:pt idx="379">
                <c:v>4.1762666177501385E-4</c:v>
              </c:pt>
              <c:pt idx="380">
                <c:v>4.3960768412395096E-4</c:v>
              </c:pt>
              <c:pt idx="381">
                <c:v>4.8138406836036659E-4</c:v>
              </c:pt>
              <c:pt idx="382">
                <c:v>5.7971525511995984E-4</c:v>
              </c:pt>
              <c:pt idx="383">
                <c:v>4.0195362090595776E-4</c:v>
              </c:pt>
              <c:pt idx="384">
                <c:v>5.4031497233067492E-4</c:v>
              </c:pt>
              <c:pt idx="385">
                <c:v>4.3680803060823698E-4</c:v>
              </c:pt>
              <c:pt idx="386">
                <c:v>4.9218789467483329E-4</c:v>
              </c:pt>
              <c:pt idx="387">
                <c:v>4.7623882539973481E-4</c:v>
              </c:pt>
              <c:pt idx="388">
                <c:v>4.7673650196725071E-4</c:v>
              </c:pt>
              <c:pt idx="389">
                <c:v>3.8881479129983064E-4</c:v>
              </c:pt>
              <c:pt idx="390">
                <c:v>4.3982678719539414E-4</c:v>
              </c:pt>
              <c:pt idx="391">
                <c:v>5.5010727735658408E-4</c:v>
              </c:pt>
              <c:pt idx="392">
                <c:v>5.2069189800957772E-4</c:v>
              </c:pt>
              <c:pt idx="393">
                <c:v>5.8455828426732224E-4</c:v>
              </c:pt>
              <c:pt idx="394">
                <c:v>6.125084337121891E-4</c:v>
              </c:pt>
              <c:pt idx="395">
                <c:v>5.8950726341063648E-4</c:v>
              </c:pt>
              <c:pt idx="396">
                <c:v>4.8243794442909071E-4</c:v>
              </c:pt>
              <c:pt idx="397">
                <c:v>5.5605852578689309E-4</c:v>
              </c:pt>
              <c:pt idx="398">
                <c:v>6.0930014546692508E-4</c:v>
              </c:pt>
              <c:pt idx="399">
                <c:v>5.4250127187289044E-4</c:v>
              </c:pt>
              <c:pt idx="400">
                <c:v>5.6172560374279687E-4</c:v>
              </c:pt>
              <c:pt idx="401">
                <c:v>4.6557266675697264E-4</c:v>
              </c:pt>
              <c:pt idx="402">
                <c:v>3.7333033670696169E-4</c:v>
              </c:pt>
              <c:pt idx="403">
                <c:v>5.0138971617497846E-4</c:v>
              </c:pt>
              <c:pt idx="404">
                <c:v>5.4166140767276526E-4</c:v>
              </c:pt>
              <c:pt idx="405">
                <c:v>4.6210761361378696E-4</c:v>
              </c:pt>
              <c:pt idx="406">
                <c:v>5.7463485238173711E-4</c:v>
              </c:pt>
              <c:pt idx="407">
                <c:v>4.7960100141055968E-4</c:v>
              </c:pt>
              <c:pt idx="408">
                <c:v>4.7432226748094294E-4</c:v>
              </c:pt>
              <c:pt idx="409">
                <c:v>4.5738532394208224E-4</c:v>
              </c:pt>
              <c:pt idx="410">
                <c:v>6.136178682582974E-4</c:v>
              </c:pt>
              <c:pt idx="411">
                <c:v>3.9618316482308225E-4</c:v>
              </c:pt>
              <c:pt idx="412">
                <c:v>4.7882691037890346E-4</c:v>
              </c:pt>
              <c:pt idx="413">
                <c:v>4.8264625978628562E-4</c:v>
              </c:pt>
              <c:pt idx="414">
                <c:v>4.8045220723092841E-4</c:v>
              </c:pt>
              <c:pt idx="415">
                <c:v>5.580702632970553E-4</c:v>
              </c:pt>
              <c:pt idx="416">
                <c:v>4.0376861489462923E-4</c:v>
              </c:pt>
              <c:pt idx="417">
                <c:v>5.7961113856667263E-4</c:v>
              </c:pt>
              <c:pt idx="418">
                <c:v>3.8339343407938175E-4</c:v>
              </c:pt>
              <c:pt idx="419">
                <c:v>5.6036891759846834E-4</c:v>
              </c:pt>
              <c:pt idx="420">
                <c:v>4.6538433789548671E-4</c:v>
              </c:pt>
              <c:pt idx="421">
                <c:v>6.4331483713355462E-4</c:v>
              </c:pt>
              <c:pt idx="422">
                <c:v>5.9628296653637801E-4</c:v>
              </c:pt>
              <c:pt idx="423">
                <c:v>5.1948708413852829E-4</c:v>
              </c:pt>
              <c:pt idx="424">
                <c:v>4.908778548172655E-4</c:v>
              </c:pt>
              <c:pt idx="425">
                <c:v>4.6446632358450199E-4</c:v>
              </c:pt>
              <c:pt idx="426">
                <c:v>5.8382482422047696E-4</c:v>
              </c:pt>
              <c:pt idx="427">
                <c:v>4.5959150850018101E-4</c:v>
              </c:pt>
              <c:pt idx="428">
                <c:v>6.3200310953854654E-4</c:v>
              </c:pt>
              <c:pt idx="429">
                <c:v>5.2522791060565822E-4</c:v>
              </c:pt>
              <c:pt idx="430">
                <c:v>4.348637835142188E-4</c:v>
              </c:pt>
              <c:pt idx="431">
                <c:v>4.8580778311362759E-4</c:v>
              </c:pt>
              <c:pt idx="432">
                <c:v>4.1748340803585219E-4</c:v>
              </c:pt>
              <c:pt idx="433">
                <c:v>3.6985619605789491E-4</c:v>
              </c:pt>
              <c:pt idx="434">
                <c:v>3.366004407443722E-4</c:v>
              </c:pt>
              <c:pt idx="435">
                <c:v>3.6292831036337318E-4</c:v>
              </c:pt>
              <c:pt idx="436">
                <c:v>3.7180348943731905E-4</c:v>
              </c:pt>
              <c:pt idx="437">
                <c:v>4.5198842149694023E-4</c:v>
              </c:pt>
              <c:pt idx="438">
                <c:v>3.9517720218768139E-4</c:v>
              </c:pt>
              <c:pt idx="439">
                <c:v>3.6027637707650297E-4</c:v>
              </c:pt>
              <c:pt idx="440">
                <c:v>4.8952748478450054E-4</c:v>
              </c:pt>
              <c:pt idx="441">
                <c:v>4.0830611510575494E-4</c:v>
              </c:pt>
              <c:pt idx="442">
                <c:v>3.9000226146408701E-4</c:v>
              </c:pt>
              <c:pt idx="443">
                <c:v>3.9033726701637894E-4</c:v>
              </c:pt>
              <c:pt idx="444">
                <c:v>4.5712489470368966E-4</c:v>
              </c:pt>
              <c:pt idx="445">
                <c:v>4.5625562107917054E-4</c:v>
              </c:pt>
              <c:pt idx="446">
                <c:v>4.6502799676893358E-4</c:v>
              </c:pt>
              <c:pt idx="447">
                <c:v>5.4927895076901793E-4</c:v>
              </c:pt>
              <c:pt idx="448">
                <c:v>4.2403054454300166E-4</c:v>
              </c:pt>
              <c:pt idx="449">
                <c:v>4.3820469256454129E-4</c:v>
              </c:pt>
              <c:pt idx="450">
                <c:v>3.4141212711737585E-4</c:v>
              </c:pt>
              <c:pt idx="451">
                <c:v>3.3445430352155525E-4</c:v>
              </c:pt>
              <c:pt idx="452">
                <c:v>3.71353672025718E-4</c:v>
              </c:pt>
              <c:pt idx="453">
                <c:v>3.8290154231779776E-4</c:v>
              </c:pt>
              <c:pt idx="454">
                <c:v>4.3056130034709191E-4</c:v>
              </c:pt>
              <c:pt idx="455">
                <c:v>4.3379310530521298E-4</c:v>
              </c:pt>
              <c:pt idx="456">
                <c:v>4.460572488404035E-4</c:v>
              </c:pt>
              <c:pt idx="457">
                <c:v>5.0973145219067632E-4</c:v>
              </c:pt>
              <c:pt idx="458">
                <c:v>5.2200794945148966E-4</c:v>
              </c:pt>
              <c:pt idx="459">
                <c:v>6.0241576966750163E-4</c:v>
              </c:pt>
              <c:pt idx="460">
                <c:v>5.3241952887128771E-4</c:v>
              </c:pt>
              <c:pt idx="461">
                <c:v>4.7683850137787909E-4</c:v>
              </c:pt>
              <c:pt idx="462">
                <c:v>5.9802778693224842E-4</c:v>
              </c:pt>
              <c:pt idx="463">
                <c:v>5.3648347487794798E-4</c:v>
              </c:pt>
              <c:pt idx="464">
                <c:v>5.1379631522654166E-4</c:v>
              </c:pt>
              <c:pt idx="465">
                <c:v>4.3262787164378589E-4</c:v>
              </c:pt>
              <c:pt idx="466">
                <c:v>5.6222803523862301E-4</c:v>
              </c:pt>
              <c:pt idx="467">
                <c:v>6.3871056424741888E-4</c:v>
              </c:pt>
              <c:pt idx="468">
                <c:v>4.3530471613957615E-4</c:v>
              </c:pt>
              <c:pt idx="469">
                <c:v>4.3120472992761008E-4</c:v>
              </c:pt>
              <c:pt idx="470">
                <c:v>4.1675375375985229E-4</c:v>
              </c:pt>
              <c:pt idx="471">
                <c:v>4.8710050875726247E-4</c:v>
              </c:pt>
              <c:pt idx="472">
                <c:v>4.4349533270321727E-4</c:v>
              </c:pt>
              <c:pt idx="473">
                <c:v>4.3446443533502684E-4</c:v>
              </c:pt>
              <c:pt idx="474">
                <c:v>3.9615029080464795E-4</c:v>
              </c:pt>
              <c:pt idx="475">
                <c:v>4.1285575055289826E-4</c:v>
              </c:pt>
              <c:pt idx="476">
                <c:v>4.9542566068502185E-4</c:v>
              </c:pt>
              <c:pt idx="477">
                <c:v>4.1858445101078834E-4</c:v>
              </c:pt>
              <c:pt idx="478">
                <c:v>4.4078683271270541E-4</c:v>
              </c:pt>
              <c:pt idx="479">
                <c:v>4.5131557553986711E-4</c:v>
              </c:pt>
              <c:pt idx="480">
                <c:v>4.7651688404165625E-4</c:v>
              </c:pt>
              <c:pt idx="481">
                <c:v>4.5580620441433741E-4</c:v>
              </c:pt>
              <c:pt idx="482">
                <c:v>4.9303874886247052E-4</c:v>
              </c:pt>
              <c:pt idx="483">
                <c:v>3.8459070086573527E-4</c:v>
              </c:pt>
              <c:pt idx="484">
                <c:v>2.8484108090747682E-4</c:v>
              </c:pt>
              <c:pt idx="485">
                <c:v>2.8788224245953698E-4</c:v>
              </c:pt>
              <c:pt idx="486">
                <c:v>3.3256262105607831E-4</c:v>
              </c:pt>
              <c:pt idx="487">
                <c:v>3.0933371814660779E-4</c:v>
              </c:pt>
              <c:pt idx="488">
                <c:v>4.10001914045455E-4</c:v>
              </c:pt>
              <c:pt idx="489">
                <c:v>5.3082991410875172E-4</c:v>
              </c:pt>
              <c:pt idx="490">
                <c:v>4.2644030230432441E-4</c:v>
              </c:pt>
              <c:pt idx="491">
                <c:v>3.7024993592712764E-4</c:v>
              </c:pt>
              <c:pt idx="492">
                <c:v>3.8736849985787679E-4</c:v>
              </c:pt>
              <c:pt idx="493">
                <c:v>3.2106027612033527E-4</c:v>
              </c:pt>
              <c:pt idx="494">
                <c:v>3.5785876315244658E-4</c:v>
              </c:pt>
              <c:pt idx="495">
                <c:v>3.8285408370391567E-4</c:v>
              </c:pt>
              <c:pt idx="496">
                <c:v>4.7968820194146147E-4</c:v>
              </c:pt>
              <c:pt idx="497">
                <c:v>3.5360891957665315E-4</c:v>
              </c:pt>
              <c:pt idx="498">
                <c:v>3.7180875271028755E-4</c:v>
              </c:pt>
              <c:pt idx="499">
                <c:v>3.598332383890844E-4</c:v>
              </c:pt>
              <c:pt idx="500">
                <c:v>5.2020904092720411E-4</c:v>
              </c:pt>
              <c:pt idx="501">
                <c:v>4.4339446956471491E-4</c:v>
              </c:pt>
              <c:pt idx="502">
                <c:v>5.0284234314392515E-4</c:v>
              </c:pt>
              <c:pt idx="503">
                <c:v>3.9282580226585474E-4</c:v>
              </c:pt>
              <c:pt idx="504">
                <c:v>4.1868635250140169E-4</c:v>
              </c:pt>
              <c:pt idx="505">
                <c:v>3.5857906541493251E-4</c:v>
              </c:pt>
              <c:pt idx="506">
                <c:v>4.1909195033484474E-4</c:v>
              </c:pt>
              <c:pt idx="507">
                <c:v>4.6391090843058108E-4</c:v>
              </c:pt>
              <c:pt idx="508">
                <c:v>4.9492201914394637E-4</c:v>
              </c:pt>
              <c:pt idx="509">
                <c:v>3.6210993748652797E-4</c:v>
              </c:pt>
              <c:pt idx="510">
                <c:v>3.4334874338979682E-4</c:v>
              </c:pt>
              <c:pt idx="511">
                <c:v>4.3886380676543858E-4</c:v>
              </c:pt>
              <c:pt idx="512">
                <c:v>4.2737740020083915E-4</c:v>
              </c:pt>
              <c:pt idx="513">
                <c:v>4.3660036462584806E-4</c:v>
              </c:pt>
              <c:pt idx="514">
                <c:v>6.0186825150201255E-4</c:v>
              </c:pt>
              <c:pt idx="515">
                <c:v>4.0049796389310361E-4</c:v>
              </c:pt>
              <c:pt idx="516">
                <c:v>3.8350149578427102E-4</c:v>
              </c:pt>
              <c:pt idx="517">
                <c:v>4.4279191788905545E-4</c:v>
              </c:pt>
              <c:pt idx="518">
                <c:v>3.346240869110915E-4</c:v>
              </c:pt>
              <c:pt idx="519">
                <c:v>3.2271491326454433E-4</c:v>
              </c:pt>
              <c:pt idx="520">
                <c:v>4.1641259952293917E-4</c:v>
              </c:pt>
              <c:pt idx="521">
                <c:v>3.9387914199893987E-4</c:v>
              </c:pt>
              <c:pt idx="522">
                <c:v>3.4651544408715115E-4</c:v>
              </c:pt>
              <c:pt idx="523">
                <c:v>4.6491887865448596E-4</c:v>
              </c:pt>
              <c:pt idx="524">
                <c:v>4.4182131139685167E-4</c:v>
              </c:pt>
              <c:pt idx="525">
                <c:v>3.904760884409224E-4</c:v>
              </c:pt>
              <c:pt idx="526">
                <c:v>3.010204146777169E-4</c:v>
              </c:pt>
              <c:pt idx="527">
                <c:v>3.3206194398096949E-4</c:v>
              </c:pt>
              <c:pt idx="528">
                <c:v>4.1874333596028494E-4</c:v>
              </c:pt>
              <c:pt idx="529">
                <c:v>3.9693567085030359E-4</c:v>
              </c:pt>
              <c:pt idx="530">
                <c:v>4.2606064931215349E-4</c:v>
              </c:pt>
              <c:pt idx="531">
                <c:v>3.1784079220682245E-4</c:v>
              </c:pt>
              <c:pt idx="532">
                <c:v>2.97985000627174E-4</c:v>
              </c:pt>
              <c:pt idx="533">
                <c:v>3.4367503512233255E-4</c:v>
              </c:pt>
              <c:pt idx="534">
                <c:v>4.6971944831941247E-4</c:v>
              </c:pt>
              <c:pt idx="535">
                <c:v>4.7334191465179425E-4</c:v>
              </c:pt>
              <c:pt idx="536">
                <c:v>4.5993666533590327E-4</c:v>
              </c:pt>
              <c:pt idx="537">
                <c:v>3.7899807019652152E-4</c:v>
              </c:pt>
              <c:pt idx="538">
                <c:v>4.2756865305072122E-4</c:v>
              </c:pt>
              <c:pt idx="539">
                <c:v>3.9182759421896757E-4</c:v>
              </c:pt>
              <c:pt idx="540">
                <c:v>4.0858098667028532E-4</c:v>
              </c:pt>
              <c:pt idx="541">
                <c:v>3.9043687406930508E-4</c:v>
              </c:pt>
              <c:pt idx="542">
                <c:v>3.6245702027192932E-4</c:v>
              </c:pt>
              <c:pt idx="543">
                <c:v>3.9354051085276607E-4</c:v>
              </c:pt>
              <c:pt idx="544">
                <c:v>5.1329070248370891E-4</c:v>
              </c:pt>
              <c:pt idx="545">
                <c:v>4.2935174911882265E-4</c:v>
              </c:pt>
              <c:pt idx="546">
                <c:v>3.2707904216800512E-4</c:v>
              </c:pt>
              <c:pt idx="547">
                <c:v>4.0274507323431898E-4</c:v>
              </c:pt>
              <c:pt idx="548">
                <c:v>3.4123071958695126E-4</c:v>
              </c:pt>
              <c:pt idx="549">
                <c:v>4.4905403261662853E-4</c:v>
              </c:pt>
              <c:pt idx="550">
                <c:v>3.7426275195025525E-4</c:v>
              </c:pt>
              <c:pt idx="551">
                <c:v>4.0607568322388561E-4</c:v>
              </c:pt>
              <c:pt idx="552">
                <c:v>4.2621236934202271E-4</c:v>
              </c:pt>
              <c:pt idx="553">
                <c:v>4.3555924142572096E-4</c:v>
              </c:pt>
              <c:pt idx="554">
                <c:v>3.7051733823216353E-4</c:v>
              </c:pt>
              <c:pt idx="555">
                <c:v>3.365606626739472E-4</c:v>
              </c:pt>
              <c:pt idx="556">
                <c:v>3.3571137545854846E-4</c:v>
              </c:pt>
              <c:pt idx="557">
                <c:v>3.6814741534547604E-4</c:v>
              </c:pt>
              <c:pt idx="558">
                <c:v>3.4207576936468238E-4</c:v>
              </c:pt>
              <c:pt idx="559">
                <c:v>2.7149660520692812E-4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87E3-0843-AB6B-8B0B4D01E4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24435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Amplitude (g)</a:t>
                </a:r>
              </a:p>
            </c:rich>
          </c:tx>
          <c:overlay val="1"/>
        </c:title>
        <c:numFmt formatCode="0.000" sourceLinked="1"/>
        <c:majorTickMark val="none"/>
        <c:minorTickMark val="none"/>
        <c:tickLblPos val="nextTo"/>
        <c:spPr>
          <a:ln w="0">
            <a:solidFill>
              <a:srgbClr val="06121D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80"/>
          <c:min val="40"/>
        </c:scaling>
        <c:delete val="0"/>
        <c:axPos val="b"/>
        <c:title>
          <c:tx>
            <c:rich>
              <a:bodyPr/>
              <a:lstStyle/>
              <a:p>
                <a:r>
                  <a:rPr lang="en" sz="900">
                    <a:solidFill>
                      <a:srgbClr val="91A9BA"/>
                    </a:solidFill>
                  </a:rPr>
                  <a:t>Frequency (Hz)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244358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91A9BA"/>
                </a:solidFill>
              </a:defRPr>
            </a:pPr>
            <a:endParaRPr lang="zh-TW"/>
          </a:p>
        </c:txPr>
        <c:crossAx val="48672768"/>
        <c:crosses val="autoZero"/>
        <c:crossBetween val="midCat"/>
        <c:majorUnit val="40"/>
      </c:valAx>
      <c:spPr>
        <a:solidFill>
          <a:srgbClr val="06121D"/>
        </a:solidFill>
        <a:ln w="0">
          <a:solidFill>
            <a:srgbClr val="06121D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900">
              <a:solidFill>
                <a:srgbClr val="91A9BA"/>
              </a:solidFill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06121D"/>
    </a:solidFill>
    <a:ln w="0">
      <a:solidFill>
        <a:srgbClr val="06121D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workbooks: 上手整理.xlsx; 下手整理.xlsx</a:t>
            </a:r>
          </a:p>
          <a:p>
            <a:r>
              <a:t>Reference report: Triaxial Vibration Analysis from Gemini Notebook.pdf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workbooks: 上手整理.xlsx; 下手整理.xlsx</a:t>
            </a:r>
          </a:p>
          <a:p>
            <a:r>
              <a:t>Reference report: Triaxial Vibration Analysis from Gemini Notebook.pdf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workbooks: 上手整理.xlsx; 下手整理.xlsx</a:t>
            </a:r>
          </a:p>
          <a:p>
            <a:r>
              <a:t>Reference report: Triaxial Vibration Analysis from Gemini Notebook.pdf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workbooks: 上手整理.xlsx; 下手整理.xlsx</a:t>
            </a:r>
          </a:p>
          <a:p>
            <a:r>
              <a:t>Reference report: Triaxial Vibration Analysis from Gemini Notebook.pdf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workbooks: 上手整理.xlsx; 下手整理.xlsx</a:t>
            </a:r>
          </a:p>
          <a:p>
            <a:r>
              <a:t>Reference report: Triaxial Vibration Analysis from Gemini Notebook.pdf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workbooks: 上手整理.xlsx; 下手整理.xlsx</a:t>
            </a:r>
          </a:p>
          <a:p>
            <a:r>
              <a:t>Reference report: Triaxial Vibration Analysis from Gemini Notebook.pdf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workbooks: 上手整理.xlsx; 下手整理.xlsx</a:t>
            </a:r>
          </a:p>
          <a:p>
            <a:r>
              <a:t>Reference report: Triaxial Vibration Analysis from Gemini Notebook.pdf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workbooks: 上手整理.xlsx; 下手整理.xlsx</a:t>
            </a:r>
          </a:p>
          <a:p>
            <a:r>
              <a:t>Reference report: Triaxial Vibration Analysis from Gemini Notebook.pdf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workbooks: 上手整理.xlsx; 下手整理.xlsx</a:t>
            </a:r>
          </a:p>
          <a:p>
            <a:r>
              <a:t>Reference report: Triaxial Vibration Analysis from Gemini Notebook.pdf</a:t>
            </a:r>
          </a:p>
          <a:p>
            <a:r>
              <a:t>Caution: structural damage is a hypothesis, not established by FFT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workbooks: 上手整理.xlsx; 下手整理.xlsx</a:t>
            </a:r>
          </a:p>
          <a:p>
            <a:r>
              <a:t>Reference report: Triaxial Vibration Analysis from Gemini Notebook.pdf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workbooks: 上手整理.xlsx; 下手整理.xlsx</a:t>
            </a:r>
          </a:p>
          <a:p>
            <a:r>
              <a:t>Reference report: Triaxial Vibration Analysis from Gemini Notebook.pdf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Internal workbooks: 上手整理.xlsx; 下手整理.xlsx</a:t>
            </a:r>
          </a:p>
          <a:p>
            <a:r>
              <a:t>Reference report: Triaxial Vibration Analysis from Gemini Notebook.pdf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Mitsubishi Electric, MR-J5-G/MR-J5W-G User's Manual (Parameters), SH-030308ENG: https://dl.mitsubishielectric.com/dl/fa/document/manual/servo/sh030308eng/sh030308engm.pdf</a:t>
            </a:r>
          </a:p>
          <a:p>
            <a:r>
              <a:t>- Mitsubishi Electric, MR-J5 User's Manual (Adjustment), SH-030306ENG: https://dl.mitsubishielectric.com/dl/fa/document/manual/servo/sh030306eng/sh030306engj.pdf</a:t>
            </a:r>
          </a:p>
          <a:p>
            <a:r>
              <a:t>- Frequency observations (60–70 Hz and 145–155 Hz): existing WPH249 source deck.</a:t>
            </a:r>
          </a:p>
          <a:p>
            <a:r>
              <a:t>- Illustration: generated explanatory artwork; not measurement evidence.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Mitsubishi Electric, MR-J5-G/MR-J5W-G User's Manual (Parameters), SH-030308ENG: https://dl.mitsubishielectric.com/dl/fa/document/manual/servo/sh030308eng/sh030308engm.pdf</a:t>
            </a:r>
          </a:p>
          <a:p>
            <a:r>
              <a:t>- Mitsubishi Electric, MR-J5 User's Manual (Adjustment), SH-030306ENG: https://dl.mitsubishielectric.com/dl/fa/document/manual/servo/sh030306eng/sh030306engj.pdf</a:t>
            </a:r>
          </a:p>
          <a:p>
            <a:r>
              <a:t>- Baseline frequency target: existing WPH249 source deck.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BE94E43-AAD4-41FB-80FF-383FFC0ECF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B7302C-19D4-431D-8D94-B56FFC2E4FFD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WPH249 / DIAGNOSTIC BRIEF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831849-57EA-4AAF-ABC8-64DE17E8CD74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C61C21-0424-41DD-BB18-E18EF392429B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74295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6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設備三軸振動</a:t>
            </a:r>
          </a:p>
          <a:p>
            <a:pPr algn="l">
              <a:defRPr sz="46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結構診斷圖譜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782FE4-5BFD-4134-8874-8BE43B01D437}"/>
              </a:ext>
            </a:extLst>
          </p:cNvPr>
          <p:cNvSpPr>
            <a:spLocks noGrp="1"/>
          </p:cNvSpPr>
          <p:nvPr/>
        </p:nvSpPr>
        <p:spPr>
          <a:xfrm>
            <a:off x="552450" y="3390900"/>
            <a:ext cx="752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上手 vs. 下手｜時域、頻域、跨狀態證據鏈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8505D4-DE49-4058-ABF3-67B392703DB2}"/>
              </a:ext>
            </a:extLst>
          </p:cNvPr>
          <p:cNvSpPr>
            <a:spLocks noGrp="1"/>
          </p:cNvSpPr>
          <p:nvPr/>
        </p:nvSpPr>
        <p:spPr>
          <a:xfrm>
            <a:off x="552450" y="4210050"/>
            <a:ext cx="7905750" cy="381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D1ADCC-0E7E-4FCC-B773-00D8F6C4D846}"/>
              </a:ext>
            </a:extLst>
          </p:cNvPr>
          <p:cNvSpPr>
            <a:spLocks noGrp="1"/>
          </p:cNvSpPr>
          <p:nvPr/>
        </p:nvSpPr>
        <p:spPr>
          <a:xfrm>
            <a:off x="552450" y="45339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Sampling 1024 Hz  ·  Nyquist 512 Hz  ·  Unit 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ED79AA-90BD-4D34-8FC0-3AC57BA25A3C}"/>
              </a:ext>
            </a:extLst>
          </p:cNvPr>
          <p:cNvSpPr>
            <a:spLocks noGrp="1"/>
          </p:cNvSpPr>
          <p:nvPr/>
        </p:nvSpPr>
        <p:spPr>
          <a:xfrm>
            <a:off x="8858250" y="1428750"/>
            <a:ext cx="2381250" cy="3314700"/>
          </a:xfrm>
          <a:prstGeom prst="rect">
            <a:avLst/>
          </a:prstGeom>
          <a:solidFill>
            <a:srgbClr val="102C40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536D55-CAAD-4719-8435-B27FF725B27A}"/>
              </a:ext>
            </a:extLst>
          </p:cNvPr>
          <p:cNvSpPr>
            <a:spLocks noGrp="1"/>
          </p:cNvSpPr>
          <p:nvPr/>
        </p:nvSpPr>
        <p:spPr>
          <a:xfrm>
            <a:off x="9220200" y="1790700"/>
            <a:ext cx="1619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F91995-6F8A-44BD-92B8-86D3D4448FE1}"/>
              </a:ext>
            </a:extLst>
          </p:cNvPr>
          <p:cNvSpPr>
            <a:spLocks noGrp="1"/>
          </p:cNvSpPr>
          <p:nvPr/>
        </p:nvSpPr>
        <p:spPr>
          <a:xfrm>
            <a:off x="9220200" y="24765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診斷頻帶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111000-70FB-446C-9A02-B7B3A2661628}"/>
              </a:ext>
            </a:extLst>
          </p:cNvPr>
          <p:cNvSpPr>
            <a:spLocks noGrp="1"/>
          </p:cNvSpPr>
          <p:nvPr/>
        </p:nvSpPr>
        <p:spPr>
          <a:xfrm>
            <a:off x="9220200" y="3009900"/>
            <a:ext cx="1714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A  0–5 Hz</a:t>
            </a:r>
          </a:p>
          <a:p>
            <a:pPr algn="l">
              <a:defRPr sz="180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B  10–20 Hz</a:t>
            </a:r>
          </a:p>
          <a:p>
            <a:pPr algn="l">
              <a:defRPr sz="180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C  60–160 Hz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8D7B0C-7787-454E-BEE5-981C7B651BC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ENGINEERING REVIEW  /  2026.07.27</a:t>
            </a:r>
          </a:p>
        </p:txBody>
      </p:sp>
    </p:spTree>
    <p:extLst>
      <p:ext uri="{BB962C8B-B14F-4D97-AF65-F5344CB8AC3E}">
        <p14:creationId xmlns:p14="http://schemas.microsoft.com/office/powerpoint/2010/main" val="573305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CB45085C-039E-47B6-ADCE-1EC1064A50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BDBE14-2D92-4D39-91E8-29263F8E81F3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WPH249 / TRIAXIAL VIBRATION DIAGNOSTICS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88209B-04E2-4060-9AC1-1221D5D4891B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858C89-2266-43C0-96B3-758DBDC6320A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核心診斷：同一設備呈現三層振動機制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CCAD4B-422F-458C-8DF7-0058FA29387E}"/>
              </a:ext>
            </a:extLst>
          </p:cNvPr>
          <p:cNvSpPr>
            <a:spLocks noGrp="1"/>
          </p:cNvSpPr>
          <p:nvPr/>
        </p:nvSpPr>
        <p:spPr>
          <a:xfrm>
            <a:off x="457200" y="1447800"/>
            <a:ext cx="3429000" cy="125730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277254-78C1-4AB4-9167-AE6EA4137701}"/>
              </a:ext>
            </a:extLst>
          </p:cNvPr>
          <p:cNvSpPr>
            <a:spLocks noGrp="1"/>
          </p:cNvSpPr>
          <p:nvPr/>
        </p:nvSpPr>
        <p:spPr>
          <a:xfrm>
            <a:off x="457200" y="1447800"/>
            <a:ext cx="57150" cy="12573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5E5647-5837-44E4-A378-5316559CA3C9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Band A｜剛體運動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B5C551-82A0-4519-ACF9-9C25F459C93C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1.9–2.4 Hz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957D21-0CD7-4D7D-BDF5-31C18B0DD475}"/>
              </a:ext>
            </a:extLst>
          </p:cNvPr>
          <p:cNvSpPr>
            <a:spLocks noGrp="1"/>
          </p:cNvSpPr>
          <p:nvPr/>
        </p:nvSpPr>
        <p:spPr>
          <a:xfrm>
            <a:off x="4381500" y="1447800"/>
            <a:ext cx="3429000" cy="125730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C63DED-C165-4B8F-9C6D-B23867BD90BC}"/>
              </a:ext>
            </a:extLst>
          </p:cNvPr>
          <p:cNvSpPr>
            <a:spLocks noGrp="1"/>
          </p:cNvSpPr>
          <p:nvPr/>
        </p:nvSpPr>
        <p:spPr>
          <a:xfrm>
            <a:off x="4381500" y="1447800"/>
            <a:ext cx="57150" cy="1257300"/>
          </a:xfrm>
          <a:prstGeom prst="rect">
            <a:avLst/>
          </a:prstGeom>
          <a:solidFill>
            <a:srgbClr val="FFB33F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643814-E726-4D7F-BDFA-F5FFA4A9E8D5}"/>
              </a:ext>
            </a:extLst>
          </p:cNvPr>
          <p:cNvSpPr>
            <a:spLocks noGrp="1"/>
          </p:cNvSpPr>
          <p:nvPr/>
        </p:nvSpPr>
        <p:spPr>
          <a:xfrm>
            <a:off x="4610100" y="16383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Band B｜傳動諧波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818E9A-46A1-4ECD-9C37-D51F13280225}"/>
              </a:ext>
            </a:extLst>
          </p:cNvPr>
          <p:cNvSpPr>
            <a:spLocks noGrp="1"/>
          </p:cNvSpPr>
          <p:nvPr/>
        </p:nvSpPr>
        <p:spPr>
          <a:xfrm>
            <a:off x="4610100" y="19812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13.8–16.2 Hz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29F3B7-C9F9-4906-AE1B-AFD0BC6B7D3F}"/>
              </a:ext>
            </a:extLst>
          </p:cNvPr>
          <p:cNvSpPr>
            <a:spLocks noGrp="1"/>
          </p:cNvSpPr>
          <p:nvPr/>
        </p:nvSpPr>
        <p:spPr>
          <a:xfrm>
            <a:off x="8305800" y="1447800"/>
            <a:ext cx="3429000" cy="125730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BA114A-500E-409D-9204-0E809AF920E0}"/>
              </a:ext>
            </a:extLst>
          </p:cNvPr>
          <p:cNvSpPr>
            <a:spLocks noGrp="1"/>
          </p:cNvSpPr>
          <p:nvPr/>
        </p:nvSpPr>
        <p:spPr>
          <a:xfrm>
            <a:off x="8305800" y="1447800"/>
            <a:ext cx="57150" cy="1257300"/>
          </a:xfrm>
          <a:prstGeom prst="rect">
            <a:avLst/>
          </a:prstGeom>
          <a:solidFill>
            <a:srgbClr val="EF4FAF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16C213-96C7-4E7E-96ED-FA2EFCA95F55}"/>
              </a:ext>
            </a:extLst>
          </p:cNvPr>
          <p:cNvSpPr>
            <a:spLocks noGrp="1"/>
          </p:cNvSpPr>
          <p:nvPr/>
        </p:nvSpPr>
        <p:spPr>
          <a:xfrm>
            <a:off x="8534400" y="16383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Band C｜結構模態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093553-D124-4184-A353-861CB970081E}"/>
              </a:ext>
            </a:extLst>
          </p:cNvPr>
          <p:cNvSpPr>
            <a:spLocks noGrp="1"/>
          </p:cNvSpPr>
          <p:nvPr/>
        </p:nvSpPr>
        <p:spPr>
          <a:xfrm>
            <a:off x="8534400" y="19812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EF4FAF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F4FAF"/>
                </a:solidFill>
                <a:latin typeface="PingFang TC"/>
                <a:ea typeface="PingFang TC"/>
                <a:cs typeface="PingFang TC"/>
              </a:rPr>
              <a:t>上 145.6</a:t>
            </a:r>
          </a:p>
          <a:p>
            <a:pPr algn="l">
              <a:defRPr sz="2250" b="1">
                <a:solidFill>
                  <a:srgbClr val="EF4FAF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F4FAF"/>
                </a:solidFill>
                <a:latin typeface="PingFang TC"/>
                <a:ea typeface="PingFang TC"/>
                <a:cs typeface="PingFang TC"/>
              </a:rPr>
              <a:t>下 60–70 Hz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A5E394-5DC2-4F41-964A-0E01B4798C4B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11277600" cy="266700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CA1A9F-FB7B-45DF-939A-659DEFBEC6FD}"/>
              </a:ext>
            </a:extLst>
          </p:cNvPr>
          <p:cNvSpPr>
            <a:spLocks noGrp="1"/>
          </p:cNvSpPr>
          <p:nvPr/>
        </p:nvSpPr>
        <p:spPr>
          <a:xfrm>
            <a:off x="742950" y="34290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證據鏈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746DC2-7016-4BF6-9227-BB812D378E58}"/>
              </a:ext>
            </a:extLst>
          </p:cNvPr>
          <p:cNvSpPr>
            <a:spLocks noGrp="1"/>
          </p:cNvSpPr>
          <p:nvPr/>
        </p:nvSpPr>
        <p:spPr>
          <a:xfrm>
            <a:off x="742950" y="40195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低頻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207D74-DF96-468C-9ABE-B39EDB79A2F2}"/>
              </a:ext>
            </a:extLst>
          </p:cNvPr>
          <p:cNvSpPr>
            <a:spLocks noGrp="1"/>
          </p:cNvSpPr>
          <p:nvPr/>
        </p:nvSpPr>
        <p:spPr>
          <a:xfrm>
            <a:off x="1809750" y="40005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上下手 X/Y 主峰皆落在約 2 Hz，對應機台節拍與全域擺動。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B7D663-32CD-4D50-83F0-53FBEA8043E8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中頻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FF3E8B-4BA5-465C-AC6B-403279886C44}"/>
              </a:ext>
            </a:extLst>
          </p:cNvPr>
          <p:cNvSpPr>
            <a:spLocks noGrp="1"/>
          </p:cNvSpPr>
          <p:nvPr/>
        </p:nvSpPr>
        <p:spPr>
          <a:xfrm>
            <a:off x="1809750" y="455295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篩選區段揭露 14–16 Hz 群峰，較像連續傳動或控制週期紋波。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044E0F-C40F-4ED8-BEB8-94CB011BAD46}"/>
              </a:ext>
            </a:extLst>
          </p:cNvPr>
          <p:cNvSpPr>
            <a:spLocks noGrp="1"/>
          </p:cNvSpPr>
          <p:nvPr/>
        </p:nvSpPr>
        <p:spPr>
          <a:xfrm>
            <a:off x="742950" y="51244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高頻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9824E3D-C79D-478C-995D-7AC7E31EF652}"/>
              </a:ext>
            </a:extLst>
          </p:cNvPr>
          <p:cNvSpPr>
            <a:spLocks noGrp="1"/>
          </p:cNvSpPr>
          <p:nvPr/>
        </p:nvSpPr>
        <p:spPr>
          <a:xfrm>
            <a:off x="1809750" y="51054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上手 145.6 Hz 高度穩定；下手 60–70 Hz 寬頻峰群，顯示姿態或邊界條件敏感。</a:t>
            </a:r>
          </a:p>
        </p:txBody>
      </p:sp>
    </p:spTree>
    <p:extLst>
      <p:ext uri="{BB962C8B-B14F-4D97-AF65-F5344CB8AC3E}">
        <p14:creationId xmlns:p14="http://schemas.microsoft.com/office/powerpoint/2010/main" val="163690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662EE20-8338-464C-A7D1-D547098464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09B6CF-EAA4-4E1C-B585-F66E825B3A8B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WPH249 / TRIAXIAL VIBRATION DIAGNOSTICS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3C47DA-3DA0-43B8-9124-F664FAA56C35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C9B7DF-30F7-46FD-B089-5E52D9BB51AF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資料設計：完整循環與受限狀態必須分層判讀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A39397-8D29-49F6-9D96-93EB4E41C404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5238750" cy="371475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56D371-BD56-4428-BB4A-6845B047D3F2}"/>
              </a:ext>
            </a:extLst>
          </p:cNvPr>
          <p:cNvSpPr>
            <a:spLocks noGrp="1"/>
          </p:cNvSpPr>
          <p:nvPr/>
        </p:nvSpPr>
        <p:spPr>
          <a:xfrm>
            <a:off x="6038850" y="1428750"/>
            <a:ext cx="5695950" cy="3714750"/>
          </a:xfrm>
          <a:prstGeom prst="rect">
            <a:avLst/>
          </a:prstGeom>
          <a:solidFill>
            <a:srgbClr val="102C40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69989F-5749-4C79-935F-36A02782D46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7D42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7D42"/>
                </a:solidFill>
                <a:latin typeface="PingFang TC"/>
                <a:ea typeface="PingFang TC"/>
                <a:cs typeface="PingFang TC"/>
              </a:rPr>
              <a:t>工作表1  /  HIGH IMPACT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DD33D-DB63-4D7C-8A45-BEC0AE51EB45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4095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完整循環</a:t>
            </a: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374k samples · 約 366 s</a:t>
            </a:r>
          </a:p>
          <a:p>
            <a:endParaRPr sz="1725" b="0">
              <a:solidFill>
                <a:srgbClr val="F6FAFD"/>
              </a:solidFill>
              <a:latin typeface="PingFang TC"/>
              <a:ea typeface="PingFang TC"/>
              <a:cs typeface="PingFang TC"/>
            </a:endParaRP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特徵</a:t>
            </a: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• 包含加減速與瞬態衝擊</a:t>
            </a: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• 峰值可達約 ±1 g</a:t>
            </a: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• 適合評估全循環負荷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4C43E1-EEBC-420D-B1CD-72D2DB08DBA1}"/>
              </a:ext>
            </a:extLst>
          </p:cNvPr>
          <p:cNvSpPr>
            <a:spLocks noGrp="1"/>
          </p:cNvSpPr>
          <p:nvPr/>
        </p:nvSpPr>
        <p:spPr>
          <a:xfrm>
            <a:off x="6343650" y="17145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工作表2  /  RESTRICTED STATE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ACDB77-6A7F-47F5-9B5B-6F8B8A3AAEA1}"/>
              </a:ext>
            </a:extLst>
          </p:cNvPr>
          <p:cNvSpPr>
            <a:spLocks noGrp="1"/>
          </p:cNvSpPr>
          <p:nvPr/>
        </p:nvSpPr>
        <p:spPr>
          <a:xfrm>
            <a:off x="6343650" y="2343150"/>
            <a:ext cx="4572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篩選區段</a:t>
            </a: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237k–257k samples</a:t>
            </a:r>
          </a:p>
          <a:p>
            <a:endParaRPr sz="1725" b="0">
              <a:solidFill>
                <a:srgbClr val="F6FAFD"/>
              </a:solidFill>
              <a:latin typeface="PingFang TC"/>
              <a:ea typeface="PingFang TC"/>
              <a:cs typeface="PingFang TC"/>
            </a:endParaRP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特徵</a:t>
            </a: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• 振幅受限於約 ±0.30 g</a:t>
            </a: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• 含 37 個時間缺口</a:t>
            </a: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• 適合觀察隱藏的連續頻帶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E523D43-A60F-40DC-9D2E-12CB9748F57C}"/>
              </a:ext>
            </a:extLst>
          </p:cNvPr>
          <p:cNvSpPr>
            <a:spLocks noGrp="1"/>
          </p:cNvSpPr>
          <p:nvPr/>
        </p:nvSpPr>
        <p:spPr>
          <a:xfrm>
            <a:off x="457200" y="5524500"/>
            <a:ext cx="11277600" cy="552450"/>
          </a:xfrm>
          <a:prstGeom prst="rect">
            <a:avLst/>
          </a:prstGeom>
          <a:solidFill>
            <a:srgbClr val="06121D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70BA67-F571-44F5-A7CF-4E9902A5ED53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診斷原則｜工作表2不能當作真正連續時間序列；直接 FFT 與分段 Welch 應交叉驗證。</a:t>
            </a:r>
          </a:p>
        </p:txBody>
      </p:sp>
    </p:spTree>
    <p:extLst>
      <p:ext uri="{BB962C8B-B14F-4D97-AF65-F5344CB8AC3E}">
        <p14:creationId xmlns:p14="http://schemas.microsoft.com/office/powerpoint/2010/main" val="1789575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7FCD38D-03E1-45DA-9F43-94BD173140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0241E5-EAD8-496B-B204-7975B007A4A9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WPH249 / TRIAXIAL VIBRATION DIAGNOSTICS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EABC6B-9033-4F77-B66B-4E3A516FB675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424E88-0644-4A2A-B81B-8B9A08802B54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時域：下手完整循環的 X/Z 瞬態負荷略高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457200" y="1314450"/>
          <a:ext cx="7905750" cy="15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CCE5EA8-5E2B-4A7C-904B-517730559557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X AXIS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="457200" y="2895600"/>
          <a:ext cx="7905750" cy="15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47A7B7B-B8DD-414F-AEF7-47DC2C106D6C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Y AXIS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="457200" y="4476750"/>
          <a:ext cx="7905750" cy="15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DDD69873-434A-456F-ADAE-5AD1ACA9FEFB}"/>
              </a:ext>
            </a:extLst>
          </p:cNvPr>
          <p:cNvSpPr>
            <a:spLocks noGrp="1"/>
          </p:cNvSpPr>
          <p:nvPr/>
        </p:nvSpPr>
        <p:spPr>
          <a:xfrm>
            <a:off x="552450" y="45339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Z AXIS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20CE8A-8B1A-4C98-BDC4-991D88151C31}"/>
              </a:ext>
            </a:extLst>
          </p:cNvPr>
          <p:cNvSpPr>
            <a:spLocks noGrp="1"/>
          </p:cNvSpPr>
          <p:nvPr/>
        </p:nvSpPr>
        <p:spPr>
          <a:xfrm>
            <a:off x="8724900" y="1428750"/>
            <a:ext cx="3009900" cy="443865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02314D-B325-4AB4-BA0C-9D4445F2D240}"/>
              </a:ext>
            </a:extLst>
          </p:cNvPr>
          <p:cNvSpPr>
            <a:spLocks noGrp="1"/>
          </p:cNvSpPr>
          <p:nvPr/>
        </p:nvSpPr>
        <p:spPr>
          <a:xfrm>
            <a:off x="9010650" y="17145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RMS  /  工作表1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7060E8-2185-488C-B7C2-3F1C37F9C24E}"/>
              </a:ext>
            </a:extLst>
          </p:cNvPr>
          <p:cNvSpPr>
            <a:spLocks noGrp="1"/>
          </p:cNvSpPr>
          <p:nvPr/>
        </p:nvSpPr>
        <p:spPr>
          <a:xfrm>
            <a:off x="9010650" y="230505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上手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398793-B0E5-4400-B4C2-CCAD145AE448}"/>
              </a:ext>
            </a:extLst>
          </p:cNvPr>
          <p:cNvSpPr>
            <a:spLocks noGrp="1"/>
          </p:cNvSpPr>
          <p:nvPr/>
        </p:nvSpPr>
        <p:spPr>
          <a:xfrm>
            <a:off x="9010650" y="2686050"/>
            <a:ext cx="209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X 0.099 g</a:t>
            </a:r>
          </a:p>
          <a:p>
            <a:pPr algn="l">
              <a:def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Y 0.100 g</a:t>
            </a:r>
          </a:p>
          <a:p>
            <a:pPr algn="l">
              <a:def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Z 0.055 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453C1D-DB40-4F78-91C5-EC460D71B01B}"/>
              </a:ext>
            </a:extLst>
          </p:cNvPr>
          <p:cNvSpPr>
            <a:spLocks noGrp="1"/>
          </p:cNvSpPr>
          <p:nvPr/>
        </p:nvSpPr>
        <p:spPr>
          <a:xfrm>
            <a:off x="9010650" y="390525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下手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C02996-04F8-4554-9AEE-E7487322C90F}"/>
              </a:ext>
            </a:extLst>
          </p:cNvPr>
          <p:cNvSpPr>
            <a:spLocks noGrp="1"/>
          </p:cNvSpPr>
          <p:nvPr/>
        </p:nvSpPr>
        <p:spPr>
          <a:xfrm>
            <a:off x="9010650" y="4286250"/>
            <a:ext cx="209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X 0.103 g</a:t>
            </a:r>
          </a:p>
          <a:p>
            <a:pPr algn="l">
              <a:def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Y 0.107 g</a:t>
            </a:r>
          </a:p>
          <a:p>
            <a:pPr algn="l">
              <a:def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Z 0.061 g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E2B237-C782-47D3-A5C7-B377E87BF85A}"/>
              </a:ext>
            </a:extLst>
          </p:cNvPr>
          <p:cNvSpPr>
            <a:spLocks noGrp="1"/>
          </p:cNvSpPr>
          <p:nvPr/>
        </p:nvSpPr>
        <p:spPr>
          <a:xfrm>
            <a:off x="9010650" y="53911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F5D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5D69"/>
                </a:solidFill>
                <a:latin typeface="PingFang TC"/>
                <a:ea typeface="PingFang TC"/>
                <a:cs typeface="PingFang TC"/>
              </a:rPr>
              <a:t>下手 RMS 約高 4–11%</a:t>
            </a:r>
          </a:p>
        </p:txBody>
      </p:sp>
    </p:spTree>
    <p:extLst>
      <p:ext uri="{BB962C8B-B14F-4D97-AF65-F5344CB8AC3E}">
        <p14:creationId xmlns:p14="http://schemas.microsoft.com/office/powerpoint/2010/main" val="480611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FB5229A7-C60F-4610-8FA2-7E91B632D5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4BA634-CB18-4CCD-8C73-C3D6B7B3D2A5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WPH249 / TRIAXIAL VIBRATION DIAGNOSTICS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04B008-7451-4C7E-B1EE-137620889939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A21946-D4EE-4490-8627-D588FC3214DA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頻帶地圖：由運動、傳動到結構模態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1AF45E-88DD-43DE-8C69-F3A81050B1D6}"/>
              </a:ext>
            </a:extLst>
          </p:cNvPr>
          <p:cNvSpPr>
            <a:spLocks noGrp="1"/>
          </p:cNvSpPr>
          <p:nvPr/>
        </p:nvSpPr>
        <p:spPr>
          <a:xfrm>
            <a:off x="457200" y="1562100"/>
            <a:ext cx="3333750" cy="314325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4DF883-F511-4E95-95F0-04836E2C19C1}"/>
              </a:ext>
            </a:extLst>
          </p:cNvPr>
          <p:cNvSpPr>
            <a:spLocks noGrp="1"/>
          </p:cNvSpPr>
          <p:nvPr/>
        </p:nvSpPr>
        <p:spPr>
          <a:xfrm>
            <a:off x="457200" y="1562100"/>
            <a:ext cx="333375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600B91-5A44-49AC-80CE-D44283598F03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A  /  LOW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EF00D5-1E83-40B8-A50F-8B46B2E70A89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2800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0–5 Hz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EDAAE6-ACFA-44D6-B269-3DA7C95D3AE5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2800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機台節拍、全域擺動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AE7C3E-A4A5-470D-8268-666BFE82AA7C}"/>
              </a:ext>
            </a:extLst>
          </p:cNvPr>
          <p:cNvSpPr>
            <a:spLocks noGrp="1"/>
          </p:cNvSpPr>
          <p:nvPr/>
        </p:nvSpPr>
        <p:spPr>
          <a:xfrm>
            <a:off x="4267200" y="1562100"/>
            <a:ext cx="3333750" cy="314325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5B530C-7146-47E8-A3CD-635FD41E5558}"/>
              </a:ext>
            </a:extLst>
          </p:cNvPr>
          <p:cNvSpPr>
            <a:spLocks noGrp="1"/>
          </p:cNvSpPr>
          <p:nvPr/>
        </p:nvSpPr>
        <p:spPr>
          <a:xfrm>
            <a:off x="4267200" y="1562100"/>
            <a:ext cx="3333750" cy="76200"/>
          </a:xfrm>
          <a:prstGeom prst="rect">
            <a:avLst/>
          </a:prstGeom>
          <a:solidFill>
            <a:srgbClr val="FFB33F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337842-72E0-46D0-A48A-503851E99E67}"/>
              </a:ext>
            </a:extLst>
          </p:cNvPr>
          <p:cNvSpPr>
            <a:spLocks noGrp="1"/>
          </p:cNvSpPr>
          <p:nvPr/>
        </p:nvSpPr>
        <p:spPr>
          <a:xfrm>
            <a:off x="4533900" y="188595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B  /  MID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1567A5-C9FC-438F-A8D8-0AEE11C4FF92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2800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10–20 Hz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A357C6-4DEB-42DB-B1FA-01A1D4E34EE2}"/>
              </a:ext>
            </a:extLst>
          </p:cNvPr>
          <p:cNvSpPr>
            <a:spLocks noGrp="1"/>
          </p:cNvSpPr>
          <p:nvPr/>
        </p:nvSpPr>
        <p:spPr>
          <a:xfrm>
            <a:off x="4533900" y="3181350"/>
            <a:ext cx="2800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馬達、齒輪、皮帶與控制紋波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0F3D1B-81CE-4E4A-9A4A-8940B25471FF}"/>
              </a:ext>
            </a:extLst>
          </p:cNvPr>
          <p:cNvSpPr>
            <a:spLocks noGrp="1"/>
          </p:cNvSpPr>
          <p:nvPr/>
        </p:nvSpPr>
        <p:spPr>
          <a:xfrm>
            <a:off x="8077200" y="1562100"/>
            <a:ext cx="3657600" cy="314325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E3DEC1-9E8C-4454-BA91-3D0E42E62C91}"/>
              </a:ext>
            </a:extLst>
          </p:cNvPr>
          <p:cNvSpPr>
            <a:spLocks noGrp="1"/>
          </p:cNvSpPr>
          <p:nvPr/>
        </p:nvSpPr>
        <p:spPr>
          <a:xfrm>
            <a:off x="8077200" y="1562100"/>
            <a:ext cx="3657600" cy="76200"/>
          </a:xfrm>
          <a:prstGeom prst="rect">
            <a:avLst/>
          </a:prstGeom>
          <a:solidFill>
            <a:srgbClr val="EF4FAF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9160BB-4DB6-4EAD-88A7-019152851225}"/>
              </a:ext>
            </a:extLst>
          </p:cNvPr>
          <p:cNvSpPr>
            <a:spLocks noGrp="1"/>
          </p:cNvSpPr>
          <p:nvPr/>
        </p:nvSpPr>
        <p:spPr>
          <a:xfrm>
            <a:off x="8343900" y="1885950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EF4FA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F4FAF"/>
                </a:solidFill>
                <a:latin typeface="PingFang TC"/>
                <a:ea typeface="PingFang TC"/>
                <a:cs typeface="PingFang TC"/>
              </a:rPr>
              <a:t>C  /  HIGH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26F02CA-5BD5-4B75-9869-641F7D4CEE09}"/>
              </a:ext>
            </a:extLst>
          </p:cNvPr>
          <p:cNvSpPr>
            <a:spLocks noGrp="1"/>
          </p:cNvSpPr>
          <p:nvPr/>
        </p:nvSpPr>
        <p:spPr>
          <a:xfrm>
            <a:off x="8343900" y="2400300"/>
            <a:ext cx="3124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60–160 Hz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0FB2D8-D5E4-4281-AB0D-15765D898EEB}"/>
              </a:ext>
            </a:extLst>
          </p:cNvPr>
          <p:cNvSpPr>
            <a:spLocks noGrp="1"/>
          </p:cNvSpPr>
          <p:nvPr/>
        </p:nvSpPr>
        <p:spPr>
          <a:xfrm>
            <a:off x="8343900" y="3181350"/>
            <a:ext cx="3124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結構模態與邊界條件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F2F49BE-FE22-4A53-8B8F-8484B4AA0F24}"/>
              </a:ext>
            </a:extLst>
          </p:cNvPr>
          <p:cNvSpPr>
            <a:spLocks noGrp="1"/>
          </p:cNvSpPr>
          <p:nvPr/>
        </p:nvSpPr>
        <p:spPr>
          <a:xfrm>
            <a:off x="457200" y="5276850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頻率越高，越需要用「跨工作表一致性」與「FRF」排除偶發衝擊或資料切接效應。</a:t>
            </a:r>
          </a:p>
        </p:txBody>
      </p:sp>
    </p:spTree>
    <p:extLst>
      <p:ext uri="{BB962C8B-B14F-4D97-AF65-F5344CB8AC3E}">
        <p14:creationId xmlns:p14="http://schemas.microsoft.com/office/powerpoint/2010/main" val="1762132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20D6E24-B1A9-46A0-B936-2C00949745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E41D12-C7DC-43A8-8C29-E5B2707A4460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WPH249 / TRIAXIAL VIBRATION DIAGNOSTICS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E3B6D3-DB02-43B9-ACB1-7CD46647B3D0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68936A-B707-4D11-9255-C0303CBD566F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Band A｜1.9–2.4 Hz 是跨狀態穩定的運動主頻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457200" y="142875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35B993D-719F-401B-8EFF-85B790AC395C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X AXIS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1EE960-9197-4D67-9798-E9811A5E3004}"/>
              </a:ext>
            </a:extLst>
          </p:cNvPr>
          <p:cNvSpPr>
            <a:spLocks noGrp="1"/>
          </p:cNvSpPr>
          <p:nvPr/>
        </p:nvSpPr>
        <p:spPr>
          <a:xfrm>
            <a:off x="7753350" y="1428750"/>
            <a:ext cx="3981450" cy="371475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58D4B6-0DAF-4FAC-A097-1E119C12B631}"/>
              </a:ext>
            </a:extLst>
          </p:cNvPr>
          <p:cNvSpPr>
            <a:spLocks noGrp="1"/>
          </p:cNvSpPr>
          <p:nvPr/>
        </p:nvSpPr>
        <p:spPr>
          <a:xfrm>
            <a:off x="8058150" y="1752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CORE INSIGHT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E758C8-9648-43DC-87D5-A54E5AA2B463}"/>
              </a:ext>
            </a:extLst>
          </p:cNvPr>
          <p:cNvSpPr>
            <a:spLocks noGrp="1"/>
          </p:cNvSpPr>
          <p:nvPr/>
        </p:nvSpPr>
        <p:spPr>
          <a:xfrm>
            <a:off x="8058150" y="2209800"/>
            <a:ext cx="3143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基礎動能集中於</a:t>
            </a:r>
          </a:p>
          <a:p>
            <a:pPr algn="l">
              <a:defRPr sz="26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約 2 Hz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E8CACC-2490-42B7-B58B-9E1276ACE1B8}"/>
              </a:ext>
            </a:extLst>
          </p:cNvPr>
          <p:cNvSpPr>
            <a:spLocks noGrp="1"/>
          </p:cNvSpPr>
          <p:nvPr/>
        </p:nvSpPr>
        <p:spPr>
          <a:xfrm>
            <a:off x="8058150" y="3333750"/>
            <a:ext cx="2857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上手 X/Y</a:t>
            </a: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2.19–2.26 Hz</a:t>
            </a:r>
          </a:p>
          <a:p>
            <a:endParaRPr sz="1725" b="0">
              <a:solidFill>
                <a:srgbClr val="F6FAFD"/>
              </a:solidFill>
              <a:latin typeface="PingFang TC"/>
              <a:ea typeface="PingFang TC"/>
              <a:cs typeface="PingFang TC"/>
            </a:endParaRP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下手 X/Y</a:t>
            </a: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1.90–2.37 Hz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6A58C0-5E12-4AC7-A670-89B898191487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工程解讀｜設備節拍與全域剛體運動，不應直接標示為結構共振。</a:t>
            </a:r>
          </a:p>
        </p:txBody>
      </p:sp>
    </p:spTree>
    <p:extLst>
      <p:ext uri="{BB962C8B-B14F-4D97-AF65-F5344CB8AC3E}">
        <p14:creationId xmlns:p14="http://schemas.microsoft.com/office/powerpoint/2010/main" val="2140143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4C5C7F5-2FD7-48D6-8685-94E7EC39BA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03784D-D6DF-484B-A51C-4D63A6EE2B10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WPH249 / TRIAXIAL VIBRATION DIAGNOSTICS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DADDB8-0EC0-47E1-872D-26EEF3106342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A0D0AB-2974-4902-84B3-25A329D67573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Band B｜平穩區段揭露 14–16 Hz 傳動指紋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457200" y="142875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61E518A4-72CD-4B99-A042-850E0458677B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Y AXIS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67351F-02A7-45A6-9A45-79FEA05EBE96}"/>
              </a:ext>
            </a:extLst>
          </p:cNvPr>
          <p:cNvSpPr>
            <a:spLocks noGrp="1"/>
          </p:cNvSpPr>
          <p:nvPr/>
        </p:nvSpPr>
        <p:spPr>
          <a:xfrm>
            <a:off x="7753350" y="1428750"/>
            <a:ext cx="3981450" cy="371475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679D79-E56C-44E1-BE84-ABFD90928C9D}"/>
              </a:ext>
            </a:extLst>
          </p:cNvPr>
          <p:cNvSpPr>
            <a:spLocks noGrp="1"/>
          </p:cNvSpPr>
          <p:nvPr/>
        </p:nvSpPr>
        <p:spPr>
          <a:xfrm>
            <a:off x="8058150" y="17526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SPECTRAL FINGERPRINT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8457B6-01DF-437B-943F-1A3AA09F1585}"/>
              </a:ext>
            </a:extLst>
          </p:cNvPr>
          <p:cNvSpPr>
            <a:spLocks noGrp="1"/>
          </p:cNvSpPr>
          <p:nvPr/>
        </p:nvSpPr>
        <p:spPr>
          <a:xfrm>
            <a:off x="8058150" y="22479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上手 X/Y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C7F105-CFC4-443F-A7F3-915CF8473208}"/>
              </a:ext>
            </a:extLst>
          </p:cNvPr>
          <p:cNvSpPr>
            <a:spLocks noGrp="1"/>
          </p:cNvSpPr>
          <p:nvPr/>
        </p:nvSpPr>
        <p:spPr>
          <a:xfrm>
            <a:off x="8058150" y="26479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13.84–15.41 Hz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C3A4AB-26DD-401A-8E57-F251174A24B1}"/>
              </a:ext>
            </a:extLst>
          </p:cNvPr>
          <p:cNvSpPr>
            <a:spLocks noGrp="1"/>
          </p:cNvSpPr>
          <p:nvPr/>
        </p:nvSpPr>
        <p:spPr>
          <a:xfrm>
            <a:off x="8058150" y="33909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下手 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D90BC49-94CB-4368-9461-A228E12AA9E0}"/>
              </a:ext>
            </a:extLst>
          </p:cNvPr>
          <p:cNvSpPr>
            <a:spLocks noGrp="1"/>
          </p:cNvSpPr>
          <p:nvPr/>
        </p:nvSpPr>
        <p:spPr>
          <a:xfrm>
            <a:off x="8058150" y="37909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14.17–15.05 Hz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E7EB54-A3B1-4D7B-A19D-69880AC698B1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工程假說｜可能對應馬達轉速、齒輪、皮帶或控制週期；需與轉速同步訊號比對。</a:t>
            </a:r>
          </a:p>
        </p:txBody>
      </p:sp>
    </p:spTree>
    <p:extLst>
      <p:ext uri="{BB962C8B-B14F-4D97-AF65-F5344CB8AC3E}">
        <p14:creationId xmlns:p14="http://schemas.microsoft.com/office/powerpoint/2010/main" val="1136323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29A6373-8362-4A9E-B0CC-9A54A559D0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67FA7-D37C-4FD0-9FDC-837120050C2E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WPH249 / TRIAXIAL VIBRATION DIAGNOSTICS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1611DC-1E04-4F39-BDD1-9A8CB8B897BD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434819-5D92-48D2-BA57-589FCC361D62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Band C｜上手 Z 軸鎖定 145.6 Hz 窄帶候選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457200" y="142875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7EA20844-C162-4CBF-8D1F-5983BF6DF96B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Z AXIS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237511-1A1F-405D-B72E-489B084AEC66}"/>
              </a:ext>
            </a:extLst>
          </p:cNvPr>
          <p:cNvSpPr>
            <a:spLocks noGrp="1"/>
          </p:cNvSpPr>
          <p:nvPr/>
        </p:nvSpPr>
        <p:spPr>
          <a:xfrm>
            <a:off x="7753350" y="1428750"/>
            <a:ext cx="3981450" cy="371475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92BBB4-0E6D-4F99-8CD7-CEF5DD8BA0CF}"/>
              </a:ext>
            </a:extLst>
          </p:cNvPr>
          <p:cNvSpPr>
            <a:spLocks noGrp="1"/>
          </p:cNvSpPr>
          <p:nvPr/>
        </p:nvSpPr>
        <p:spPr>
          <a:xfrm>
            <a:off x="8058150" y="17526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EF4FA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EF4FAF"/>
                </a:solidFill>
                <a:latin typeface="PingFang TC"/>
                <a:ea typeface="PingFang TC"/>
                <a:cs typeface="PingFang TC"/>
              </a:rPr>
              <a:t>UPPER RESONANCE SIGNATURE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FFE0A9-2623-4C9B-A9A5-ED88AA5025CB}"/>
              </a:ext>
            </a:extLst>
          </p:cNvPr>
          <p:cNvSpPr>
            <a:spLocks noGrp="1"/>
          </p:cNvSpPr>
          <p:nvPr/>
        </p:nvSpPr>
        <p:spPr>
          <a:xfrm>
            <a:off x="8058150" y="2324100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>
                <a:solidFill>
                  <a:srgbClr val="EF4FAF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EF4FAF"/>
                </a:solidFill>
                <a:latin typeface="PingFang TC"/>
                <a:ea typeface="PingFang TC"/>
                <a:cs typeface="PingFang TC"/>
              </a:rPr>
              <a:t>145.632 Hz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F6A04C-4521-4171-B8F3-A3BB8C4C9F94}"/>
              </a:ext>
            </a:extLst>
          </p:cNvPr>
          <p:cNvSpPr>
            <a:spLocks noGrp="1"/>
          </p:cNvSpPr>
          <p:nvPr/>
        </p:nvSpPr>
        <p:spPr>
          <a:xfrm>
            <a:off x="8058150" y="3219450"/>
            <a:ext cx="285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工作表1</a:t>
            </a: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145.645 Hz</a:t>
            </a:r>
          </a:p>
          <a:p>
            <a:endParaRPr sz="1725" b="0">
              <a:solidFill>
                <a:srgbClr val="F6FAFD"/>
              </a:solidFill>
              <a:latin typeface="PingFang TC"/>
              <a:ea typeface="PingFang TC"/>
              <a:cs typeface="PingFang TC"/>
            </a:endParaRP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跨資料差異</a:t>
            </a:r>
          </a:p>
          <a:p>
            <a:pPr algn="l">
              <a:def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&lt; 0.02 Hz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3104A4-1AF7-4043-A462-FB7DAF0F10E7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判讀｜高度穩定的窄帶峰值，是結構模態候選；仍需 FRF 才能正式確認。</a:t>
            </a:r>
          </a:p>
        </p:txBody>
      </p:sp>
    </p:spTree>
    <p:extLst>
      <p:ext uri="{BB962C8B-B14F-4D97-AF65-F5344CB8AC3E}">
        <p14:creationId xmlns:p14="http://schemas.microsoft.com/office/powerpoint/2010/main" val="1290973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E61ED8C-06A1-4CF7-A046-804CA38F2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689453-A80D-4493-941F-28EB42C3E51F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WPH249 / TRIAXIAL VIBRATION DIAGNOSTICS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DCF166-DE8A-412E-8793-673958E88811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288108-EF1D-45B8-A3DB-52B10BB91806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下手 Z 軸：窄帶模態轉為 60–70 Hz 寬頻峰群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457200" y="1428750"/>
          <a:ext cx="6953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3E06127F-3E69-4064-9435-0E28A3269047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Z AXIS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03B391-E163-4027-B4C3-33DA141986BD}"/>
              </a:ext>
            </a:extLst>
          </p:cNvPr>
          <p:cNvSpPr>
            <a:spLocks noGrp="1"/>
          </p:cNvSpPr>
          <p:nvPr/>
        </p:nvSpPr>
        <p:spPr>
          <a:xfrm>
            <a:off x="7753350" y="1428750"/>
            <a:ext cx="3981450" cy="371475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B8A940-8660-444E-88C9-6EEA291EDA34}"/>
              </a:ext>
            </a:extLst>
          </p:cNvPr>
          <p:cNvSpPr>
            <a:spLocks noGrp="1"/>
          </p:cNvSpPr>
          <p:nvPr/>
        </p:nvSpPr>
        <p:spPr>
          <a:xfrm>
            <a:off x="8058150" y="17526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F7D42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7D42"/>
                </a:solidFill>
                <a:latin typeface="PingFang TC"/>
                <a:ea typeface="PingFang TC"/>
                <a:cs typeface="PingFang TC"/>
              </a:rPr>
              <a:t>LOWER STATE SHIFT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212A99-7BB1-407D-AA53-B61BB3AE2735}"/>
              </a:ext>
            </a:extLst>
          </p:cNvPr>
          <p:cNvSpPr>
            <a:spLocks noGrp="1"/>
          </p:cNvSpPr>
          <p:nvPr/>
        </p:nvSpPr>
        <p:spPr>
          <a:xfrm>
            <a:off x="8058150" y="22479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69.588 Hz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A8D72F-694F-468C-B700-ABAE82C5D2F3}"/>
              </a:ext>
            </a:extLst>
          </p:cNvPr>
          <p:cNvSpPr>
            <a:spLocks noGrp="1"/>
          </p:cNvSpPr>
          <p:nvPr/>
        </p:nvSpPr>
        <p:spPr>
          <a:xfrm>
            <a:off x="8058150" y="3105150"/>
            <a:ext cx="3048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次峰</a:t>
            </a:r>
          </a:p>
          <a:p>
            <a:pPr algn="l">
              <a:def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63.635 / 67.398 Hz</a:t>
            </a:r>
          </a:p>
          <a:p>
            <a:endParaRPr sz="1650" b="0">
              <a:solidFill>
                <a:srgbClr val="F6FAFD"/>
              </a:solidFill>
              <a:latin typeface="PingFang TC"/>
              <a:ea typeface="PingFang TC"/>
              <a:cs typeface="PingFang TC"/>
            </a:endParaRPr>
          </a:p>
          <a:p>
            <a:pPr algn="l">
              <a:def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工作表1高頻候選</a:t>
            </a:r>
          </a:p>
          <a:p>
            <a:pPr algn="l">
              <a:def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135.141 Hz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032A3B-A777-4B27-B90B-F5B7342B1092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工程假說｜姿態造成剛性、質量分布或連接邊界改變；不能僅憑 FFT 判定鬆動或裂損。</a:t>
            </a:r>
          </a:p>
        </p:txBody>
      </p:sp>
    </p:spTree>
    <p:extLst>
      <p:ext uri="{BB962C8B-B14F-4D97-AF65-F5344CB8AC3E}">
        <p14:creationId xmlns:p14="http://schemas.microsoft.com/office/powerpoint/2010/main" val="1456042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9EF660C8-D008-40AB-9375-F71791B2BA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B43B8F-075E-4EEB-91D3-2F2213A87D77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WPH249 / TRIAXIAL VIBRATION DIAGNOSTICS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2A43D6-5FBC-4F7D-8DD2-70113AD51C46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316EDA-4CE3-4FF0-9885-5F335E94FE7C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交叉證據矩陣：哪些結論已被資料支持？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FC7E7B-823A-4BC5-A0DE-ABC68B43E81A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診斷命題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E2ABE6-7D24-4E05-9052-80C1E8712158}"/>
              </a:ext>
            </a:extLst>
          </p:cNvPr>
          <p:cNvSpPr>
            <a:spLocks noGrp="1"/>
          </p:cNvSpPr>
          <p:nvPr/>
        </p:nvSpPr>
        <p:spPr>
          <a:xfrm>
            <a:off x="3238500" y="1428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證據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D75A46-EE48-4D00-93AB-B9023ADF74BA}"/>
              </a:ext>
            </a:extLst>
          </p:cNvPr>
          <p:cNvSpPr>
            <a:spLocks noGrp="1"/>
          </p:cNvSpPr>
          <p:nvPr/>
        </p:nvSpPr>
        <p:spPr>
          <a:xfrm>
            <a:off x="6191250" y="14287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信心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127103-1B57-46A4-A4C5-8B8540F58C9A}"/>
              </a:ext>
            </a:extLst>
          </p:cNvPr>
          <p:cNvSpPr>
            <a:spLocks noGrp="1"/>
          </p:cNvSpPr>
          <p:nvPr/>
        </p:nvSpPr>
        <p:spPr>
          <a:xfrm>
            <a:off x="8001000" y="14287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限制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15A437-EA87-4431-A7BA-95892F1A1517}"/>
              </a:ext>
            </a:extLst>
          </p:cNvPr>
          <p:cNvSpPr>
            <a:spLocks noGrp="1"/>
          </p:cNvSpPr>
          <p:nvPr/>
        </p:nvSpPr>
        <p:spPr>
          <a:xfrm>
            <a:off x="457200" y="1847850"/>
            <a:ext cx="11277600" cy="19050"/>
          </a:xfrm>
          <a:prstGeom prst="rect">
            <a:avLst/>
          </a:prstGeom>
          <a:solidFill>
            <a:srgbClr val="244358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508E11-ED7D-443B-8206-866D101F6DCF}"/>
              </a:ext>
            </a:extLst>
          </p:cNvPr>
          <p:cNvSpPr>
            <a:spLocks noGrp="1"/>
          </p:cNvSpPr>
          <p:nvPr/>
        </p:nvSpPr>
        <p:spPr>
          <a:xfrm>
            <a:off x="457200" y="20383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運動一致性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C6197B-14AE-4546-B0D5-C5E87C30D34B}"/>
              </a:ext>
            </a:extLst>
          </p:cNvPr>
          <p:cNvSpPr>
            <a:spLocks noGrp="1"/>
          </p:cNvSpPr>
          <p:nvPr/>
        </p:nvSpPr>
        <p:spPr>
          <a:xfrm>
            <a:off x="3238500" y="20383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X/Y 約 2 Hz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116956-A5A9-478B-B6D5-0C1F67022ECC}"/>
              </a:ext>
            </a:extLst>
          </p:cNvPr>
          <p:cNvSpPr>
            <a:spLocks noGrp="1"/>
          </p:cNvSpPr>
          <p:nvPr/>
        </p:nvSpPr>
        <p:spPr>
          <a:xfrm>
            <a:off x="6191250" y="20383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FA1717-B1E9-404C-B51A-19DDA729CDB6}"/>
              </a:ext>
            </a:extLst>
          </p:cNvPr>
          <p:cNvSpPr>
            <a:spLocks noGrp="1"/>
          </p:cNvSpPr>
          <p:nvPr/>
        </p:nvSpPr>
        <p:spPr>
          <a:xfrm>
            <a:off x="8001000" y="2038350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跨上下手與兩工作表穩定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389905-9C70-4706-99D8-C07CDF56458D}"/>
              </a:ext>
            </a:extLst>
          </p:cNvPr>
          <p:cNvSpPr>
            <a:spLocks noGrp="1"/>
          </p:cNvSpPr>
          <p:nvPr/>
        </p:nvSpPr>
        <p:spPr>
          <a:xfrm>
            <a:off x="457200" y="2571750"/>
            <a:ext cx="11277600" cy="9525"/>
          </a:xfrm>
          <a:prstGeom prst="rect">
            <a:avLst/>
          </a:prstGeom>
          <a:solidFill>
            <a:srgbClr val="244358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F3B0BF-7874-4C6B-A30F-D5AE88CC50C1}"/>
              </a:ext>
            </a:extLst>
          </p:cNvPr>
          <p:cNvSpPr>
            <a:spLocks noGrp="1"/>
          </p:cNvSpPr>
          <p:nvPr/>
        </p:nvSpPr>
        <p:spPr>
          <a:xfrm>
            <a:off x="457200" y="27432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傳動諧波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8687E2-BA0D-4953-8A97-8B6E86C8EDD3}"/>
              </a:ext>
            </a:extLst>
          </p:cNvPr>
          <p:cNvSpPr>
            <a:spLocks noGrp="1"/>
          </p:cNvSpPr>
          <p:nvPr/>
        </p:nvSpPr>
        <p:spPr>
          <a:xfrm>
            <a:off x="3238500" y="27432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14–16 Hz 群峰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FAA15F-31FB-4C27-8327-8B6477749499}"/>
              </a:ext>
            </a:extLst>
          </p:cNvPr>
          <p:cNvSpPr>
            <a:spLocks noGrp="1"/>
          </p:cNvSpPr>
          <p:nvPr/>
        </p:nvSpPr>
        <p:spPr>
          <a:xfrm>
            <a:off x="6191250" y="27432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中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903ED9-103D-4AE6-8465-0DFBA274E108}"/>
              </a:ext>
            </a:extLst>
          </p:cNvPr>
          <p:cNvSpPr>
            <a:spLocks noGrp="1"/>
          </p:cNvSpPr>
          <p:nvPr/>
        </p:nvSpPr>
        <p:spPr>
          <a:xfrm>
            <a:off x="8001000" y="2743200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工作表2較清楚，需轉速同步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ED3DC2-90D3-4DA6-BC44-3B27817D0E85}"/>
              </a:ext>
            </a:extLst>
          </p:cNvPr>
          <p:cNvSpPr>
            <a:spLocks noGrp="1"/>
          </p:cNvSpPr>
          <p:nvPr/>
        </p:nvSpPr>
        <p:spPr>
          <a:xfrm>
            <a:off x="457200" y="3276600"/>
            <a:ext cx="11277600" cy="9525"/>
          </a:xfrm>
          <a:prstGeom prst="rect">
            <a:avLst/>
          </a:prstGeom>
          <a:solidFill>
            <a:srgbClr val="244358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8350C7-B7BE-4FC6-814B-B980B967FCDD}"/>
              </a:ext>
            </a:extLst>
          </p:cNvPr>
          <p:cNvSpPr>
            <a:spLocks noGrp="1"/>
          </p:cNvSpPr>
          <p:nvPr/>
        </p:nvSpPr>
        <p:spPr>
          <a:xfrm>
            <a:off x="457200" y="34480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上手結構模態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DF123B3-BCC3-4600-ADC2-9750B3F710D7}"/>
              </a:ext>
            </a:extLst>
          </p:cNvPr>
          <p:cNvSpPr>
            <a:spLocks noGrp="1"/>
          </p:cNvSpPr>
          <p:nvPr/>
        </p:nvSpPr>
        <p:spPr>
          <a:xfrm>
            <a:off x="3238500" y="34480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145.6 Hz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AFE694-8F77-4E04-814D-634EEE14FF18}"/>
              </a:ext>
            </a:extLst>
          </p:cNvPr>
          <p:cNvSpPr>
            <a:spLocks noGrp="1"/>
          </p:cNvSpPr>
          <p:nvPr/>
        </p:nvSpPr>
        <p:spPr>
          <a:xfrm>
            <a:off x="6191250" y="34480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高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85D82F4-8148-4E86-B25A-227C6B14C6BD}"/>
              </a:ext>
            </a:extLst>
          </p:cNvPr>
          <p:cNvSpPr>
            <a:spLocks noGrp="1"/>
          </p:cNvSpPr>
          <p:nvPr/>
        </p:nvSpPr>
        <p:spPr>
          <a:xfrm>
            <a:off x="8001000" y="3448050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兩工作表頻率高度一致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12B678-2442-4472-8C9A-B774DDC8A2AE}"/>
              </a:ext>
            </a:extLst>
          </p:cNvPr>
          <p:cNvSpPr>
            <a:spLocks noGrp="1"/>
          </p:cNvSpPr>
          <p:nvPr/>
        </p:nvSpPr>
        <p:spPr>
          <a:xfrm>
            <a:off x="457200" y="3981450"/>
            <a:ext cx="11277600" cy="9525"/>
          </a:xfrm>
          <a:prstGeom prst="rect">
            <a:avLst/>
          </a:prstGeom>
          <a:solidFill>
            <a:srgbClr val="244358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639CDC-EBB5-4E5B-90DF-F7CED041DE67}"/>
              </a:ext>
            </a:extLst>
          </p:cNvPr>
          <p:cNvSpPr>
            <a:spLocks noGrp="1"/>
          </p:cNvSpPr>
          <p:nvPr/>
        </p:nvSpPr>
        <p:spPr>
          <a:xfrm>
            <a:off x="457200" y="41529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下手狀態敏感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1C25C6-A576-431E-9EFC-35F1BBF69EA7}"/>
              </a:ext>
            </a:extLst>
          </p:cNvPr>
          <p:cNvSpPr>
            <a:spLocks noGrp="1"/>
          </p:cNvSpPr>
          <p:nvPr/>
        </p:nvSpPr>
        <p:spPr>
          <a:xfrm>
            <a:off x="3238500" y="41529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60–70 Hz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EDF81C7-078A-499B-92CF-D256B8616AFC}"/>
              </a:ext>
            </a:extLst>
          </p:cNvPr>
          <p:cNvSpPr>
            <a:spLocks noGrp="1"/>
          </p:cNvSpPr>
          <p:nvPr/>
        </p:nvSpPr>
        <p:spPr>
          <a:xfrm>
            <a:off x="6191250" y="41529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中高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49C637-331E-4AC3-8FCB-D270E1BF3271}"/>
              </a:ext>
            </a:extLst>
          </p:cNvPr>
          <p:cNvSpPr>
            <a:spLocks noGrp="1"/>
          </p:cNvSpPr>
          <p:nvPr/>
        </p:nvSpPr>
        <p:spPr>
          <a:xfrm>
            <a:off x="8001000" y="4152900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直接 FFT 與 Welch 均約 69 Hz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9E23532-3944-41B9-BD6D-290B9399F9AC}"/>
              </a:ext>
            </a:extLst>
          </p:cNvPr>
          <p:cNvSpPr>
            <a:spLocks noGrp="1"/>
          </p:cNvSpPr>
          <p:nvPr/>
        </p:nvSpPr>
        <p:spPr>
          <a:xfrm>
            <a:off x="457200" y="4686300"/>
            <a:ext cx="11277600" cy="9525"/>
          </a:xfrm>
          <a:prstGeom prst="rect">
            <a:avLst/>
          </a:prstGeom>
          <a:solidFill>
            <a:srgbClr val="244358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FBDBD29-7D90-4BE4-957E-C76A5D00FA4E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結構損傷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EEDAD2F-CBA3-4D45-8AAC-9032604016DE}"/>
              </a:ext>
            </a:extLst>
          </p:cNvPr>
          <p:cNvSpPr>
            <a:spLocks noGrp="1"/>
          </p:cNvSpPr>
          <p:nvPr/>
        </p:nvSpPr>
        <p:spPr>
          <a:xfrm>
            <a:off x="3238500" y="48577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F5D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FF5D69"/>
                </a:solidFill>
                <a:latin typeface="PingFang TC"/>
                <a:ea typeface="PingFang TC"/>
                <a:cs typeface="PingFang TC"/>
              </a:rPr>
              <a:t>鬆動／裂損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FE5E4C3-EBD3-4FF3-9200-F5EC2B1E52A9}"/>
              </a:ext>
            </a:extLst>
          </p:cNvPr>
          <p:cNvSpPr>
            <a:spLocks noGrp="1"/>
          </p:cNvSpPr>
          <p:nvPr/>
        </p:nvSpPr>
        <p:spPr>
          <a:xfrm>
            <a:off x="6191250" y="48577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F5D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FF5D69"/>
                </a:solidFill>
                <a:latin typeface="PingFang TC"/>
                <a:ea typeface="PingFang TC"/>
                <a:cs typeface="PingFang TC"/>
              </a:rPr>
              <a:t>低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B1C65C5-6A36-47DA-8B26-B00BFBE8D95E}"/>
              </a:ext>
            </a:extLst>
          </p:cNvPr>
          <p:cNvSpPr>
            <a:spLocks noGrp="1"/>
          </p:cNvSpPr>
          <p:nvPr/>
        </p:nvSpPr>
        <p:spPr>
          <a:xfrm>
            <a:off x="8001000" y="4857750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目前僅為假說，缺少 FRF 與實體檢查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006D2F4-CDD9-4DEF-A479-BE634D0FF9BA}"/>
              </a:ext>
            </a:extLst>
          </p:cNvPr>
          <p:cNvSpPr>
            <a:spLocks noGrp="1"/>
          </p:cNvSpPr>
          <p:nvPr/>
        </p:nvSpPr>
        <p:spPr>
          <a:xfrm>
            <a:off x="457200" y="5391150"/>
            <a:ext cx="11277600" cy="9525"/>
          </a:xfrm>
          <a:prstGeom prst="rect">
            <a:avLst/>
          </a:prstGeom>
          <a:solidFill>
            <a:srgbClr val="244358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7948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58C86C25-8F9D-4673-99A0-BA43164521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2F7136-1565-40F9-BF5F-440EFA8012F2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WPH249 / TRIAXIAL VIBRATION DIAGNOSTICS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8CC92E-47A0-43CB-94B4-EA98E35D8938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8994EE-C9A5-4157-9529-6C6DC4E99F08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結構診斷：最可能是姿態敏感模態，而非單一故障證據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47ACFA-1F01-423A-A6F1-26226A9F82B8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3429000" cy="125730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BBE26F-28B9-44BE-A640-7020F5247182}"/>
              </a:ext>
            </a:extLst>
          </p:cNvPr>
          <p:cNvSpPr>
            <a:spLocks noGrp="1"/>
          </p:cNvSpPr>
          <p:nvPr/>
        </p:nvSpPr>
        <p:spPr>
          <a:xfrm>
            <a:off x="457200" y="1524000"/>
            <a:ext cx="57150" cy="1257300"/>
          </a:xfrm>
          <a:prstGeom prst="rect">
            <a:avLst/>
          </a:prstGeom>
          <a:solidFill>
            <a:srgbClr val="43D19E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4F3792-6FBF-4849-BFA1-D9E0D3EBBC4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已確認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B60EF1-246A-47F1-B30E-1F0C00E13277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43D19E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43D19E"/>
                </a:solidFill>
                <a:latin typeface="PingFang TC"/>
                <a:ea typeface="PingFang TC"/>
                <a:cs typeface="PingFang TC"/>
              </a:rPr>
              <a:t>上下手頻譜不同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A20945-9470-4768-84A8-A5628A1C531C}"/>
              </a:ext>
            </a:extLst>
          </p:cNvPr>
          <p:cNvSpPr>
            <a:spLocks noGrp="1"/>
          </p:cNvSpPr>
          <p:nvPr/>
        </p:nvSpPr>
        <p:spPr>
          <a:xfrm>
            <a:off x="4381500" y="1524000"/>
            <a:ext cx="3429000" cy="125730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6DD3F2-A5F6-40FF-B04D-FE4D6D040463}"/>
              </a:ext>
            </a:extLst>
          </p:cNvPr>
          <p:cNvSpPr>
            <a:spLocks noGrp="1"/>
          </p:cNvSpPr>
          <p:nvPr/>
        </p:nvSpPr>
        <p:spPr>
          <a:xfrm>
            <a:off x="4381500" y="1524000"/>
            <a:ext cx="57150" cy="1257300"/>
          </a:xfrm>
          <a:prstGeom prst="rect">
            <a:avLst/>
          </a:prstGeom>
          <a:solidFill>
            <a:srgbClr val="EF4FAF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DE917A-DABE-4BEC-B2D9-57C091DECF2F}"/>
              </a:ext>
            </a:extLst>
          </p:cNvPr>
          <p:cNvSpPr>
            <a:spLocks noGrp="1"/>
          </p:cNvSpPr>
          <p:nvPr/>
        </p:nvSpPr>
        <p:spPr>
          <a:xfrm>
            <a:off x="4610100" y="17145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高可信候選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4609BD-E34A-4D03-A424-1680F073B743}"/>
              </a:ext>
            </a:extLst>
          </p:cNvPr>
          <p:cNvSpPr>
            <a:spLocks noGrp="1"/>
          </p:cNvSpPr>
          <p:nvPr/>
        </p:nvSpPr>
        <p:spPr>
          <a:xfrm>
            <a:off x="4610100" y="20574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EF4FAF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F4FAF"/>
                </a:solidFill>
                <a:latin typeface="PingFang TC"/>
                <a:ea typeface="PingFang TC"/>
                <a:cs typeface="PingFang TC"/>
              </a:rPr>
              <a:t>上手 145.6 Hz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F86840-D296-4585-A211-536F0957F16D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3429000" cy="125730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EA8428-E2BB-413B-8D1F-873D1479742C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57150" cy="1257300"/>
          </a:xfrm>
          <a:prstGeom prst="rect">
            <a:avLst/>
          </a:prstGeom>
          <a:solidFill>
            <a:srgbClr val="FFB33F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048215-537D-4B65-90CE-0AC8A8C372E5}"/>
              </a:ext>
            </a:extLst>
          </p:cNvPr>
          <p:cNvSpPr>
            <a:spLocks noGrp="1"/>
          </p:cNvSpPr>
          <p:nvPr/>
        </p:nvSpPr>
        <p:spPr>
          <a:xfrm>
            <a:off x="8534400" y="17145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需優先驗證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BAE697-D240-44F1-AC94-D409A346CCC6}"/>
              </a:ext>
            </a:extLst>
          </p:cNvPr>
          <p:cNvSpPr>
            <a:spLocks noGrp="1"/>
          </p:cNvSpPr>
          <p:nvPr/>
        </p:nvSpPr>
        <p:spPr>
          <a:xfrm>
            <a:off x="8534400" y="20574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下手 60–70 Hz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CEE1A5-90D4-4D15-9E6F-09B5C987AA2B}"/>
              </a:ext>
            </a:extLst>
          </p:cNvPr>
          <p:cNvSpPr>
            <a:spLocks noGrp="1"/>
          </p:cNvSpPr>
          <p:nvPr/>
        </p:nvSpPr>
        <p:spPr>
          <a:xfrm>
            <a:off x="457200" y="3333750"/>
            <a:ext cx="11277600" cy="219075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F575A1-6BB2-4C80-8912-4DDA70084A69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合理機制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4F3401-6043-42EF-A348-507C42411F70}"/>
              </a:ext>
            </a:extLst>
          </p:cNvPr>
          <p:cNvSpPr>
            <a:spLocks noGrp="1"/>
          </p:cNvSpPr>
          <p:nvPr/>
        </p:nvSpPr>
        <p:spPr>
          <a:xfrm>
            <a:off x="742950" y="4114800"/>
            <a:ext cx="4667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1  姿態改變有效剛性</a:t>
            </a:r>
          </a:p>
          <a:p>
            <a:pPr algn="l">
              <a:defRPr sz="157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2  末端與線纜質量分布改變</a:t>
            </a:r>
          </a:p>
          <a:p>
            <a:pPr algn="l">
              <a:defRPr sz="157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3  底座或連接件邊界條件改變</a:t>
            </a:r>
          </a:p>
          <a:p>
            <a:pPr algn="l">
              <a:defRPr sz="157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4  控制器等效剛性與阻尼改變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72152F-1A58-401F-82B2-8C99E632BA92}"/>
              </a:ext>
            </a:extLst>
          </p:cNvPr>
          <p:cNvSpPr>
            <a:spLocks noGrp="1"/>
          </p:cNvSpPr>
          <p:nvPr/>
        </p:nvSpPr>
        <p:spPr>
          <a:xfrm>
            <a:off x="6343650" y="3619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F5D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F5D69"/>
                </a:solidFill>
                <a:latin typeface="PingFang TC"/>
                <a:ea typeface="PingFang TC"/>
                <a:cs typeface="PingFang TC"/>
              </a:rPr>
              <a:t>避免過度診斷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81085F-5C2F-4E66-BDF5-8FDAECDC51B4}"/>
              </a:ext>
            </a:extLst>
          </p:cNvPr>
          <p:cNvSpPr>
            <a:spLocks noGrp="1"/>
          </p:cNvSpPr>
          <p:nvPr/>
        </p:nvSpPr>
        <p:spPr>
          <a:xfrm>
            <a:off x="6343650" y="4114800"/>
            <a:ext cx="476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FFT 能指出異常頻帶，但不能單獨證明鬆動、裂損或金屬疲勞。需要 FRF、coherence 與實體檢查形成閉環。</a:t>
            </a:r>
          </a:p>
        </p:txBody>
      </p:sp>
    </p:spTree>
    <p:extLst>
      <p:ext uri="{BB962C8B-B14F-4D97-AF65-F5344CB8AC3E}">
        <p14:creationId xmlns:p14="http://schemas.microsoft.com/office/powerpoint/2010/main" val="1063631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C2B56AC9-F1A0-47AB-A165-752719DA84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967D9B-D867-4E9F-BA12-AC0318F4A2FD}"/>
              </a:ext>
            </a:extLst>
          </p:cNvPr>
          <p:cNvSpPr>
            <a:spLocks noGrp="1"/>
          </p:cNvSpPr>
          <p:nvPr/>
        </p:nvSpPr>
        <p:spPr>
          <a:xfrm>
            <a:off x="457200" y="2476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WPH249 / TRIAXIAL VIBRATION DIAGNOSTICS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9410A2-8ADB-42A6-9E7E-B652DFD118DF}"/>
              </a:ext>
            </a:extLst>
          </p:cNvPr>
          <p:cNvSpPr>
            <a:spLocks noGrp="1"/>
          </p:cNvSpPr>
          <p:nvPr/>
        </p:nvSpPr>
        <p:spPr>
          <a:xfrm>
            <a:off x="11239500" y="2667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D81D12-346A-4749-A52B-926BFEC3372D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1104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工程行動：從頻率候選走向可驗證的結構結論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265650-A282-4992-B5E1-E43A40B289C7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1277600" cy="83820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843D6A-0194-4CE1-A567-1A0A9F6C55A3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76200" cy="83820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6AC628-C74C-4383-8251-93B6F7F6B64F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23D5E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3D5E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005DE0-349B-4D9F-A46D-C35E980E3616}"/>
              </a:ext>
            </a:extLst>
          </p:cNvPr>
          <p:cNvSpPr>
            <a:spLocks noGrp="1"/>
          </p:cNvSpPr>
          <p:nvPr/>
        </p:nvSpPr>
        <p:spPr>
          <a:xfrm>
            <a:off x="1638300" y="16002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確認基礎運動頻率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C2BE3C-7A14-4E8C-9C7F-06169BD4CF44}"/>
              </a:ext>
            </a:extLst>
          </p:cNvPr>
          <p:cNvSpPr>
            <a:spLocks noGrp="1"/>
          </p:cNvSpPr>
          <p:nvPr/>
        </p:nvSpPr>
        <p:spPr>
          <a:xfrm>
            <a:off x="4953000" y="161925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鎖定 X/Y 2.1–2.3 Hz 是否與機台節拍一致。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F5B397-5EA1-445B-AA14-F6DBA493E531}"/>
              </a:ext>
            </a:extLst>
          </p:cNvPr>
          <p:cNvSpPr>
            <a:spLocks noGrp="1"/>
          </p:cNvSpPr>
          <p:nvPr/>
        </p:nvSpPr>
        <p:spPr>
          <a:xfrm>
            <a:off x="457200" y="2495550"/>
            <a:ext cx="11277600" cy="83820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866107-D5C6-46EF-80D2-1AF1A326CD53}"/>
              </a:ext>
            </a:extLst>
          </p:cNvPr>
          <p:cNvSpPr>
            <a:spLocks noGrp="1"/>
          </p:cNvSpPr>
          <p:nvPr/>
        </p:nvSpPr>
        <p:spPr>
          <a:xfrm>
            <a:off x="457200" y="2495550"/>
            <a:ext cx="76200" cy="838200"/>
          </a:xfrm>
          <a:prstGeom prst="rect">
            <a:avLst/>
          </a:prstGeom>
          <a:solidFill>
            <a:srgbClr val="EF4FAF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F4F2A0-3B87-4108-A97E-A57D8CDB15BB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EF4FA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EF4FA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A13DB93-16B9-4BAE-9CB2-84AE205BC59C}"/>
              </a:ext>
            </a:extLst>
          </p:cNvPr>
          <p:cNvSpPr>
            <a:spLocks noGrp="1"/>
          </p:cNvSpPr>
          <p:nvPr/>
        </p:nvSpPr>
        <p:spPr>
          <a:xfrm>
            <a:off x="1638300" y="26670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監控 145.6 Hz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29D9D1-201A-4CCC-984E-E13CF44C09F4}"/>
              </a:ext>
            </a:extLst>
          </p:cNvPr>
          <p:cNvSpPr>
            <a:spLocks noGrp="1"/>
          </p:cNvSpPr>
          <p:nvPr/>
        </p:nvSpPr>
        <p:spPr>
          <a:xfrm>
            <a:off x="4953000" y="268605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上下手過程持續監測其振幅與頻率漂移。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539CC6-E553-4216-9B64-41843F9835DC}"/>
              </a:ext>
            </a:extLst>
          </p:cNvPr>
          <p:cNvSpPr>
            <a:spLocks noGrp="1"/>
          </p:cNvSpPr>
          <p:nvPr/>
        </p:nvSpPr>
        <p:spPr>
          <a:xfrm>
            <a:off x="457200" y="3562350"/>
            <a:ext cx="11277600" cy="83820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2C9210-274D-46F1-8F47-AB6D33FEF833}"/>
              </a:ext>
            </a:extLst>
          </p:cNvPr>
          <p:cNvSpPr>
            <a:spLocks noGrp="1"/>
          </p:cNvSpPr>
          <p:nvPr/>
        </p:nvSpPr>
        <p:spPr>
          <a:xfrm>
            <a:off x="457200" y="3562350"/>
            <a:ext cx="76200" cy="838200"/>
          </a:xfrm>
          <a:prstGeom prst="rect">
            <a:avLst/>
          </a:prstGeom>
          <a:solidFill>
            <a:srgbClr val="FFB33F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7CE627-F835-437D-AFE5-B66A6F9BA2DB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B33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FB33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E0F22CC-150E-4289-8C87-3FB1D3497FBB}"/>
              </a:ext>
            </a:extLst>
          </p:cNvPr>
          <p:cNvSpPr>
            <a:spLocks noGrp="1"/>
          </p:cNvSpPr>
          <p:nvPr/>
        </p:nvSpPr>
        <p:spPr>
          <a:xfrm>
            <a:off x="1638300" y="37338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驗證下手 60–70 Hz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FAFC53-571E-4F45-B959-1FA44DDD6DD5}"/>
              </a:ext>
            </a:extLst>
          </p:cNvPr>
          <p:cNvSpPr>
            <a:spLocks noGrp="1"/>
          </p:cNvSpPr>
          <p:nvPr/>
        </p:nvSpPr>
        <p:spPr>
          <a:xfrm>
            <a:off x="4953000" y="375285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在代表姿態進行敲擊／掃頻與轉速同步量測。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887F7C9-031F-4FFD-9A5F-9970F744D7CB}"/>
              </a:ext>
            </a:extLst>
          </p:cNvPr>
          <p:cNvSpPr>
            <a:spLocks noGrp="1"/>
          </p:cNvSpPr>
          <p:nvPr/>
        </p:nvSpPr>
        <p:spPr>
          <a:xfrm>
            <a:off x="457200" y="4629150"/>
            <a:ext cx="11277600" cy="838200"/>
          </a:xfrm>
          <a:prstGeom prst="rect">
            <a:avLst/>
          </a:prstGeom>
          <a:solidFill>
            <a:srgbClr val="0D2435"/>
          </a:solidFill>
          <a:ln w="9525">
            <a:solidFill>
              <a:srgbClr val="24435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DC0961-25C5-4D42-8B28-EB805C093D36}"/>
              </a:ext>
            </a:extLst>
          </p:cNvPr>
          <p:cNvSpPr>
            <a:spLocks noGrp="1"/>
          </p:cNvSpPr>
          <p:nvPr/>
        </p:nvSpPr>
        <p:spPr>
          <a:xfrm>
            <a:off x="457200" y="4629150"/>
            <a:ext cx="76200" cy="838200"/>
          </a:xfrm>
          <a:prstGeom prst="rect">
            <a:avLst/>
          </a:prstGeom>
          <a:solidFill>
            <a:srgbClr val="43D19E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9354DE-F61A-4793-91BE-D9F750054111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43D19E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3D19E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24B1544-83B3-467B-97D8-770670C11A71}"/>
              </a:ext>
            </a:extLst>
          </p:cNvPr>
          <p:cNvSpPr>
            <a:spLocks noGrp="1"/>
          </p:cNvSpPr>
          <p:nvPr/>
        </p:nvSpPr>
        <p:spPr>
          <a:xfrm>
            <a:off x="1638300" y="48006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6FAF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6FAFD"/>
                </a:solidFill>
                <a:latin typeface="PingFang TC"/>
                <a:ea typeface="PingFang TC"/>
                <a:cs typeface="PingFang TC"/>
              </a:rPr>
              <a:t>建立避頻規格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126FB7-F098-4C6D-8698-783832D8493C}"/>
              </a:ext>
            </a:extLst>
          </p:cNvPr>
          <p:cNvSpPr>
            <a:spLocks noGrp="1"/>
          </p:cNvSpPr>
          <p:nvPr/>
        </p:nvSpPr>
        <p:spPr>
          <a:xfrm>
            <a:off x="4953000" y="481965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91A9BA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91A9BA"/>
                </a:solidFill>
                <a:latin typeface="PingFang TC"/>
                <a:ea typeface="PingFang TC"/>
                <a:cs typeface="PingFang TC"/>
              </a:rPr>
              <a:t>依姿態與載重建立 14–20、60–70、145–155 Hz 避頻區。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143578-8063-445F-BB3F-21155A13EC55}"/>
              </a:ext>
            </a:extLst>
          </p:cNvPr>
          <p:cNvSpPr>
            <a:spLocks noGrp="1"/>
          </p:cNvSpPr>
          <p:nvPr/>
        </p:nvSpPr>
        <p:spPr>
          <a:xfrm>
            <a:off x="457200" y="5905500"/>
            <a:ext cx="11277600" cy="438150"/>
          </a:xfrm>
          <a:prstGeom prst="rect">
            <a:avLst/>
          </a:prstGeom>
          <a:solidFill>
            <a:srgbClr val="23D5E5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96D5B2F-8E4A-422F-B0CB-67E389CB76F5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06121D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6121D"/>
                </a:solidFill>
                <a:latin typeface="PingFang TC"/>
                <a:ea typeface="PingFang TC"/>
                <a:cs typeface="PingFang TC"/>
              </a:rPr>
              <a:t>決策門檻｜未取得 FRF 與相位證據前，所有高頻結論均標示為「共振候選」。</a:t>
            </a:r>
          </a:p>
        </p:txBody>
      </p:sp>
    </p:spTree>
    <p:extLst>
      <p:ext uri="{BB962C8B-B14F-4D97-AF65-F5344CB8AC3E}">
        <p14:creationId xmlns:p14="http://schemas.microsoft.com/office/powerpoint/2010/main" val="50575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9F5BC59E-7BCF-85B2-728A-2976BE916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684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CB46A9CE-14FA-4EF2-9F93-E392F64EC51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925" b="1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MR-J5 應優先抑制下手 Z 軸 60–70 Hz 殘振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710979-3F90-4F90-93AC-E7025A6849C6}"/>
              </a:ext>
            </a:extLst>
          </p:cNvPr>
          <p:cNvSpPr>
            <a:spLocks noGrp="1"/>
          </p:cNvSpPr>
          <p:nvPr/>
        </p:nvSpPr>
        <p:spPr>
          <a:xfrm>
            <a:off x="11287125" y="4381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D6570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5D6570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F9C03C-7231-49E9-9064-3F3B45109DBD}"/>
              </a:ext>
            </a:extLst>
          </p:cNvPr>
          <p:cNvSpPr>
            <a:spLocks noGrp="1"/>
          </p:cNvSpPr>
          <p:nvPr/>
        </p:nvSpPr>
        <p:spPr>
          <a:xfrm>
            <a:off x="8858250" y="1257300"/>
            <a:ext cx="2933700" cy="4533900"/>
          </a:xfrm>
          <a:prstGeom prst="rect">
            <a:avLst/>
          </a:prstGeom>
          <a:solidFill>
            <a:srgbClr val="F1F3F5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BE6720-9E4C-447D-BA55-E42902029012}"/>
              </a:ext>
            </a:extLst>
          </p:cNvPr>
          <p:cNvSpPr>
            <a:spLocks noGrp="1"/>
          </p:cNvSpPr>
          <p:nvPr/>
        </p:nvSpPr>
        <p:spPr>
          <a:xfrm>
            <a:off x="9124950" y="15621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建議調整路徑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261994-DB86-4C3B-AB2E-CD2ED449B45C}"/>
              </a:ext>
            </a:extLst>
          </p:cNvPr>
          <p:cNvSpPr>
            <a:spLocks noGrp="1"/>
          </p:cNvSpPr>
          <p:nvPr/>
        </p:nvSpPr>
        <p:spPr>
          <a:xfrm>
            <a:off x="9124950" y="2190750"/>
            <a:ext cx="2286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① 自動辨識</a:t>
            </a:r>
          </a:p>
          <a:p>
            <a:pPr algn="l">
              <a:buNone/>
              <a:defRPr sz="1575" b="0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PB25.0＝0</a:t>
            </a:r>
          </a:p>
          <a:p>
            <a:pPr algn="l">
              <a:buNone/>
              <a:defRPr sz="1575" b="0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PB02.0＝1</a:t>
            </a:r>
          </a:p>
          <a:p>
            <a:pPr algn="l">
              <a:buNone/>
              <a:defRPr sz="1575" b="0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同軌跡定位 5–10 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186939-CD1A-401E-BCFC-D0AB20448DED}"/>
              </a:ext>
            </a:extLst>
          </p:cNvPr>
          <p:cNvSpPr>
            <a:spLocks noGrp="1"/>
          </p:cNvSpPr>
          <p:nvPr/>
        </p:nvSpPr>
        <p:spPr>
          <a:xfrm>
            <a:off x="9124950" y="3829050"/>
            <a:ext cx="2286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F28C28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F28C28"/>
                </a:solidFill>
                <a:latin typeface="PingFang TC"/>
                <a:ea typeface="PingFang TC"/>
                <a:cs typeface="PingFang TC"/>
              </a:rPr>
              <a:t>② 檢查結果</a:t>
            </a:r>
          </a:p>
          <a:p>
            <a:pPr algn="l">
              <a:buNone/>
              <a:defRPr sz="1575" b="0">
                <a:solidFill>
                  <a:srgbClr val="F28C28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F28C28"/>
                </a:solidFill>
                <a:latin typeface="PingFang TC"/>
                <a:ea typeface="PingFang TC"/>
                <a:cs typeface="PingFang TC"/>
              </a:rPr>
              <a:t>確認 PB19–PB22</a:t>
            </a:r>
          </a:p>
          <a:p>
            <a:pPr algn="l">
              <a:buNone/>
              <a:defRPr sz="1575" b="0">
                <a:solidFill>
                  <a:srgbClr val="F28C28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F28C28"/>
                </a:solidFill>
                <a:latin typeface="PingFang TC"/>
                <a:ea typeface="PingFang TC"/>
                <a:cs typeface="PingFang TC"/>
              </a:rPr>
              <a:t>比對 Z 軸 60–70 Hz</a:t>
            </a:r>
          </a:p>
          <a:p>
            <a:pPr algn="l">
              <a:buNone/>
              <a:defRPr sz="1575" b="0">
                <a:solidFill>
                  <a:srgbClr val="F28C28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F28C28"/>
                </a:solidFill>
                <a:latin typeface="PingFang TC"/>
                <a:ea typeface="PingFang TC"/>
                <a:cs typeface="PingFang TC"/>
              </a:rPr>
              <a:t>保留調整前後波形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CF4E7C-B605-4D3C-8E9F-1C80E8FFE679}"/>
              </a:ext>
            </a:extLst>
          </p:cNvPr>
          <p:cNvSpPr>
            <a:spLocks noGrp="1"/>
          </p:cNvSpPr>
          <p:nvPr/>
        </p:nvSpPr>
        <p:spPr>
          <a:xfrm>
            <a:off x="9124950" y="53149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D84A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84A4A"/>
                </a:solidFill>
                <a:latin typeface="PingFang TC"/>
                <a:ea typeface="PingFang TC"/>
                <a:cs typeface="PingFang TC"/>
              </a:rPr>
              <a:t>第二模態才啟用 PA24.0＝1 與 PB52–PB55。</a:t>
            </a: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0290" y="1123950"/>
            <a:ext cx="8015769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74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ED2E5A22-F6A7-4CE5-B998-01F93A8B41F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925" b="1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2925" b="1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操作順序：先建基準，再自動調整，最後同條件驗證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AA39D0-F977-48BD-850A-C686F431065F}"/>
              </a:ext>
            </a:extLst>
          </p:cNvPr>
          <p:cNvSpPr>
            <a:spLocks noGrp="1"/>
          </p:cNvSpPr>
          <p:nvPr/>
        </p:nvSpPr>
        <p:spPr>
          <a:xfrm>
            <a:off x="11287125" y="4381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5D6570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5D6570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029950-17A8-42A3-90F9-88C31821D2B6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D6A752-3D53-43F1-BD0A-B5EA74ADFF9C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3238500" cy="1905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0ABA18-2D98-41F1-9FC4-E87EDCA5F2F9}"/>
              </a:ext>
            </a:extLst>
          </p:cNvPr>
          <p:cNvSpPr>
            <a:spLocks noGrp="1"/>
          </p:cNvSpPr>
          <p:nvPr/>
        </p:nvSpPr>
        <p:spPr>
          <a:xfrm>
            <a:off x="400050" y="24384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建立調整前基準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7926A5-3A21-4768-865F-8C3D77AA0B10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3238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備份目前參數。</a:t>
            </a:r>
          </a:p>
          <a:p>
            <a:pPr algn="l">
              <a:buNone/>
              <a:def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固定載重、姿態、速度與軌跡。</a:t>
            </a:r>
          </a:p>
          <a:p>
            <a:pPr algn="l">
              <a:buNone/>
              <a:def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記錄 Z 軸 60–70 Hz 峰值、RMS 與停止後收斂時間。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766F57-9514-4E65-8312-C216E990214A}"/>
              </a:ext>
            </a:extLst>
          </p:cNvPr>
          <p:cNvSpPr>
            <a:spLocks noGrp="1"/>
          </p:cNvSpPr>
          <p:nvPr/>
        </p:nvSpPr>
        <p:spPr>
          <a:xfrm>
            <a:off x="4191000" y="15621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9AA037-A1DB-47A2-B601-BF4144336171}"/>
              </a:ext>
            </a:extLst>
          </p:cNvPr>
          <p:cNvSpPr>
            <a:spLocks noGrp="1"/>
          </p:cNvSpPr>
          <p:nvPr/>
        </p:nvSpPr>
        <p:spPr>
          <a:xfrm>
            <a:off x="4191000" y="2076450"/>
            <a:ext cx="3238500" cy="1905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7981DE-5E23-46B5-AF76-F04B99B11951}"/>
              </a:ext>
            </a:extLst>
          </p:cNvPr>
          <p:cNvSpPr>
            <a:spLocks noGrp="1"/>
          </p:cNvSpPr>
          <p:nvPr/>
        </p:nvSpPr>
        <p:spPr>
          <a:xfrm>
            <a:off x="4191000" y="24384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執行自動振動抑制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327311-C2B0-43A6-902E-8336044C30DA}"/>
              </a:ext>
            </a:extLst>
          </p:cNvPr>
          <p:cNvSpPr>
            <a:spLocks noGrp="1"/>
          </p:cNvSpPr>
          <p:nvPr/>
        </p:nvSpPr>
        <p:spPr>
          <a:xfrm>
            <a:off x="4191000" y="3105150"/>
            <a:ext cx="3238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確認 PB25.0＝0。</a:t>
            </a:r>
          </a:p>
          <a:p>
            <a:pPr algn="l">
              <a:buNone/>
              <a:def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設定 PB02.0＝1。</a:t>
            </a:r>
          </a:p>
          <a:p>
            <a:pPr algn="l">
              <a:buNone/>
              <a:def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連續定位 5–10 次，完成後記錄 PB19–PB22。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B5D5EF-951E-466C-BFB3-71990BA63DEC}"/>
              </a:ext>
            </a:extLst>
          </p:cNvPr>
          <p:cNvSpPr>
            <a:spLocks noGrp="1"/>
          </p:cNvSpPr>
          <p:nvPr/>
        </p:nvSpPr>
        <p:spPr>
          <a:xfrm>
            <a:off x="7981950" y="156210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172FDD-8CB4-4C09-8775-FB6569D2EE30}"/>
              </a:ext>
            </a:extLst>
          </p:cNvPr>
          <p:cNvSpPr>
            <a:spLocks noGrp="1"/>
          </p:cNvSpPr>
          <p:nvPr/>
        </p:nvSpPr>
        <p:spPr>
          <a:xfrm>
            <a:off x="7981950" y="2076450"/>
            <a:ext cx="3238500" cy="1905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1ED183-951D-483F-8EFE-CEB3669944DA}"/>
              </a:ext>
            </a:extLst>
          </p:cNvPr>
          <p:cNvSpPr>
            <a:spLocks noGrp="1"/>
          </p:cNvSpPr>
          <p:nvPr/>
        </p:nvSpPr>
        <p:spPr>
          <a:xfrm>
            <a:off x="7981950" y="24384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75" b="1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A/B 驗證與放行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FB842A-4A7C-4EE9-A565-DED90DB470BA}"/>
              </a:ext>
            </a:extLst>
          </p:cNvPr>
          <p:cNvSpPr>
            <a:spLocks noGrp="1"/>
          </p:cNvSpPr>
          <p:nvPr/>
        </p:nvSpPr>
        <p:spPr>
          <a:xfrm>
            <a:off x="7981950" y="3105150"/>
            <a:ext cx="3238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以完全相同條件重測。</a:t>
            </a:r>
          </a:p>
          <a:p>
            <a:pPr algn="l">
              <a:buNone/>
              <a:def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比較峰值、RMS 與收斂時間。</a:t>
            </a:r>
          </a:p>
          <a:p>
            <a:pPr algn="l">
              <a:buNone/>
              <a:def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0A0A0A"/>
                </a:solidFill>
                <a:latin typeface="PingFang TC"/>
                <a:ea typeface="PingFang TC"/>
                <a:cs typeface="PingFang TC"/>
              </a:rPr>
              <a:t>若無改善，還原參數並執行 FRF／共振濾波器診斷。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C77FA6-BB6F-43AB-8156-E1B1281A4B25}"/>
              </a:ext>
            </a:extLst>
          </p:cNvPr>
          <p:cNvSpPr>
            <a:spLocks noGrp="1"/>
          </p:cNvSpPr>
          <p:nvPr/>
        </p:nvSpPr>
        <p:spPr>
          <a:xfrm>
            <a:off x="400050" y="5657850"/>
            <a:ext cx="10820400" cy="571500"/>
          </a:xfrm>
          <a:prstGeom prst="rect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40D24A-5CF2-4A20-91B3-03D2DA7E1387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安全原則：一次只改一組參數；每次變更都保留參數備份、時域波形與 FFT。</a:t>
            </a:r>
          </a:p>
        </p:txBody>
      </p:sp>
    </p:spTree>
    <p:extLst>
      <p:ext uri="{BB962C8B-B14F-4D97-AF65-F5344CB8AC3E}">
        <p14:creationId xmlns:p14="http://schemas.microsoft.com/office/powerpoint/2010/main" val="4858585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1242</Words>
  <Application>Microsoft Macintosh PowerPoint</Application>
  <DocSecurity>0</DocSecurity>
  <PresentationFormat>寬螢幕</PresentationFormat>
  <Paragraphs>276</Paragraphs>
  <Slides>15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PingFang TC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Wayne</cp:lastModifiedBy>
  <cp:revision>1</cp:revision>
  <dcterms:created xsi:type="dcterms:W3CDTF">2026-07-27T13:24:49Z</dcterms:created>
  <dcterms:modified xsi:type="dcterms:W3CDTF">2026-07-27T14:02:22Z</dcterms:modified>
</cp:coreProperties>
</file>